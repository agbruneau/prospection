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69" r:id="rId13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6" dt="2026-09-30T14:00:52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48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 sldOrd">
      <pc:chgData name="André-Guy Bruneau" userId="c9f3b82d5570fc32" providerId="LiveId" clId="{C4496A7D-9A64-4B82-9835-F710A7718518}" dt="2026-09-30T14:01:39.945" v="1026"/>
      <pc:docMkLst>
        <pc:docMk/>
      </pc:docMkLst>
      <pc:sldChg chg="addSp delSp modSp mod">
        <pc:chgData name="André-Guy Bruneau" userId="c9f3b82d5570fc32" providerId="LiveId" clId="{C4496A7D-9A64-4B82-9835-F710A7718518}" dt="2026-09-30T14:01:39.908" v="870"/>
        <pc:sldMkLst>
          <pc:docMk/>
          <pc:sldMk cId="0" sldId="256"/>
        </pc:sldMkLst>
        <pc:spChg chg="add mod">
          <ac:chgData name="André-Guy Bruneau" userId="c9f3b82d5570fc32" providerId="LiveId" clId="{C4496A7D-9A64-4B82-9835-F710A7718518}" dt="2026-09-30T14:01:39.908" v="858"/>
          <ac:spMkLst>
            <pc:docMk/>
            <pc:sldMk cId="0" sldId="256"/>
            <ac:spMk id="19" creationId="{92A99743-F191-4E7C-9AAE-59D60A22D00B}"/>
          </ac:spMkLst>
        </pc:spChg>
        <pc:spChg chg="add mod">
          <ac:chgData name="André-Guy Bruneau" userId="c9f3b82d5570fc32" providerId="LiveId" clId="{C4496A7D-9A64-4B82-9835-F710A7718518}" dt="2026-09-30T14:01:39.908" v="859"/>
          <ac:spMkLst>
            <pc:docMk/>
            <pc:sldMk cId="0" sldId="256"/>
            <ac:spMk id="20" creationId="{33039D3B-02AB-40A5-B2BE-3AF2411DC5CB}"/>
          </ac:spMkLst>
        </pc:spChg>
        <pc:spChg chg="add mod">
          <ac:chgData name="André-Guy Bruneau" userId="c9f3b82d5570fc32" providerId="LiveId" clId="{C4496A7D-9A64-4B82-9835-F710A7718518}" dt="2026-09-30T14:01:39.908" v="860"/>
          <ac:spMkLst>
            <pc:docMk/>
            <pc:sldMk cId="0" sldId="256"/>
            <ac:spMk id="21" creationId="{29D83B14-7EB8-4E64-A8B6-E8F6131E8DCB}"/>
          </ac:spMkLst>
        </pc:spChg>
        <pc:spChg chg="add mod">
          <ac:chgData name="André-Guy Bruneau" userId="c9f3b82d5570fc32" providerId="LiveId" clId="{C4496A7D-9A64-4B82-9835-F710A7718518}" dt="2026-09-30T14:01:39.908" v="861"/>
          <ac:spMkLst>
            <pc:docMk/>
            <pc:sldMk cId="0" sldId="256"/>
            <ac:spMk id="22" creationId="{75755B7F-C211-4A9B-97A7-FC41A30FDC12}"/>
          </ac:spMkLst>
        </pc:spChg>
        <pc:spChg chg="add mod">
          <ac:chgData name="André-Guy Bruneau" userId="c9f3b82d5570fc32" providerId="LiveId" clId="{C4496A7D-9A64-4B82-9835-F710A7718518}" dt="2026-09-30T14:01:39.908" v="862"/>
          <ac:spMkLst>
            <pc:docMk/>
            <pc:sldMk cId="0" sldId="256"/>
            <ac:spMk id="23" creationId="{94CF01C0-1F44-46B1-A81D-041BFE3F4DFA}"/>
          </ac:spMkLst>
        </pc:spChg>
        <pc:spChg chg="add mod">
          <ac:chgData name="André-Guy Bruneau" userId="c9f3b82d5570fc32" providerId="LiveId" clId="{C4496A7D-9A64-4B82-9835-F710A7718518}" dt="2026-09-30T14:01:39.908" v="863"/>
          <ac:spMkLst>
            <pc:docMk/>
            <pc:sldMk cId="0" sldId="256"/>
            <ac:spMk id="24" creationId="{2F229F42-48D7-4D62-A7C9-55E0985427C6}"/>
          </ac:spMkLst>
        </pc:spChg>
        <pc:spChg chg="add mod">
          <ac:chgData name="André-Guy Bruneau" userId="c9f3b82d5570fc32" providerId="LiveId" clId="{C4496A7D-9A64-4B82-9835-F710A7718518}" dt="2026-09-30T14:01:39.908" v="864"/>
          <ac:spMkLst>
            <pc:docMk/>
            <pc:sldMk cId="0" sldId="256"/>
            <ac:spMk id="25" creationId="{99128C25-FAF4-46A8-B3B3-7C387E5DC92F}"/>
          </ac:spMkLst>
        </pc:spChg>
        <pc:spChg chg="add mod">
          <ac:chgData name="André-Guy Bruneau" userId="c9f3b82d5570fc32" providerId="LiveId" clId="{C4496A7D-9A64-4B82-9835-F710A7718518}" dt="2026-09-30T14:01:39.908" v="865"/>
          <ac:spMkLst>
            <pc:docMk/>
            <pc:sldMk cId="0" sldId="256"/>
            <ac:spMk id="26" creationId="{B3CA88F0-1691-450A-B09E-4908ECB9808C}"/>
          </ac:spMkLst>
        </pc:spChg>
        <pc:spChg chg="add mod">
          <ac:chgData name="André-Guy Bruneau" userId="c9f3b82d5570fc32" providerId="LiveId" clId="{C4496A7D-9A64-4B82-9835-F710A7718518}" dt="2026-09-30T14:01:39.908" v="866"/>
          <ac:spMkLst>
            <pc:docMk/>
            <pc:sldMk cId="0" sldId="256"/>
            <ac:spMk id="27" creationId="{4D32C3BA-DAC5-461A-9146-49311CFA4FAC}"/>
          </ac:spMkLst>
        </pc:spChg>
        <pc:spChg chg="add mod">
          <ac:chgData name="André-Guy Bruneau" userId="c9f3b82d5570fc32" providerId="LiveId" clId="{C4496A7D-9A64-4B82-9835-F710A7718518}" dt="2026-09-30T14:01:39.908" v="867"/>
          <ac:spMkLst>
            <pc:docMk/>
            <pc:sldMk cId="0" sldId="256"/>
            <ac:spMk id="28" creationId="{7B0E3717-BDF1-4BC3-B126-5ED134463D0E}"/>
          </ac:spMkLst>
        </pc:spChg>
        <pc:spChg chg="add mod">
          <ac:chgData name="André-Guy Bruneau" userId="c9f3b82d5570fc32" providerId="LiveId" clId="{C4496A7D-9A64-4B82-9835-F710A7718518}" dt="2026-09-30T14:01:39.908" v="868"/>
          <ac:spMkLst>
            <pc:docMk/>
            <pc:sldMk cId="0" sldId="256"/>
            <ac:spMk id="29" creationId="{8C4CA631-7AB1-4D71-92D2-D1A3BEE38C15}"/>
          </ac:spMkLst>
        </pc:spChg>
        <pc:spChg chg="add mod">
          <ac:chgData name="André-Guy Bruneau" userId="c9f3b82d5570fc32" providerId="LiveId" clId="{C4496A7D-9A64-4B82-9835-F710A7718518}" dt="2026-09-30T14:01:39.908" v="869"/>
          <ac:spMkLst>
            <pc:docMk/>
            <pc:sldMk cId="0" sldId="256"/>
            <ac:spMk id="30" creationId="{E0C14CFC-D61A-44CE-84F6-23566119B3C8}"/>
          </ac:spMkLst>
        </pc:spChg>
        <pc:spChg chg="add mod">
          <ac:chgData name="André-Guy Bruneau" userId="c9f3b82d5570fc32" providerId="LiveId" clId="{C4496A7D-9A64-4B82-9835-F710A7718518}" dt="2026-09-30T14:01:39.908" v="870"/>
          <ac:spMkLst>
            <pc:docMk/>
            <pc:sldMk cId="0" sldId="256"/>
            <ac:spMk id="31" creationId="{6B5B04DA-1704-4E64-9931-525DCB770493}"/>
          </ac:spMkLst>
        </pc:spChg>
        <pc:grpChg chg="add mod">
          <ac:chgData name="André-Guy Bruneau" userId="c9f3b82d5570fc32" providerId="LiveId" clId="{C4496A7D-9A64-4B82-9835-F710A7718518}" dt="2026-09-30T13:59:35.689" v="93"/>
          <ac:grpSpMkLst>
            <pc:docMk/>
            <pc:sldMk cId="0" sldId="256"/>
            <ac:grpSpMk id="32" creationId="{836D97EF-B9B0-D710-6090-ACDB59521C21}"/>
          </ac:grpSpMkLst>
        </pc:grpChg>
        <pc:grpChg chg="del">
          <ac:chgData name="André-Guy Bruneau" userId="c9f3b82d5570fc32" providerId="LiveId" clId="{C4496A7D-9A64-4B82-9835-F710A7718518}" dt="2026-09-30T13:59:35.670" v="39"/>
          <ac:grpSpMkLst>
            <pc:docMk/>
            <pc:sldMk cId="0" sldId="256"/>
            <ac:grpSpMk id="1000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13" v="883"/>
        <pc:sldMkLst>
          <pc:docMk/>
          <pc:sldMk cId="0" sldId="257"/>
        </pc:sldMkLst>
        <pc:spChg chg="add mod">
          <ac:chgData name="André-Guy Bruneau" userId="c9f3b82d5570fc32" providerId="LiveId" clId="{C4496A7D-9A64-4B82-9835-F710A7718518}" dt="2026-09-30T14:01:39.913" v="871"/>
          <ac:spMkLst>
            <pc:docMk/>
            <pc:sldMk cId="0" sldId="257"/>
            <ac:spMk id="35" creationId="{C847697C-DCF9-4644-BA43-E8A0BD08A267}"/>
          </ac:spMkLst>
        </pc:spChg>
        <pc:spChg chg="add mod">
          <ac:chgData name="André-Guy Bruneau" userId="c9f3b82d5570fc32" providerId="LiveId" clId="{C4496A7D-9A64-4B82-9835-F710A7718518}" dt="2026-09-30T14:01:39.913" v="872"/>
          <ac:spMkLst>
            <pc:docMk/>
            <pc:sldMk cId="0" sldId="257"/>
            <ac:spMk id="36" creationId="{91D49875-7A86-4F8D-A2FE-3273ADE59B6E}"/>
          </ac:spMkLst>
        </pc:spChg>
        <pc:spChg chg="add mod">
          <ac:chgData name="André-Guy Bruneau" userId="c9f3b82d5570fc32" providerId="LiveId" clId="{C4496A7D-9A64-4B82-9835-F710A7718518}" dt="2026-09-30T14:01:39.913" v="873"/>
          <ac:spMkLst>
            <pc:docMk/>
            <pc:sldMk cId="0" sldId="257"/>
            <ac:spMk id="37" creationId="{B44A2880-9F31-4F1F-A677-4109E8CA6EC7}"/>
          </ac:spMkLst>
        </pc:spChg>
        <pc:spChg chg="add mod">
          <ac:chgData name="André-Guy Bruneau" userId="c9f3b82d5570fc32" providerId="LiveId" clId="{C4496A7D-9A64-4B82-9835-F710A7718518}" dt="2026-09-30T14:01:39.913" v="874"/>
          <ac:spMkLst>
            <pc:docMk/>
            <pc:sldMk cId="0" sldId="257"/>
            <ac:spMk id="38" creationId="{BF13FDB2-1DEB-42D5-B691-07CAAE49F02F}"/>
          </ac:spMkLst>
        </pc:spChg>
        <pc:spChg chg="add mod">
          <ac:chgData name="André-Guy Bruneau" userId="c9f3b82d5570fc32" providerId="LiveId" clId="{C4496A7D-9A64-4B82-9835-F710A7718518}" dt="2026-09-30T14:01:39.913" v="875"/>
          <ac:spMkLst>
            <pc:docMk/>
            <pc:sldMk cId="0" sldId="257"/>
            <ac:spMk id="39" creationId="{9D4D29C7-A2C9-4268-804B-B8ED6DF94EC9}"/>
          </ac:spMkLst>
        </pc:spChg>
        <pc:spChg chg="add mod">
          <ac:chgData name="André-Guy Bruneau" userId="c9f3b82d5570fc32" providerId="LiveId" clId="{C4496A7D-9A64-4B82-9835-F710A7718518}" dt="2026-09-30T14:01:39.913" v="876"/>
          <ac:spMkLst>
            <pc:docMk/>
            <pc:sldMk cId="0" sldId="257"/>
            <ac:spMk id="40" creationId="{26F329AD-7D97-46FB-B960-0435E6ED8B22}"/>
          </ac:spMkLst>
        </pc:spChg>
        <pc:spChg chg="add mod">
          <ac:chgData name="André-Guy Bruneau" userId="c9f3b82d5570fc32" providerId="LiveId" clId="{C4496A7D-9A64-4B82-9835-F710A7718518}" dt="2026-09-30T14:01:39.913" v="877"/>
          <ac:spMkLst>
            <pc:docMk/>
            <pc:sldMk cId="0" sldId="257"/>
            <ac:spMk id="41" creationId="{C69DA029-5547-4044-9F6F-134D94D34559}"/>
          </ac:spMkLst>
        </pc:spChg>
        <pc:spChg chg="add mod">
          <ac:chgData name="André-Guy Bruneau" userId="c9f3b82d5570fc32" providerId="LiveId" clId="{C4496A7D-9A64-4B82-9835-F710A7718518}" dt="2026-09-30T14:01:39.913" v="878"/>
          <ac:spMkLst>
            <pc:docMk/>
            <pc:sldMk cId="0" sldId="257"/>
            <ac:spMk id="42" creationId="{B45A8796-5418-49F6-AC2D-0B37F7B3E547}"/>
          </ac:spMkLst>
        </pc:spChg>
        <pc:spChg chg="add mod">
          <ac:chgData name="André-Guy Bruneau" userId="c9f3b82d5570fc32" providerId="LiveId" clId="{C4496A7D-9A64-4B82-9835-F710A7718518}" dt="2026-09-30T14:01:39.913" v="879"/>
          <ac:spMkLst>
            <pc:docMk/>
            <pc:sldMk cId="0" sldId="257"/>
            <ac:spMk id="43" creationId="{1DB93AAA-07DB-4615-93E1-A78D56F338B1}"/>
          </ac:spMkLst>
        </pc:spChg>
        <pc:spChg chg="add mod">
          <ac:chgData name="André-Guy Bruneau" userId="c9f3b82d5570fc32" providerId="LiveId" clId="{C4496A7D-9A64-4B82-9835-F710A7718518}" dt="2026-09-30T14:01:39.913" v="880"/>
          <ac:spMkLst>
            <pc:docMk/>
            <pc:sldMk cId="0" sldId="257"/>
            <ac:spMk id="44" creationId="{0097A472-938F-46AA-B35F-862CABBE69DF}"/>
          </ac:spMkLst>
        </pc:spChg>
        <pc:spChg chg="add mod">
          <ac:chgData name="André-Guy Bruneau" userId="c9f3b82d5570fc32" providerId="LiveId" clId="{C4496A7D-9A64-4B82-9835-F710A7718518}" dt="2026-09-30T14:01:39.913" v="881"/>
          <ac:spMkLst>
            <pc:docMk/>
            <pc:sldMk cId="0" sldId="257"/>
            <ac:spMk id="45" creationId="{F51BB869-CB56-4A3D-9A91-A0C365B720CE}"/>
          </ac:spMkLst>
        </pc:spChg>
        <pc:spChg chg="add mod">
          <ac:chgData name="André-Guy Bruneau" userId="c9f3b82d5570fc32" providerId="LiveId" clId="{C4496A7D-9A64-4B82-9835-F710A7718518}" dt="2026-09-30T14:01:39.913" v="882"/>
          <ac:spMkLst>
            <pc:docMk/>
            <pc:sldMk cId="0" sldId="257"/>
            <ac:spMk id="46" creationId="{66701720-FBF9-492E-B6E0-B37BA23FA22F}"/>
          </ac:spMkLst>
        </pc:spChg>
        <pc:spChg chg="add mod">
          <ac:chgData name="André-Guy Bruneau" userId="c9f3b82d5570fc32" providerId="LiveId" clId="{C4496A7D-9A64-4B82-9835-F710A7718518}" dt="2026-09-30T14:01:39.913" v="883"/>
          <ac:spMkLst>
            <pc:docMk/>
            <pc:sldMk cId="0" sldId="257"/>
            <ac:spMk id="47" creationId="{DA2A015A-3B97-4ADE-846A-DAF7DE18438E}"/>
          </ac:spMkLst>
        </pc:spChg>
        <pc:grpChg chg="add mod">
          <ac:chgData name="André-Guy Bruneau" userId="c9f3b82d5570fc32" providerId="LiveId" clId="{C4496A7D-9A64-4B82-9835-F710A7718518}" dt="2026-09-30T13:59:35.700" v="148"/>
          <ac:grpSpMkLst>
            <pc:docMk/>
            <pc:sldMk cId="0" sldId="257"/>
            <ac:grpSpMk id="48" creationId="{09CE4465-6CB1-4454-0E50-15F2FF77D03A}"/>
          </ac:grpSpMkLst>
        </pc:grpChg>
        <pc:grpChg chg="del">
          <ac:chgData name="André-Guy Bruneau" userId="c9f3b82d5570fc32" providerId="LiveId" clId="{C4496A7D-9A64-4B82-9835-F710A7718518}" dt="2026-09-30T13:59:35.690" v="94"/>
          <ac:grpSpMkLst>
            <pc:docMk/>
            <pc:sldMk cId="0" sldId="257"/>
            <ac:grpSpMk id="1001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17" v="896"/>
        <pc:sldMkLst>
          <pc:docMk/>
          <pc:sldMk cId="0" sldId="258"/>
        </pc:sldMkLst>
        <pc:spChg chg="add mod">
          <ac:chgData name="André-Guy Bruneau" userId="c9f3b82d5570fc32" providerId="LiveId" clId="{C4496A7D-9A64-4B82-9835-F710A7718518}" dt="2026-09-30T14:01:39.913" v="884"/>
          <ac:spMkLst>
            <pc:docMk/>
            <pc:sldMk cId="0" sldId="258"/>
            <ac:spMk id="41" creationId="{407D957A-C6E0-4E79-A21D-71C905E9AB74}"/>
          </ac:spMkLst>
        </pc:spChg>
        <pc:spChg chg="add mod">
          <ac:chgData name="André-Guy Bruneau" userId="c9f3b82d5570fc32" providerId="LiveId" clId="{C4496A7D-9A64-4B82-9835-F710A7718518}" dt="2026-09-30T14:01:39.916" v="885"/>
          <ac:spMkLst>
            <pc:docMk/>
            <pc:sldMk cId="0" sldId="258"/>
            <ac:spMk id="42" creationId="{AE117D98-E2D9-482C-94D9-086EC29030C9}"/>
          </ac:spMkLst>
        </pc:spChg>
        <pc:spChg chg="add mod">
          <ac:chgData name="André-Guy Bruneau" userId="c9f3b82d5570fc32" providerId="LiveId" clId="{C4496A7D-9A64-4B82-9835-F710A7718518}" dt="2026-09-30T14:01:39.916" v="886"/>
          <ac:spMkLst>
            <pc:docMk/>
            <pc:sldMk cId="0" sldId="258"/>
            <ac:spMk id="43" creationId="{87506684-07D0-477E-AB54-3917EFD81ABB}"/>
          </ac:spMkLst>
        </pc:spChg>
        <pc:spChg chg="add mod">
          <ac:chgData name="André-Guy Bruneau" userId="c9f3b82d5570fc32" providerId="LiveId" clId="{C4496A7D-9A64-4B82-9835-F710A7718518}" dt="2026-09-30T14:01:39.916" v="887"/>
          <ac:spMkLst>
            <pc:docMk/>
            <pc:sldMk cId="0" sldId="258"/>
            <ac:spMk id="44" creationId="{1228D3C6-4591-40C4-B52F-0467DDAB1D46}"/>
          </ac:spMkLst>
        </pc:spChg>
        <pc:spChg chg="add mod">
          <ac:chgData name="André-Guy Bruneau" userId="c9f3b82d5570fc32" providerId="LiveId" clId="{C4496A7D-9A64-4B82-9835-F710A7718518}" dt="2026-09-30T14:01:39.916" v="888"/>
          <ac:spMkLst>
            <pc:docMk/>
            <pc:sldMk cId="0" sldId="258"/>
            <ac:spMk id="45" creationId="{EED1B81C-F2B5-4AA3-8BC8-EF146168E366}"/>
          </ac:spMkLst>
        </pc:spChg>
        <pc:spChg chg="add mod">
          <ac:chgData name="André-Guy Bruneau" userId="c9f3b82d5570fc32" providerId="LiveId" clId="{C4496A7D-9A64-4B82-9835-F710A7718518}" dt="2026-09-30T14:01:39.916" v="889"/>
          <ac:spMkLst>
            <pc:docMk/>
            <pc:sldMk cId="0" sldId="258"/>
            <ac:spMk id="46" creationId="{97F6B45B-3F16-429C-A437-2F388B2A0C5E}"/>
          </ac:spMkLst>
        </pc:spChg>
        <pc:spChg chg="add mod">
          <ac:chgData name="André-Guy Bruneau" userId="c9f3b82d5570fc32" providerId="LiveId" clId="{C4496A7D-9A64-4B82-9835-F710A7718518}" dt="2026-09-30T14:01:39.917" v="890"/>
          <ac:spMkLst>
            <pc:docMk/>
            <pc:sldMk cId="0" sldId="258"/>
            <ac:spMk id="47" creationId="{7E73F174-21AC-4AE9-ADDC-25B1C3851001}"/>
          </ac:spMkLst>
        </pc:spChg>
        <pc:spChg chg="add mod">
          <ac:chgData name="André-Guy Bruneau" userId="c9f3b82d5570fc32" providerId="LiveId" clId="{C4496A7D-9A64-4B82-9835-F710A7718518}" dt="2026-09-30T14:01:39.917" v="891"/>
          <ac:spMkLst>
            <pc:docMk/>
            <pc:sldMk cId="0" sldId="258"/>
            <ac:spMk id="48" creationId="{E52FAEA4-062A-48FF-918B-BB22DC4934D7}"/>
          </ac:spMkLst>
        </pc:spChg>
        <pc:spChg chg="add mod">
          <ac:chgData name="André-Guy Bruneau" userId="c9f3b82d5570fc32" providerId="LiveId" clId="{C4496A7D-9A64-4B82-9835-F710A7718518}" dt="2026-09-30T14:01:39.917" v="892"/>
          <ac:spMkLst>
            <pc:docMk/>
            <pc:sldMk cId="0" sldId="258"/>
            <ac:spMk id="49" creationId="{833C6B51-B464-4915-A017-9FA5A58239A7}"/>
          </ac:spMkLst>
        </pc:spChg>
        <pc:spChg chg="add mod">
          <ac:chgData name="André-Guy Bruneau" userId="c9f3b82d5570fc32" providerId="LiveId" clId="{C4496A7D-9A64-4B82-9835-F710A7718518}" dt="2026-09-30T14:01:39.917" v="893"/>
          <ac:spMkLst>
            <pc:docMk/>
            <pc:sldMk cId="0" sldId="258"/>
            <ac:spMk id="50" creationId="{77634ED0-82C8-4819-AE2B-FA0940EFB3F1}"/>
          </ac:spMkLst>
        </pc:spChg>
        <pc:spChg chg="add mod">
          <ac:chgData name="André-Guy Bruneau" userId="c9f3b82d5570fc32" providerId="LiveId" clId="{C4496A7D-9A64-4B82-9835-F710A7718518}" dt="2026-09-30T14:01:39.917" v="894"/>
          <ac:spMkLst>
            <pc:docMk/>
            <pc:sldMk cId="0" sldId="258"/>
            <ac:spMk id="51" creationId="{2F5CBFE7-A83B-48A2-81E0-F81886A5447E}"/>
          </ac:spMkLst>
        </pc:spChg>
        <pc:spChg chg="add mod">
          <ac:chgData name="André-Guy Bruneau" userId="c9f3b82d5570fc32" providerId="LiveId" clId="{C4496A7D-9A64-4B82-9835-F710A7718518}" dt="2026-09-30T14:01:39.917" v="895"/>
          <ac:spMkLst>
            <pc:docMk/>
            <pc:sldMk cId="0" sldId="258"/>
            <ac:spMk id="52" creationId="{18F00407-0B36-4721-944A-422E0A77A130}"/>
          </ac:spMkLst>
        </pc:spChg>
        <pc:spChg chg="add mod">
          <ac:chgData name="André-Guy Bruneau" userId="c9f3b82d5570fc32" providerId="LiveId" clId="{C4496A7D-9A64-4B82-9835-F710A7718518}" dt="2026-09-30T14:01:39.917" v="896"/>
          <ac:spMkLst>
            <pc:docMk/>
            <pc:sldMk cId="0" sldId="258"/>
            <ac:spMk id="53" creationId="{2C51FFC9-CC36-4055-967C-DB92A855B7C1}"/>
          </ac:spMkLst>
        </pc:spChg>
        <pc:grpChg chg="add mod">
          <ac:chgData name="André-Guy Bruneau" userId="c9f3b82d5570fc32" providerId="LiveId" clId="{C4496A7D-9A64-4B82-9835-F710A7718518}" dt="2026-09-30T13:59:35.708" v="203"/>
          <ac:grpSpMkLst>
            <pc:docMk/>
            <pc:sldMk cId="0" sldId="258"/>
            <ac:grpSpMk id="54" creationId="{84E42327-27B2-ED4A-7B6F-DD9E2B9AED9A}"/>
          </ac:grpSpMkLst>
        </pc:grpChg>
        <pc:grpChg chg="del">
          <ac:chgData name="André-Guy Bruneau" userId="c9f3b82d5570fc32" providerId="LiveId" clId="{C4496A7D-9A64-4B82-9835-F710A7718518}" dt="2026-09-30T13:59:35.700" v="149"/>
          <ac:grpSpMkLst>
            <pc:docMk/>
            <pc:sldMk cId="0" sldId="258"/>
            <ac:grpSpMk id="1002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17" v="909"/>
        <pc:sldMkLst>
          <pc:docMk/>
          <pc:sldMk cId="0" sldId="259"/>
        </pc:sldMkLst>
        <pc:spChg chg="add mod">
          <ac:chgData name="André-Guy Bruneau" userId="c9f3b82d5570fc32" providerId="LiveId" clId="{C4496A7D-9A64-4B82-9835-F710A7718518}" dt="2026-09-30T14:01:39.917" v="897"/>
          <ac:spMkLst>
            <pc:docMk/>
            <pc:sldMk cId="0" sldId="259"/>
            <ac:spMk id="52" creationId="{B1B328CF-CD86-43AE-B4B0-7A71EC9227FC}"/>
          </ac:spMkLst>
        </pc:spChg>
        <pc:spChg chg="add mod">
          <ac:chgData name="André-Guy Bruneau" userId="c9f3b82d5570fc32" providerId="LiveId" clId="{C4496A7D-9A64-4B82-9835-F710A7718518}" dt="2026-09-30T14:01:39.917" v="898"/>
          <ac:spMkLst>
            <pc:docMk/>
            <pc:sldMk cId="0" sldId="259"/>
            <ac:spMk id="53" creationId="{7269042A-472E-4BE2-AC47-0F7B0245096F}"/>
          </ac:spMkLst>
        </pc:spChg>
        <pc:spChg chg="add mod">
          <ac:chgData name="André-Guy Bruneau" userId="c9f3b82d5570fc32" providerId="LiveId" clId="{C4496A7D-9A64-4B82-9835-F710A7718518}" dt="2026-09-30T14:01:39.917" v="899"/>
          <ac:spMkLst>
            <pc:docMk/>
            <pc:sldMk cId="0" sldId="259"/>
            <ac:spMk id="54" creationId="{AE363309-11F8-4338-83DE-586110417F1D}"/>
          </ac:spMkLst>
        </pc:spChg>
        <pc:spChg chg="add mod">
          <ac:chgData name="André-Guy Bruneau" userId="c9f3b82d5570fc32" providerId="LiveId" clId="{C4496A7D-9A64-4B82-9835-F710A7718518}" dt="2026-09-30T14:01:39.917" v="900"/>
          <ac:spMkLst>
            <pc:docMk/>
            <pc:sldMk cId="0" sldId="259"/>
            <ac:spMk id="55" creationId="{8984556F-C118-4263-9EB4-116F12B67615}"/>
          </ac:spMkLst>
        </pc:spChg>
        <pc:spChg chg="add mod">
          <ac:chgData name="André-Guy Bruneau" userId="c9f3b82d5570fc32" providerId="LiveId" clId="{C4496A7D-9A64-4B82-9835-F710A7718518}" dt="2026-09-30T14:01:39.917" v="901"/>
          <ac:spMkLst>
            <pc:docMk/>
            <pc:sldMk cId="0" sldId="259"/>
            <ac:spMk id="56" creationId="{93E470C8-0930-49A0-9248-89AA0E165D30}"/>
          </ac:spMkLst>
        </pc:spChg>
        <pc:spChg chg="add mod">
          <ac:chgData name="André-Guy Bruneau" userId="c9f3b82d5570fc32" providerId="LiveId" clId="{C4496A7D-9A64-4B82-9835-F710A7718518}" dt="2026-09-30T14:01:39.917" v="902"/>
          <ac:spMkLst>
            <pc:docMk/>
            <pc:sldMk cId="0" sldId="259"/>
            <ac:spMk id="57" creationId="{83E515F2-5E43-4869-B65D-FB2E10A447B2}"/>
          </ac:spMkLst>
        </pc:spChg>
        <pc:spChg chg="add mod">
          <ac:chgData name="André-Guy Bruneau" userId="c9f3b82d5570fc32" providerId="LiveId" clId="{C4496A7D-9A64-4B82-9835-F710A7718518}" dt="2026-09-30T14:01:39.917" v="903"/>
          <ac:spMkLst>
            <pc:docMk/>
            <pc:sldMk cId="0" sldId="259"/>
            <ac:spMk id="58" creationId="{68E54FA7-EEF5-4122-9441-B5B42F87ABF6}"/>
          </ac:spMkLst>
        </pc:spChg>
        <pc:spChg chg="add mod">
          <ac:chgData name="André-Guy Bruneau" userId="c9f3b82d5570fc32" providerId="LiveId" clId="{C4496A7D-9A64-4B82-9835-F710A7718518}" dt="2026-09-30T14:01:39.917" v="904"/>
          <ac:spMkLst>
            <pc:docMk/>
            <pc:sldMk cId="0" sldId="259"/>
            <ac:spMk id="59" creationId="{B88952D8-A80C-482E-A277-0D63C9A25007}"/>
          </ac:spMkLst>
        </pc:spChg>
        <pc:spChg chg="add mod">
          <ac:chgData name="André-Guy Bruneau" userId="c9f3b82d5570fc32" providerId="LiveId" clId="{C4496A7D-9A64-4B82-9835-F710A7718518}" dt="2026-09-30T14:01:39.917" v="905"/>
          <ac:spMkLst>
            <pc:docMk/>
            <pc:sldMk cId="0" sldId="259"/>
            <ac:spMk id="60" creationId="{666D22C7-ACC0-4C73-8CF2-00760D60257A}"/>
          </ac:spMkLst>
        </pc:spChg>
        <pc:spChg chg="add mod">
          <ac:chgData name="André-Guy Bruneau" userId="c9f3b82d5570fc32" providerId="LiveId" clId="{C4496A7D-9A64-4B82-9835-F710A7718518}" dt="2026-09-30T14:01:39.917" v="906"/>
          <ac:spMkLst>
            <pc:docMk/>
            <pc:sldMk cId="0" sldId="259"/>
            <ac:spMk id="61" creationId="{7EF27815-1DF6-4470-BC07-4DFA42EACD84}"/>
          </ac:spMkLst>
        </pc:spChg>
        <pc:spChg chg="add mod">
          <ac:chgData name="André-Guy Bruneau" userId="c9f3b82d5570fc32" providerId="LiveId" clId="{C4496A7D-9A64-4B82-9835-F710A7718518}" dt="2026-09-30T14:01:39.917" v="907"/>
          <ac:spMkLst>
            <pc:docMk/>
            <pc:sldMk cId="0" sldId="259"/>
            <ac:spMk id="62" creationId="{53252D95-F19E-4BC3-B39E-0E6C4CE45629}"/>
          </ac:spMkLst>
        </pc:spChg>
        <pc:spChg chg="add mod">
          <ac:chgData name="André-Guy Bruneau" userId="c9f3b82d5570fc32" providerId="LiveId" clId="{C4496A7D-9A64-4B82-9835-F710A7718518}" dt="2026-09-30T14:01:39.917" v="908"/>
          <ac:spMkLst>
            <pc:docMk/>
            <pc:sldMk cId="0" sldId="259"/>
            <ac:spMk id="63" creationId="{2780BB23-4233-4246-940F-0C264BD1C657}"/>
          </ac:spMkLst>
        </pc:spChg>
        <pc:spChg chg="add mod">
          <ac:chgData name="André-Guy Bruneau" userId="c9f3b82d5570fc32" providerId="LiveId" clId="{C4496A7D-9A64-4B82-9835-F710A7718518}" dt="2026-09-30T14:01:39.917" v="909"/>
          <ac:spMkLst>
            <pc:docMk/>
            <pc:sldMk cId="0" sldId="259"/>
            <ac:spMk id="960" creationId="{4667F0BB-CC51-4C8F-BF2F-0FFA33305295}"/>
          </ac:spMkLst>
        </pc:spChg>
        <pc:grpChg chg="add mod">
          <ac:chgData name="André-Guy Bruneau" userId="c9f3b82d5570fc32" providerId="LiveId" clId="{C4496A7D-9A64-4B82-9835-F710A7718518}" dt="2026-09-30T13:59:35.720" v="258"/>
          <ac:grpSpMkLst>
            <pc:docMk/>
            <pc:sldMk cId="0" sldId="259"/>
            <ac:grpSpMk id="961" creationId="{60CAB85D-E33B-899B-3DFD-96908D11DB48}"/>
          </ac:grpSpMkLst>
        </pc:grpChg>
        <pc:grpChg chg="del">
          <ac:chgData name="André-Guy Bruneau" userId="c9f3b82d5570fc32" providerId="LiveId" clId="{C4496A7D-9A64-4B82-9835-F710A7718518}" dt="2026-09-30T13:59:35.708" v="204"/>
          <ac:grpSpMkLst>
            <pc:docMk/>
            <pc:sldMk cId="0" sldId="259"/>
            <ac:grpSpMk id="1003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25" v="935"/>
        <pc:sldMkLst>
          <pc:docMk/>
          <pc:sldMk cId="0" sldId="260"/>
        </pc:sldMkLst>
        <pc:spChg chg="add mod">
          <ac:chgData name="André-Guy Bruneau" userId="c9f3b82d5570fc32" providerId="LiveId" clId="{C4496A7D-9A64-4B82-9835-F710A7718518}" dt="2026-09-30T14:01:39.921" v="923"/>
          <ac:spMkLst>
            <pc:docMk/>
            <pc:sldMk cId="0" sldId="260"/>
            <ac:spMk id="36" creationId="{CDDDE8F5-2D13-4C6A-8EF0-A0A51E8F1A93}"/>
          </ac:spMkLst>
        </pc:spChg>
        <pc:spChg chg="add mod">
          <ac:chgData name="André-Guy Bruneau" userId="c9f3b82d5570fc32" providerId="LiveId" clId="{C4496A7D-9A64-4B82-9835-F710A7718518}" dt="2026-09-30T14:01:39.921" v="924"/>
          <ac:spMkLst>
            <pc:docMk/>
            <pc:sldMk cId="0" sldId="260"/>
            <ac:spMk id="37" creationId="{764A8704-949B-4757-887A-FE35AF21D540}"/>
          </ac:spMkLst>
        </pc:spChg>
        <pc:spChg chg="add mod">
          <ac:chgData name="André-Guy Bruneau" userId="c9f3b82d5570fc32" providerId="LiveId" clId="{C4496A7D-9A64-4B82-9835-F710A7718518}" dt="2026-09-30T14:01:39.924" v="925"/>
          <ac:spMkLst>
            <pc:docMk/>
            <pc:sldMk cId="0" sldId="260"/>
            <ac:spMk id="38" creationId="{66EB1EB5-B850-4C7D-B81C-B00BF99A9BC2}"/>
          </ac:spMkLst>
        </pc:spChg>
        <pc:spChg chg="add mod">
          <ac:chgData name="André-Guy Bruneau" userId="c9f3b82d5570fc32" providerId="LiveId" clId="{C4496A7D-9A64-4B82-9835-F710A7718518}" dt="2026-09-30T14:01:39.924" v="926"/>
          <ac:spMkLst>
            <pc:docMk/>
            <pc:sldMk cId="0" sldId="260"/>
            <ac:spMk id="39" creationId="{960C96FA-A3EE-414C-9692-D7C204FAE380}"/>
          </ac:spMkLst>
        </pc:spChg>
        <pc:spChg chg="add mod">
          <ac:chgData name="André-Guy Bruneau" userId="c9f3b82d5570fc32" providerId="LiveId" clId="{C4496A7D-9A64-4B82-9835-F710A7718518}" dt="2026-09-30T14:01:39.924" v="927"/>
          <ac:spMkLst>
            <pc:docMk/>
            <pc:sldMk cId="0" sldId="260"/>
            <ac:spMk id="40" creationId="{FA541110-1B98-4DE3-8C2F-864612190365}"/>
          </ac:spMkLst>
        </pc:spChg>
        <pc:spChg chg="add mod">
          <ac:chgData name="André-Guy Bruneau" userId="c9f3b82d5570fc32" providerId="LiveId" clId="{C4496A7D-9A64-4B82-9835-F710A7718518}" dt="2026-09-30T14:01:39.924" v="928"/>
          <ac:spMkLst>
            <pc:docMk/>
            <pc:sldMk cId="0" sldId="260"/>
            <ac:spMk id="41" creationId="{E4B26E7B-DF45-4BEB-BCBD-1FE8167DBDA6}"/>
          </ac:spMkLst>
        </pc:spChg>
        <pc:spChg chg="add mod">
          <ac:chgData name="André-Guy Bruneau" userId="c9f3b82d5570fc32" providerId="LiveId" clId="{C4496A7D-9A64-4B82-9835-F710A7718518}" dt="2026-09-30T14:01:39.924" v="929"/>
          <ac:spMkLst>
            <pc:docMk/>
            <pc:sldMk cId="0" sldId="260"/>
            <ac:spMk id="42" creationId="{EA957465-431C-4D90-8AE5-586DC87910A4}"/>
          </ac:spMkLst>
        </pc:spChg>
        <pc:spChg chg="add mod">
          <ac:chgData name="André-Guy Bruneau" userId="c9f3b82d5570fc32" providerId="LiveId" clId="{C4496A7D-9A64-4B82-9835-F710A7718518}" dt="2026-09-30T14:01:39.925" v="930"/>
          <ac:spMkLst>
            <pc:docMk/>
            <pc:sldMk cId="0" sldId="260"/>
            <ac:spMk id="43" creationId="{06C7B1EA-59D5-4704-9AC4-B74066D8C0E9}"/>
          </ac:spMkLst>
        </pc:spChg>
        <pc:spChg chg="add mod">
          <ac:chgData name="André-Guy Bruneau" userId="c9f3b82d5570fc32" providerId="LiveId" clId="{C4496A7D-9A64-4B82-9835-F710A7718518}" dt="2026-09-30T14:01:39.925" v="931"/>
          <ac:spMkLst>
            <pc:docMk/>
            <pc:sldMk cId="0" sldId="260"/>
            <ac:spMk id="44" creationId="{BCE56761-67BD-4A5F-88B6-3F7BE31C36D9}"/>
          </ac:spMkLst>
        </pc:spChg>
        <pc:spChg chg="add mod">
          <ac:chgData name="André-Guy Bruneau" userId="c9f3b82d5570fc32" providerId="LiveId" clId="{C4496A7D-9A64-4B82-9835-F710A7718518}" dt="2026-09-30T14:01:39.925" v="932"/>
          <ac:spMkLst>
            <pc:docMk/>
            <pc:sldMk cId="0" sldId="260"/>
            <ac:spMk id="45" creationId="{335DDC75-B4B6-44AE-B8EC-03B09F815852}"/>
          </ac:spMkLst>
        </pc:spChg>
        <pc:spChg chg="add mod">
          <ac:chgData name="André-Guy Bruneau" userId="c9f3b82d5570fc32" providerId="LiveId" clId="{C4496A7D-9A64-4B82-9835-F710A7718518}" dt="2026-09-30T14:01:39.925" v="933"/>
          <ac:spMkLst>
            <pc:docMk/>
            <pc:sldMk cId="0" sldId="260"/>
            <ac:spMk id="46" creationId="{43BE5BE4-4B4E-4302-B8AA-44D40F4EA119}"/>
          </ac:spMkLst>
        </pc:spChg>
        <pc:spChg chg="add mod">
          <ac:chgData name="André-Guy Bruneau" userId="c9f3b82d5570fc32" providerId="LiveId" clId="{C4496A7D-9A64-4B82-9835-F710A7718518}" dt="2026-09-30T14:01:39.925" v="934"/>
          <ac:spMkLst>
            <pc:docMk/>
            <pc:sldMk cId="0" sldId="260"/>
            <ac:spMk id="47" creationId="{390976EA-7626-436C-86EE-AB05DA4AB1AA}"/>
          </ac:spMkLst>
        </pc:spChg>
        <pc:spChg chg="add mod">
          <ac:chgData name="André-Guy Bruneau" userId="c9f3b82d5570fc32" providerId="LiveId" clId="{C4496A7D-9A64-4B82-9835-F710A7718518}" dt="2026-09-30T14:01:39.925" v="935"/>
          <ac:spMkLst>
            <pc:docMk/>
            <pc:sldMk cId="0" sldId="260"/>
            <ac:spMk id="48" creationId="{99C4CD61-08E3-40ED-9EDC-870E4F2715B3}"/>
          </ac:spMkLst>
        </pc:spChg>
        <pc:grpChg chg="add mod">
          <ac:chgData name="André-Guy Bruneau" userId="c9f3b82d5570fc32" providerId="LiveId" clId="{C4496A7D-9A64-4B82-9835-F710A7718518}" dt="2026-09-30T13:59:35.741" v="367"/>
          <ac:grpSpMkLst>
            <pc:docMk/>
            <pc:sldMk cId="0" sldId="260"/>
            <ac:grpSpMk id="49" creationId="{ED1E8D0E-7A4F-4888-63E5-AFF3617D64F0}"/>
          </ac:grpSpMkLst>
        </pc:grpChg>
        <pc:grpChg chg="del">
          <ac:chgData name="André-Guy Bruneau" userId="c9f3b82d5570fc32" providerId="LiveId" clId="{C4496A7D-9A64-4B82-9835-F710A7718518}" dt="2026-09-30T13:59:35.732" v="313"/>
          <ac:grpSpMkLst>
            <pc:docMk/>
            <pc:sldMk cId="0" sldId="260"/>
            <ac:grpSpMk id="1005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28" v="948"/>
        <pc:sldMkLst>
          <pc:docMk/>
          <pc:sldMk cId="0" sldId="261"/>
        </pc:sldMkLst>
        <pc:spChg chg="add mod">
          <ac:chgData name="André-Guy Bruneau" userId="c9f3b82d5570fc32" providerId="LiveId" clId="{C4496A7D-9A64-4B82-9835-F710A7718518}" dt="2026-09-30T14:01:39.925" v="936"/>
          <ac:spMkLst>
            <pc:docMk/>
            <pc:sldMk cId="0" sldId="261"/>
            <ac:spMk id="40" creationId="{88781BCD-7177-4FCE-B56B-911127D1A405}"/>
          </ac:spMkLst>
        </pc:spChg>
        <pc:spChg chg="add mod">
          <ac:chgData name="André-Guy Bruneau" userId="c9f3b82d5570fc32" providerId="LiveId" clId="{C4496A7D-9A64-4B82-9835-F710A7718518}" dt="2026-09-30T14:01:39.925" v="937"/>
          <ac:spMkLst>
            <pc:docMk/>
            <pc:sldMk cId="0" sldId="261"/>
            <ac:spMk id="41" creationId="{AAA79263-B162-47F7-B6D6-3CE7E320FE59}"/>
          </ac:spMkLst>
        </pc:spChg>
        <pc:spChg chg="add mod">
          <ac:chgData name="André-Guy Bruneau" userId="c9f3b82d5570fc32" providerId="LiveId" clId="{C4496A7D-9A64-4B82-9835-F710A7718518}" dt="2026-09-30T14:01:39.925" v="938"/>
          <ac:spMkLst>
            <pc:docMk/>
            <pc:sldMk cId="0" sldId="261"/>
            <ac:spMk id="42" creationId="{8A5238C5-A09E-41BC-A7B9-8E432641893D}"/>
          </ac:spMkLst>
        </pc:spChg>
        <pc:spChg chg="add mod">
          <ac:chgData name="André-Guy Bruneau" userId="c9f3b82d5570fc32" providerId="LiveId" clId="{C4496A7D-9A64-4B82-9835-F710A7718518}" dt="2026-09-30T14:01:39.925" v="939"/>
          <ac:spMkLst>
            <pc:docMk/>
            <pc:sldMk cId="0" sldId="261"/>
            <ac:spMk id="43" creationId="{BBD999DB-C270-4EF6-B896-D0B1B98F97A2}"/>
          </ac:spMkLst>
        </pc:spChg>
        <pc:spChg chg="add mod">
          <ac:chgData name="André-Guy Bruneau" userId="c9f3b82d5570fc32" providerId="LiveId" clId="{C4496A7D-9A64-4B82-9835-F710A7718518}" dt="2026-09-30T14:01:39.925" v="940"/>
          <ac:spMkLst>
            <pc:docMk/>
            <pc:sldMk cId="0" sldId="261"/>
            <ac:spMk id="44" creationId="{BBECBD0B-5C65-4466-BFDC-13AB92BF926D}"/>
          </ac:spMkLst>
        </pc:spChg>
        <pc:spChg chg="add mod">
          <ac:chgData name="André-Guy Bruneau" userId="c9f3b82d5570fc32" providerId="LiveId" clId="{C4496A7D-9A64-4B82-9835-F710A7718518}" dt="2026-09-30T14:01:39.925" v="941"/>
          <ac:spMkLst>
            <pc:docMk/>
            <pc:sldMk cId="0" sldId="261"/>
            <ac:spMk id="45" creationId="{43B88908-4BBB-456F-B46C-513A3F7D62ED}"/>
          </ac:spMkLst>
        </pc:spChg>
        <pc:spChg chg="add mod">
          <ac:chgData name="André-Guy Bruneau" userId="c9f3b82d5570fc32" providerId="LiveId" clId="{C4496A7D-9A64-4B82-9835-F710A7718518}" dt="2026-09-30T14:01:39.925" v="942"/>
          <ac:spMkLst>
            <pc:docMk/>
            <pc:sldMk cId="0" sldId="261"/>
            <ac:spMk id="46" creationId="{4E950CD7-AB02-46E3-8684-5C350F758DA1}"/>
          </ac:spMkLst>
        </pc:spChg>
        <pc:spChg chg="add mod">
          <ac:chgData name="André-Guy Bruneau" userId="c9f3b82d5570fc32" providerId="LiveId" clId="{C4496A7D-9A64-4B82-9835-F710A7718518}" dt="2026-09-30T14:01:39.925" v="943"/>
          <ac:spMkLst>
            <pc:docMk/>
            <pc:sldMk cId="0" sldId="261"/>
            <ac:spMk id="47" creationId="{9237F497-D8DD-4C2D-B726-89A56527C1B4}"/>
          </ac:spMkLst>
        </pc:spChg>
        <pc:spChg chg="add mod">
          <ac:chgData name="André-Guy Bruneau" userId="c9f3b82d5570fc32" providerId="LiveId" clId="{C4496A7D-9A64-4B82-9835-F710A7718518}" dt="2026-09-30T14:01:39.928" v="944"/>
          <ac:spMkLst>
            <pc:docMk/>
            <pc:sldMk cId="0" sldId="261"/>
            <ac:spMk id="48" creationId="{EC0D898D-18AD-4ACC-948E-92479EF2D42B}"/>
          </ac:spMkLst>
        </pc:spChg>
        <pc:spChg chg="add mod">
          <ac:chgData name="André-Guy Bruneau" userId="c9f3b82d5570fc32" providerId="LiveId" clId="{C4496A7D-9A64-4B82-9835-F710A7718518}" dt="2026-09-30T14:01:39.928" v="945"/>
          <ac:spMkLst>
            <pc:docMk/>
            <pc:sldMk cId="0" sldId="261"/>
            <ac:spMk id="49" creationId="{E411873A-F7D8-4680-B1B4-55DF87075446}"/>
          </ac:spMkLst>
        </pc:spChg>
        <pc:spChg chg="add mod">
          <ac:chgData name="André-Guy Bruneau" userId="c9f3b82d5570fc32" providerId="LiveId" clId="{C4496A7D-9A64-4B82-9835-F710A7718518}" dt="2026-09-30T14:01:39.928" v="946"/>
          <ac:spMkLst>
            <pc:docMk/>
            <pc:sldMk cId="0" sldId="261"/>
            <ac:spMk id="50" creationId="{86458DBB-5B4F-4933-AB18-3699E570B751}"/>
          </ac:spMkLst>
        </pc:spChg>
        <pc:spChg chg="add mod">
          <ac:chgData name="André-Guy Bruneau" userId="c9f3b82d5570fc32" providerId="LiveId" clId="{C4496A7D-9A64-4B82-9835-F710A7718518}" dt="2026-09-30T14:01:39.928" v="947"/>
          <ac:spMkLst>
            <pc:docMk/>
            <pc:sldMk cId="0" sldId="261"/>
            <ac:spMk id="51" creationId="{655CE9B7-A908-4D7A-BE67-073429EFDC08}"/>
          </ac:spMkLst>
        </pc:spChg>
        <pc:spChg chg="add mod">
          <ac:chgData name="André-Guy Bruneau" userId="c9f3b82d5570fc32" providerId="LiveId" clId="{C4496A7D-9A64-4B82-9835-F710A7718518}" dt="2026-09-30T14:01:39.928" v="948"/>
          <ac:spMkLst>
            <pc:docMk/>
            <pc:sldMk cId="0" sldId="261"/>
            <ac:spMk id="52" creationId="{B6B6D4EB-78B2-406D-9DDD-41E11D7C4BDD}"/>
          </ac:spMkLst>
        </pc:spChg>
        <pc:grpChg chg="add mod">
          <ac:chgData name="André-Guy Bruneau" userId="c9f3b82d5570fc32" providerId="LiveId" clId="{C4496A7D-9A64-4B82-9835-F710A7718518}" dt="2026-09-30T13:59:35.753" v="422"/>
          <ac:grpSpMkLst>
            <pc:docMk/>
            <pc:sldMk cId="0" sldId="261"/>
            <ac:grpSpMk id="53" creationId="{E88042C8-13CE-3150-3291-46B14CDAF89B}"/>
          </ac:grpSpMkLst>
        </pc:grpChg>
        <pc:grpChg chg="del">
          <ac:chgData name="André-Guy Bruneau" userId="c9f3b82d5570fc32" providerId="LiveId" clId="{C4496A7D-9A64-4B82-9835-F710A7718518}" dt="2026-09-30T13:59:35.741" v="368"/>
          <ac:grpSpMkLst>
            <pc:docMk/>
            <pc:sldMk cId="0" sldId="261"/>
            <ac:grpSpMk id="1006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28" v="961"/>
        <pc:sldMkLst>
          <pc:docMk/>
          <pc:sldMk cId="0" sldId="262"/>
        </pc:sldMkLst>
        <pc:spChg chg="add mod">
          <ac:chgData name="André-Guy Bruneau" userId="c9f3b82d5570fc32" providerId="LiveId" clId="{C4496A7D-9A64-4B82-9835-F710A7718518}" dt="2026-09-30T14:01:39.928" v="949"/>
          <ac:spMkLst>
            <pc:docMk/>
            <pc:sldMk cId="0" sldId="262"/>
            <ac:spMk id="41" creationId="{B7A3A79F-E64A-4AB1-9954-BDA41FAACCED}"/>
          </ac:spMkLst>
        </pc:spChg>
        <pc:spChg chg="add mod">
          <ac:chgData name="André-Guy Bruneau" userId="c9f3b82d5570fc32" providerId="LiveId" clId="{C4496A7D-9A64-4B82-9835-F710A7718518}" dt="2026-09-30T14:01:39.928" v="950"/>
          <ac:spMkLst>
            <pc:docMk/>
            <pc:sldMk cId="0" sldId="262"/>
            <ac:spMk id="42" creationId="{C7FDC628-FEC9-410D-A8CF-7E12847BB9DB}"/>
          </ac:spMkLst>
        </pc:spChg>
        <pc:spChg chg="add mod">
          <ac:chgData name="André-Guy Bruneau" userId="c9f3b82d5570fc32" providerId="LiveId" clId="{C4496A7D-9A64-4B82-9835-F710A7718518}" dt="2026-09-30T14:01:39.928" v="951"/>
          <ac:spMkLst>
            <pc:docMk/>
            <pc:sldMk cId="0" sldId="262"/>
            <ac:spMk id="43" creationId="{1151CA3E-A8DA-4813-AF4B-A4F73044B29B}"/>
          </ac:spMkLst>
        </pc:spChg>
        <pc:spChg chg="add mod">
          <ac:chgData name="André-Guy Bruneau" userId="c9f3b82d5570fc32" providerId="LiveId" clId="{C4496A7D-9A64-4B82-9835-F710A7718518}" dt="2026-09-30T14:01:39.928" v="952"/>
          <ac:spMkLst>
            <pc:docMk/>
            <pc:sldMk cId="0" sldId="262"/>
            <ac:spMk id="44" creationId="{5C6A36D5-5F69-4584-B90E-7643F0E48245}"/>
          </ac:spMkLst>
        </pc:spChg>
        <pc:spChg chg="add mod">
          <ac:chgData name="André-Guy Bruneau" userId="c9f3b82d5570fc32" providerId="LiveId" clId="{C4496A7D-9A64-4B82-9835-F710A7718518}" dt="2026-09-30T14:01:39.928" v="953"/>
          <ac:spMkLst>
            <pc:docMk/>
            <pc:sldMk cId="0" sldId="262"/>
            <ac:spMk id="45" creationId="{FA0C71C1-372F-430D-A654-F44BC7AF4CB0}"/>
          </ac:spMkLst>
        </pc:spChg>
        <pc:spChg chg="add mod">
          <ac:chgData name="André-Guy Bruneau" userId="c9f3b82d5570fc32" providerId="LiveId" clId="{C4496A7D-9A64-4B82-9835-F710A7718518}" dt="2026-09-30T14:01:39.928" v="954"/>
          <ac:spMkLst>
            <pc:docMk/>
            <pc:sldMk cId="0" sldId="262"/>
            <ac:spMk id="46" creationId="{E1E7554A-0DF1-4BAA-8C02-9B4E093F3B89}"/>
          </ac:spMkLst>
        </pc:spChg>
        <pc:spChg chg="add mod">
          <ac:chgData name="André-Guy Bruneau" userId="c9f3b82d5570fc32" providerId="LiveId" clId="{C4496A7D-9A64-4B82-9835-F710A7718518}" dt="2026-09-30T14:01:39.928" v="955"/>
          <ac:spMkLst>
            <pc:docMk/>
            <pc:sldMk cId="0" sldId="262"/>
            <ac:spMk id="47" creationId="{1A9BFA2B-F405-4869-B683-085D9EDCC637}"/>
          </ac:spMkLst>
        </pc:spChg>
        <pc:spChg chg="add mod">
          <ac:chgData name="André-Guy Bruneau" userId="c9f3b82d5570fc32" providerId="LiveId" clId="{C4496A7D-9A64-4B82-9835-F710A7718518}" dt="2026-09-30T14:01:39.928" v="956"/>
          <ac:spMkLst>
            <pc:docMk/>
            <pc:sldMk cId="0" sldId="262"/>
            <ac:spMk id="48" creationId="{A28A5DE0-863E-4160-A194-70E1A036564E}"/>
          </ac:spMkLst>
        </pc:spChg>
        <pc:spChg chg="add mod">
          <ac:chgData name="André-Guy Bruneau" userId="c9f3b82d5570fc32" providerId="LiveId" clId="{C4496A7D-9A64-4B82-9835-F710A7718518}" dt="2026-09-30T14:01:39.928" v="957"/>
          <ac:spMkLst>
            <pc:docMk/>
            <pc:sldMk cId="0" sldId="262"/>
            <ac:spMk id="49" creationId="{08E1BDD2-75F8-4090-9E4B-024F85271C61}"/>
          </ac:spMkLst>
        </pc:spChg>
        <pc:spChg chg="add mod">
          <ac:chgData name="André-Guy Bruneau" userId="c9f3b82d5570fc32" providerId="LiveId" clId="{C4496A7D-9A64-4B82-9835-F710A7718518}" dt="2026-09-30T14:01:39.928" v="958"/>
          <ac:spMkLst>
            <pc:docMk/>
            <pc:sldMk cId="0" sldId="262"/>
            <ac:spMk id="50" creationId="{48937B5E-1291-496C-83B1-FB07C83F3E78}"/>
          </ac:spMkLst>
        </pc:spChg>
        <pc:spChg chg="add mod">
          <ac:chgData name="André-Guy Bruneau" userId="c9f3b82d5570fc32" providerId="LiveId" clId="{C4496A7D-9A64-4B82-9835-F710A7718518}" dt="2026-09-30T14:01:39.928" v="959"/>
          <ac:spMkLst>
            <pc:docMk/>
            <pc:sldMk cId="0" sldId="262"/>
            <ac:spMk id="51" creationId="{59DBE436-A997-4101-8122-8C21BE2A8248}"/>
          </ac:spMkLst>
        </pc:spChg>
        <pc:spChg chg="add mod">
          <ac:chgData name="André-Guy Bruneau" userId="c9f3b82d5570fc32" providerId="LiveId" clId="{C4496A7D-9A64-4B82-9835-F710A7718518}" dt="2026-09-30T14:01:39.928" v="960"/>
          <ac:spMkLst>
            <pc:docMk/>
            <pc:sldMk cId="0" sldId="262"/>
            <ac:spMk id="52" creationId="{9F55C7F2-D56B-49E1-B38A-660C09F4F5E1}"/>
          </ac:spMkLst>
        </pc:spChg>
        <pc:spChg chg="add mod">
          <ac:chgData name="André-Guy Bruneau" userId="c9f3b82d5570fc32" providerId="LiveId" clId="{C4496A7D-9A64-4B82-9835-F710A7718518}" dt="2026-09-30T14:01:39.928" v="961"/>
          <ac:spMkLst>
            <pc:docMk/>
            <pc:sldMk cId="0" sldId="262"/>
            <ac:spMk id="53" creationId="{707F3DD1-97FD-4A3A-BAA1-5DCA6B9756CB}"/>
          </ac:spMkLst>
        </pc:spChg>
        <pc:grpChg chg="add mod">
          <ac:chgData name="André-Guy Bruneau" userId="c9f3b82d5570fc32" providerId="LiveId" clId="{C4496A7D-9A64-4B82-9835-F710A7718518}" dt="2026-09-30T13:59:35.765" v="477"/>
          <ac:grpSpMkLst>
            <pc:docMk/>
            <pc:sldMk cId="0" sldId="262"/>
            <ac:grpSpMk id="54" creationId="{6832472A-46EC-0D4B-C813-9516738730E4}"/>
          </ac:grpSpMkLst>
        </pc:grpChg>
        <pc:grpChg chg="del">
          <ac:chgData name="André-Guy Bruneau" userId="c9f3b82d5570fc32" providerId="LiveId" clId="{C4496A7D-9A64-4B82-9835-F710A7718518}" dt="2026-09-30T13:59:35.753" v="423"/>
          <ac:grpSpMkLst>
            <pc:docMk/>
            <pc:sldMk cId="0" sldId="262"/>
            <ac:grpSpMk id="1007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33" v="974"/>
        <pc:sldMkLst>
          <pc:docMk/>
          <pc:sldMk cId="0" sldId="263"/>
        </pc:sldMkLst>
        <pc:spChg chg="add mod">
          <ac:chgData name="André-Guy Bruneau" userId="c9f3b82d5570fc32" providerId="LiveId" clId="{C4496A7D-9A64-4B82-9835-F710A7718518}" dt="2026-09-30T14:01:39.928" v="962"/>
          <ac:spMkLst>
            <pc:docMk/>
            <pc:sldMk cId="0" sldId="263"/>
            <ac:spMk id="39" creationId="{8805EEEC-A38A-46DD-A427-718D38AE64D0}"/>
          </ac:spMkLst>
        </pc:spChg>
        <pc:spChg chg="add mod">
          <ac:chgData name="André-Guy Bruneau" userId="c9f3b82d5570fc32" providerId="LiveId" clId="{C4496A7D-9A64-4B82-9835-F710A7718518}" dt="2026-09-30T14:01:39.928" v="963"/>
          <ac:spMkLst>
            <pc:docMk/>
            <pc:sldMk cId="0" sldId="263"/>
            <ac:spMk id="40" creationId="{4BD1AC2E-2F49-476E-A02B-2DBAD0FB1215}"/>
          </ac:spMkLst>
        </pc:spChg>
        <pc:spChg chg="add mod">
          <ac:chgData name="André-Guy Bruneau" userId="c9f3b82d5570fc32" providerId="LiveId" clId="{C4496A7D-9A64-4B82-9835-F710A7718518}" dt="2026-09-30T14:01:39.928" v="964"/>
          <ac:spMkLst>
            <pc:docMk/>
            <pc:sldMk cId="0" sldId="263"/>
            <ac:spMk id="41" creationId="{8F1F9EF4-6401-41B6-B6E9-C20A067A5A42}"/>
          </ac:spMkLst>
        </pc:spChg>
        <pc:spChg chg="add mod">
          <ac:chgData name="André-Guy Bruneau" userId="c9f3b82d5570fc32" providerId="LiveId" clId="{C4496A7D-9A64-4B82-9835-F710A7718518}" dt="2026-09-30T14:01:39.932" v="965"/>
          <ac:spMkLst>
            <pc:docMk/>
            <pc:sldMk cId="0" sldId="263"/>
            <ac:spMk id="42" creationId="{FD171E53-24EC-4B96-8FEA-FE3BFCD3C75E}"/>
          </ac:spMkLst>
        </pc:spChg>
        <pc:spChg chg="add mod">
          <ac:chgData name="André-Guy Bruneau" userId="c9f3b82d5570fc32" providerId="LiveId" clId="{C4496A7D-9A64-4B82-9835-F710A7718518}" dt="2026-09-30T14:01:39.932" v="966"/>
          <ac:spMkLst>
            <pc:docMk/>
            <pc:sldMk cId="0" sldId="263"/>
            <ac:spMk id="43" creationId="{0CEE39E4-B5D9-4161-8656-D544CF3A0906}"/>
          </ac:spMkLst>
        </pc:spChg>
        <pc:spChg chg="add mod">
          <ac:chgData name="André-Guy Bruneau" userId="c9f3b82d5570fc32" providerId="LiveId" clId="{C4496A7D-9A64-4B82-9835-F710A7718518}" dt="2026-09-30T14:01:39.932" v="967"/>
          <ac:spMkLst>
            <pc:docMk/>
            <pc:sldMk cId="0" sldId="263"/>
            <ac:spMk id="44" creationId="{07156EAE-4AB2-4384-9CC1-04EF3F08CAE1}"/>
          </ac:spMkLst>
        </pc:spChg>
        <pc:spChg chg="add mod">
          <ac:chgData name="André-Guy Bruneau" userId="c9f3b82d5570fc32" providerId="LiveId" clId="{C4496A7D-9A64-4B82-9835-F710A7718518}" dt="2026-09-30T14:01:39.932" v="968"/>
          <ac:spMkLst>
            <pc:docMk/>
            <pc:sldMk cId="0" sldId="263"/>
            <ac:spMk id="45" creationId="{E4D2804C-B471-4610-BC0B-35D8F70B453B}"/>
          </ac:spMkLst>
        </pc:spChg>
        <pc:spChg chg="add mod">
          <ac:chgData name="André-Guy Bruneau" userId="c9f3b82d5570fc32" providerId="LiveId" clId="{C4496A7D-9A64-4B82-9835-F710A7718518}" dt="2026-09-30T14:01:39.933" v="969"/>
          <ac:spMkLst>
            <pc:docMk/>
            <pc:sldMk cId="0" sldId="263"/>
            <ac:spMk id="46" creationId="{F07C284B-1BE4-4D6F-8C2A-885B81004A7E}"/>
          </ac:spMkLst>
        </pc:spChg>
        <pc:spChg chg="add mod">
          <ac:chgData name="André-Guy Bruneau" userId="c9f3b82d5570fc32" providerId="LiveId" clId="{C4496A7D-9A64-4B82-9835-F710A7718518}" dt="2026-09-30T14:01:39.933" v="970"/>
          <ac:spMkLst>
            <pc:docMk/>
            <pc:sldMk cId="0" sldId="263"/>
            <ac:spMk id="47" creationId="{289B4EDA-B9FE-46E3-BBE3-C0A2D22AA4C1}"/>
          </ac:spMkLst>
        </pc:spChg>
        <pc:spChg chg="add mod">
          <ac:chgData name="André-Guy Bruneau" userId="c9f3b82d5570fc32" providerId="LiveId" clId="{C4496A7D-9A64-4B82-9835-F710A7718518}" dt="2026-09-30T14:01:39.933" v="971"/>
          <ac:spMkLst>
            <pc:docMk/>
            <pc:sldMk cId="0" sldId="263"/>
            <ac:spMk id="48" creationId="{2045DC53-7109-4BF3-82CA-9F54449F32B1}"/>
          </ac:spMkLst>
        </pc:spChg>
        <pc:spChg chg="add mod">
          <ac:chgData name="André-Guy Bruneau" userId="c9f3b82d5570fc32" providerId="LiveId" clId="{C4496A7D-9A64-4B82-9835-F710A7718518}" dt="2026-09-30T14:01:39.933" v="972"/>
          <ac:spMkLst>
            <pc:docMk/>
            <pc:sldMk cId="0" sldId="263"/>
            <ac:spMk id="49" creationId="{C4B77C7C-7F07-4259-BA90-70F9A153F8CB}"/>
          </ac:spMkLst>
        </pc:spChg>
        <pc:spChg chg="add mod">
          <ac:chgData name="André-Guy Bruneau" userId="c9f3b82d5570fc32" providerId="LiveId" clId="{C4496A7D-9A64-4B82-9835-F710A7718518}" dt="2026-09-30T14:01:39.933" v="973"/>
          <ac:spMkLst>
            <pc:docMk/>
            <pc:sldMk cId="0" sldId="263"/>
            <ac:spMk id="50" creationId="{CE261691-0102-4F38-8A01-F3D4BF634209}"/>
          </ac:spMkLst>
        </pc:spChg>
        <pc:spChg chg="add mod">
          <ac:chgData name="André-Guy Bruneau" userId="c9f3b82d5570fc32" providerId="LiveId" clId="{C4496A7D-9A64-4B82-9835-F710A7718518}" dt="2026-09-30T14:01:39.933" v="974"/>
          <ac:spMkLst>
            <pc:docMk/>
            <pc:sldMk cId="0" sldId="263"/>
            <ac:spMk id="51" creationId="{DF3DBF84-2B68-443E-BA05-04D1262A88AF}"/>
          </ac:spMkLst>
        </pc:spChg>
        <pc:grpChg chg="add mod">
          <ac:chgData name="André-Guy Bruneau" userId="c9f3b82d5570fc32" providerId="LiveId" clId="{C4496A7D-9A64-4B82-9835-F710A7718518}" dt="2026-09-30T13:59:35.775" v="532"/>
          <ac:grpSpMkLst>
            <pc:docMk/>
            <pc:sldMk cId="0" sldId="263"/>
            <ac:grpSpMk id="52" creationId="{B9FD6872-4A97-828E-2917-9F0B5626B23D}"/>
          </ac:grpSpMkLst>
        </pc:grpChg>
        <pc:grpChg chg="del">
          <ac:chgData name="André-Guy Bruneau" userId="c9f3b82d5570fc32" providerId="LiveId" clId="{C4496A7D-9A64-4B82-9835-F710A7718518}" dt="2026-09-30T13:59:35.765" v="478"/>
          <ac:grpSpMkLst>
            <pc:docMk/>
            <pc:sldMk cId="0" sldId="263"/>
            <ac:grpSpMk id="1008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37" v="987"/>
        <pc:sldMkLst>
          <pc:docMk/>
          <pc:sldMk cId="0" sldId="264"/>
        </pc:sldMkLst>
        <pc:spChg chg="add mod">
          <ac:chgData name="André-Guy Bruneau" userId="c9f3b82d5570fc32" providerId="LiveId" clId="{C4496A7D-9A64-4B82-9835-F710A7718518}" dt="2026-09-30T14:01:39.933" v="975"/>
          <ac:spMkLst>
            <pc:docMk/>
            <pc:sldMk cId="0" sldId="264"/>
            <ac:spMk id="47" creationId="{8CF8E359-0A0E-43E6-A521-ABC8B876568F}"/>
          </ac:spMkLst>
        </pc:spChg>
        <pc:spChg chg="add mod">
          <ac:chgData name="André-Guy Bruneau" userId="c9f3b82d5570fc32" providerId="LiveId" clId="{C4496A7D-9A64-4B82-9835-F710A7718518}" dt="2026-09-30T14:01:39.933" v="976"/>
          <ac:spMkLst>
            <pc:docMk/>
            <pc:sldMk cId="0" sldId="264"/>
            <ac:spMk id="48" creationId="{B682DF9C-E3B3-40AE-A54B-A5D4FF6B96A7}"/>
          </ac:spMkLst>
        </pc:spChg>
        <pc:spChg chg="add mod">
          <ac:chgData name="André-Guy Bruneau" userId="c9f3b82d5570fc32" providerId="LiveId" clId="{C4496A7D-9A64-4B82-9835-F710A7718518}" dt="2026-09-30T14:01:39.933" v="977"/>
          <ac:spMkLst>
            <pc:docMk/>
            <pc:sldMk cId="0" sldId="264"/>
            <ac:spMk id="49" creationId="{D9B5DD69-B3A5-4D1C-B406-AA55F1E1ED8B}"/>
          </ac:spMkLst>
        </pc:spChg>
        <pc:spChg chg="add mod">
          <ac:chgData name="André-Guy Bruneau" userId="c9f3b82d5570fc32" providerId="LiveId" clId="{C4496A7D-9A64-4B82-9835-F710A7718518}" dt="2026-09-30T14:01:39.935" v="978"/>
          <ac:spMkLst>
            <pc:docMk/>
            <pc:sldMk cId="0" sldId="264"/>
            <ac:spMk id="50" creationId="{F231A380-58C1-4711-B05A-0A2487B72DCE}"/>
          </ac:spMkLst>
        </pc:spChg>
        <pc:spChg chg="add mod">
          <ac:chgData name="André-Guy Bruneau" userId="c9f3b82d5570fc32" providerId="LiveId" clId="{C4496A7D-9A64-4B82-9835-F710A7718518}" dt="2026-09-30T14:01:39.935" v="979"/>
          <ac:spMkLst>
            <pc:docMk/>
            <pc:sldMk cId="0" sldId="264"/>
            <ac:spMk id="51" creationId="{2093E53A-32E2-401D-B879-68393F6C425C}"/>
          </ac:spMkLst>
        </pc:spChg>
        <pc:spChg chg="add mod">
          <ac:chgData name="André-Guy Bruneau" userId="c9f3b82d5570fc32" providerId="LiveId" clId="{C4496A7D-9A64-4B82-9835-F710A7718518}" dt="2026-09-30T14:01:39.935" v="980"/>
          <ac:spMkLst>
            <pc:docMk/>
            <pc:sldMk cId="0" sldId="264"/>
            <ac:spMk id="52" creationId="{CC08D6CA-4EAC-495C-B0E8-F490A435F757}"/>
          </ac:spMkLst>
        </pc:spChg>
        <pc:spChg chg="add mod">
          <ac:chgData name="André-Guy Bruneau" userId="c9f3b82d5570fc32" providerId="LiveId" clId="{C4496A7D-9A64-4B82-9835-F710A7718518}" dt="2026-09-30T14:01:39.935" v="981"/>
          <ac:spMkLst>
            <pc:docMk/>
            <pc:sldMk cId="0" sldId="264"/>
            <ac:spMk id="53" creationId="{434A8EB2-FF73-436E-96CC-046EBE2A0D9F}"/>
          </ac:spMkLst>
        </pc:spChg>
        <pc:spChg chg="add mod">
          <ac:chgData name="André-Guy Bruneau" userId="c9f3b82d5570fc32" providerId="LiveId" clId="{C4496A7D-9A64-4B82-9835-F710A7718518}" dt="2026-09-30T14:01:39.935" v="982"/>
          <ac:spMkLst>
            <pc:docMk/>
            <pc:sldMk cId="0" sldId="264"/>
            <ac:spMk id="54" creationId="{DECCB756-E482-4F33-B76A-4CA859387993}"/>
          </ac:spMkLst>
        </pc:spChg>
        <pc:spChg chg="add mod">
          <ac:chgData name="André-Guy Bruneau" userId="c9f3b82d5570fc32" providerId="LiveId" clId="{C4496A7D-9A64-4B82-9835-F710A7718518}" dt="2026-09-30T14:01:39.935" v="983"/>
          <ac:spMkLst>
            <pc:docMk/>
            <pc:sldMk cId="0" sldId="264"/>
            <ac:spMk id="55" creationId="{8FF8A299-7F0B-4FFC-9FB9-6D4D79BEBD81}"/>
          </ac:spMkLst>
        </pc:spChg>
        <pc:spChg chg="add mod">
          <ac:chgData name="André-Guy Bruneau" userId="c9f3b82d5570fc32" providerId="LiveId" clId="{C4496A7D-9A64-4B82-9835-F710A7718518}" dt="2026-09-30T14:01:39.935" v="984"/>
          <ac:spMkLst>
            <pc:docMk/>
            <pc:sldMk cId="0" sldId="264"/>
            <ac:spMk id="56" creationId="{0314A12B-EC37-4C97-947D-7127AC263BA4}"/>
          </ac:spMkLst>
        </pc:spChg>
        <pc:spChg chg="add mod">
          <ac:chgData name="André-Guy Bruneau" userId="c9f3b82d5570fc32" providerId="LiveId" clId="{C4496A7D-9A64-4B82-9835-F710A7718518}" dt="2026-09-30T14:01:39.935" v="985"/>
          <ac:spMkLst>
            <pc:docMk/>
            <pc:sldMk cId="0" sldId="264"/>
            <ac:spMk id="57" creationId="{05E660CD-D42B-4185-8EDC-E833C27FAF4E}"/>
          </ac:spMkLst>
        </pc:spChg>
        <pc:spChg chg="add mod">
          <ac:chgData name="André-Guy Bruneau" userId="c9f3b82d5570fc32" providerId="LiveId" clId="{C4496A7D-9A64-4B82-9835-F710A7718518}" dt="2026-09-30T14:01:39.935" v="986"/>
          <ac:spMkLst>
            <pc:docMk/>
            <pc:sldMk cId="0" sldId="264"/>
            <ac:spMk id="58" creationId="{D72893B2-734C-4D20-A58A-8D61262E2F2B}"/>
          </ac:spMkLst>
        </pc:spChg>
        <pc:spChg chg="add mod">
          <ac:chgData name="André-Guy Bruneau" userId="c9f3b82d5570fc32" providerId="LiveId" clId="{C4496A7D-9A64-4B82-9835-F710A7718518}" dt="2026-09-30T14:01:39.937" v="987"/>
          <ac:spMkLst>
            <pc:docMk/>
            <pc:sldMk cId="0" sldId="264"/>
            <ac:spMk id="59" creationId="{0AD8E088-68F5-4F76-B037-B3809529EAED}"/>
          </ac:spMkLst>
        </pc:spChg>
        <pc:grpChg chg="add mod">
          <ac:chgData name="André-Guy Bruneau" userId="c9f3b82d5570fc32" providerId="LiveId" clId="{C4496A7D-9A64-4B82-9835-F710A7718518}" dt="2026-09-30T13:59:35.783" v="587"/>
          <ac:grpSpMkLst>
            <pc:docMk/>
            <pc:sldMk cId="0" sldId="264"/>
            <ac:grpSpMk id="60" creationId="{643CDF14-D799-7D44-7688-459FD6BFE3E9}"/>
          </ac:grpSpMkLst>
        </pc:grpChg>
        <pc:grpChg chg="del">
          <ac:chgData name="André-Guy Bruneau" userId="c9f3b82d5570fc32" providerId="LiveId" clId="{C4496A7D-9A64-4B82-9835-F710A7718518}" dt="2026-09-30T13:59:35.775" v="533"/>
          <ac:grpSpMkLst>
            <pc:docMk/>
            <pc:sldMk cId="0" sldId="264"/>
            <ac:grpSpMk id="1009" creationId="{00000000-0000-0000-0000-000000000000}"/>
          </ac:grpSpMkLst>
        </pc:grpChg>
      </pc:sldChg>
      <pc:sldChg chg="addSp delSp modSp mod">
        <pc:chgData name="André-Guy Bruneau" userId="c9f3b82d5570fc32" providerId="LiveId" clId="{C4496A7D-9A64-4B82-9835-F710A7718518}" dt="2026-09-30T14:01:39.937" v="1000"/>
        <pc:sldMkLst>
          <pc:docMk/>
          <pc:sldMk cId="0" sldId="265"/>
        </pc:sldMkLst>
        <pc:spChg chg="add mod">
          <ac:chgData name="André-Guy Bruneau" userId="c9f3b82d5570fc32" providerId="LiveId" clId="{C4496A7D-9A64-4B82-9835-F710A7718518}" dt="2026-09-30T14:01:39.937" v="988"/>
          <ac:spMkLst>
            <pc:docMk/>
            <pc:sldMk cId="0" sldId="265"/>
            <ac:spMk id="39" creationId="{FB675B45-C906-4E5A-94FD-8851171AE3C8}"/>
          </ac:spMkLst>
        </pc:spChg>
        <pc:spChg chg="add mod">
          <ac:chgData name="André-Guy Bruneau" userId="c9f3b82d5570fc32" providerId="LiveId" clId="{C4496A7D-9A64-4B82-9835-F710A7718518}" dt="2026-09-30T14:01:39.937" v="989"/>
          <ac:spMkLst>
            <pc:docMk/>
            <pc:sldMk cId="0" sldId="265"/>
            <ac:spMk id="40" creationId="{DF55F91E-49CE-444A-A4E1-7B81A3D5CE81}"/>
          </ac:spMkLst>
        </pc:spChg>
        <pc:spChg chg="add mod">
          <ac:chgData name="André-Guy Bruneau" userId="c9f3b82d5570fc32" providerId="LiveId" clId="{C4496A7D-9A64-4B82-9835-F710A7718518}" dt="2026-09-30T14:01:39.937" v="990"/>
          <ac:spMkLst>
            <pc:docMk/>
            <pc:sldMk cId="0" sldId="265"/>
            <ac:spMk id="41" creationId="{03F1A9A2-93CD-4B84-AF64-CAB5D629D392}"/>
          </ac:spMkLst>
        </pc:spChg>
        <pc:spChg chg="add mod">
          <ac:chgData name="André-Guy Bruneau" userId="c9f3b82d5570fc32" providerId="LiveId" clId="{C4496A7D-9A64-4B82-9835-F710A7718518}" dt="2026-09-30T14:01:39.937" v="991"/>
          <ac:spMkLst>
            <pc:docMk/>
            <pc:sldMk cId="0" sldId="265"/>
            <ac:spMk id="42" creationId="{C3889FBA-445B-485E-86DD-1309EE1D78BA}"/>
          </ac:spMkLst>
        </pc:spChg>
        <pc:spChg chg="add mod">
          <ac:chgData name="André-Guy Bruneau" userId="c9f3b82d5570fc32" providerId="LiveId" clId="{C4496A7D-9A64-4B82-9835-F710A7718518}" dt="2026-09-30T14:01:39.937" v="992"/>
          <ac:spMkLst>
            <pc:docMk/>
            <pc:sldMk cId="0" sldId="265"/>
            <ac:spMk id="43" creationId="{A5B3AEA1-957B-4F62-9778-4E875B0FBF54}"/>
          </ac:spMkLst>
        </pc:spChg>
        <pc:spChg chg="add mod">
          <ac:chgData name="André-Guy Bruneau" userId="c9f3b82d5570fc32" providerId="LiveId" clId="{C4496A7D-9A64-4B82-9835-F710A7718518}" dt="2026-09-30T14:01:39.937" v="993"/>
          <ac:spMkLst>
            <pc:docMk/>
            <pc:sldMk cId="0" sldId="265"/>
            <ac:spMk id="44" creationId="{255676E1-794D-49E6-947D-70284B243D11}"/>
          </ac:spMkLst>
        </pc:spChg>
        <pc:spChg chg="add mod">
          <ac:chgData name="André-Guy Bruneau" userId="c9f3b82d5570fc32" providerId="LiveId" clId="{C4496A7D-9A64-4B82-9835-F710A7718518}" dt="2026-09-30T14:01:39.937" v="994"/>
          <ac:spMkLst>
            <pc:docMk/>
            <pc:sldMk cId="0" sldId="265"/>
            <ac:spMk id="45" creationId="{2D46A7B5-C8DD-4032-8F5E-81AA16061683}"/>
          </ac:spMkLst>
        </pc:spChg>
        <pc:spChg chg="add mod">
          <ac:chgData name="André-Guy Bruneau" userId="c9f3b82d5570fc32" providerId="LiveId" clId="{C4496A7D-9A64-4B82-9835-F710A7718518}" dt="2026-09-30T14:01:39.937" v="995"/>
          <ac:spMkLst>
            <pc:docMk/>
            <pc:sldMk cId="0" sldId="265"/>
            <ac:spMk id="46" creationId="{43C00C98-853D-4007-8966-FF52B8A6C9D0}"/>
          </ac:spMkLst>
        </pc:spChg>
        <pc:spChg chg="add mod">
          <ac:chgData name="André-Guy Bruneau" userId="c9f3b82d5570fc32" providerId="LiveId" clId="{C4496A7D-9A64-4B82-9835-F710A7718518}" dt="2026-09-30T14:01:39.937" v="996"/>
          <ac:spMkLst>
            <pc:docMk/>
            <pc:sldMk cId="0" sldId="265"/>
            <ac:spMk id="47" creationId="{C7FF4EFF-DB8A-4E7F-A6B0-DF05022AE9F5}"/>
          </ac:spMkLst>
        </pc:spChg>
        <pc:spChg chg="add mod">
          <ac:chgData name="André-Guy Bruneau" userId="c9f3b82d5570fc32" providerId="LiveId" clId="{C4496A7D-9A64-4B82-9835-F710A7718518}" dt="2026-09-30T14:01:39.937" v="997"/>
          <ac:spMkLst>
            <pc:docMk/>
            <pc:sldMk cId="0" sldId="265"/>
            <ac:spMk id="48" creationId="{44670D04-632B-40C4-A4C3-AD5383098334}"/>
          </ac:spMkLst>
        </pc:spChg>
        <pc:spChg chg="add mod">
          <ac:chgData name="André-Guy Bruneau" userId="c9f3b82d5570fc32" providerId="LiveId" clId="{C4496A7D-9A64-4B82-9835-F710A7718518}" dt="2026-09-30T14:01:39.937" v="998"/>
          <ac:spMkLst>
            <pc:docMk/>
            <pc:sldMk cId="0" sldId="265"/>
            <ac:spMk id="49" creationId="{9B89C144-60C8-4DC5-916C-FE932B2C087F}"/>
          </ac:spMkLst>
        </pc:spChg>
        <pc:spChg chg="add mod">
          <ac:chgData name="André-Guy Bruneau" userId="c9f3b82d5570fc32" providerId="LiveId" clId="{C4496A7D-9A64-4B82-9835-F710A7718518}" dt="2026-09-30T14:01:39.937" v="999"/>
          <ac:spMkLst>
            <pc:docMk/>
            <pc:sldMk cId="0" sldId="265"/>
            <ac:spMk id="50" creationId="{99544B96-4A67-432B-9CEF-6C98AB92C1E6}"/>
          </ac:spMkLst>
        </pc:spChg>
        <pc:spChg chg="add mod">
          <ac:chgData name="André-Guy Bruneau" userId="c9f3b82d5570fc32" providerId="LiveId" clId="{C4496A7D-9A64-4B82-9835-F710A7718518}" dt="2026-09-30T14:01:39.937" v="1000"/>
          <ac:spMkLst>
            <pc:docMk/>
            <pc:sldMk cId="0" sldId="265"/>
            <ac:spMk id="51" creationId="{65EB4BB1-889F-486A-854C-C5606D3C07FC}"/>
          </ac:spMkLst>
        </pc:spChg>
        <pc:grpChg chg="add mod">
          <ac:chgData name="André-Guy Bruneau" userId="c9f3b82d5570fc32" providerId="LiveId" clId="{C4496A7D-9A64-4B82-9835-F710A7718518}" dt="2026-09-30T13:59:35.795" v="642"/>
          <ac:grpSpMkLst>
            <pc:docMk/>
            <pc:sldMk cId="0" sldId="265"/>
            <ac:grpSpMk id="52" creationId="{8731F237-B8DD-5BC3-1FDC-2419887AAFF7}"/>
          </ac:grpSpMkLst>
        </pc:grpChg>
        <pc:grpChg chg="del">
          <ac:chgData name="André-Guy Bruneau" userId="c9f3b82d5570fc32" providerId="LiveId" clId="{C4496A7D-9A64-4B82-9835-F710A7718518}" dt="2026-09-30T13:59:35.787" v="588"/>
          <ac:grpSpMkLst>
            <pc:docMk/>
            <pc:sldMk cId="0" sldId="265"/>
            <ac:grpSpMk id="1010" creationId="{00000000-0000-0000-0000-000000000000}"/>
          </ac:grpSpMkLst>
        </pc:grpChg>
      </pc:sldChg>
      <pc:sldChg chg="addSp delSp modSp del mod">
        <pc:chgData name="André-Guy Bruneau" userId="c9f3b82d5570fc32" providerId="LiveId" clId="{C4496A7D-9A64-4B82-9835-F710A7718518}" dt="2026-09-30T13:17:14.814" v="12"/>
        <pc:sldMkLst>
          <pc:docMk/>
          <pc:sldMk cId="0" sldId="266"/>
        </pc:sldMkLst>
        <pc:spChg chg="add del mod">
          <ac:chgData name="André-Guy Bruneau" userId="c9f3b82d5570fc32" providerId="LiveId" clId="{C4496A7D-9A64-4B82-9835-F710A7718518}" dt="2026-09-30T13:16:14.620" v="2"/>
          <ac:spMkLst>
            <pc:docMk/>
            <pc:sldMk cId="0" sldId="266"/>
            <ac:spMk id="20" creationId="{8F259AAA-D81E-AEA1-D0CE-82D822F0195F}"/>
          </ac:spMkLst>
        </pc:spChg>
        <pc:picChg chg="del">
          <ac:chgData name="André-Guy Bruneau" userId="c9f3b82d5570fc32" providerId="LiveId" clId="{C4496A7D-9A64-4B82-9835-F710A7718518}" dt="2026-09-30T13:16:18.694" v="5" actId="478"/>
          <ac:picMkLst>
            <pc:docMk/>
            <pc:sldMk cId="0" sldId="266"/>
            <ac:picMk id="7" creationId="{00000000-0000-0000-0000-000000000000}"/>
          </ac:picMkLst>
        </pc:picChg>
        <pc:picChg chg="add mod">
          <ac:chgData name="André-Guy Bruneau" userId="c9f3b82d5570fc32" providerId="LiveId" clId="{C4496A7D-9A64-4B82-9835-F710A7718518}" dt="2026-09-30T13:16:30.914" v="10" actId="1076"/>
          <ac:picMkLst>
            <pc:docMk/>
            <pc:sldMk cId="0" sldId="266"/>
            <ac:picMk id="21" creationId="{985A64D6-6A44-6121-75FC-921BEAB2605B}"/>
          </ac:picMkLst>
        </pc:picChg>
      </pc:sldChg>
      <pc:sldChg chg="addSp delSp modSp add mod">
        <pc:chgData name="André-Guy Bruneau" userId="c9f3b82d5570fc32" providerId="LiveId" clId="{C4496A7D-9A64-4B82-9835-F710A7718518}" dt="2026-09-30T14:01:39.945" v="1026"/>
        <pc:sldMkLst>
          <pc:docMk/>
          <pc:sldMk cId="4079065204" sldId="267"/>
        </pc:sldMkLst>
        <pc:spChg chg="mod">
          <ac:chgData name="André-Guy Bruneau" userId="c9f3b82d5570fc32" providerId="LiveId" clId="{C4496A7D-9A64-4B82-9835-F710A7718518}" dt="2026-09-30T14:00:55.672" v="855" actId="6549"/>
          <ac:spMkLst>
            <pc:docMk/>
            <pc:sldMk cId="4079065204" sldId="267"/>
            <ac:spMk id="3" creationId="{00000000-0000-0000-0000-000000000000}"/>
          </ac:spMkLst>
        </pc:spChg>
        <pc:spChg chg="del">
          <ac:chgData name="André-Guy Bruneau" userId="c9f3b82d5570fc32" providerId="LiveId" clId="{C4496A7D-9A64-4B82-9835-F710A7718518}" dt="2026-09-30T14:01:01.142" v="856" actId="478"/>
          <ac:spMkLst>
            <pc:docMk/>
            <pc:sldMk cId="4079065204" sldId="267"/>
            <ac:spMk id="4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30T14:01:39.942" v="1014"/>
          <ac:spMkLst>
            <pc:docMk/>
            <pc:sldMk cId="4079065204" sldId="267"/>
            <ac:spMk id="7" creationId="{01661079-2BDF-4745-B058-5F457ED2C3B4}"/>
          </ac:spMkLst>
        </pc:spChg>
        <pc:spChg chg="add mod">
          <ac:chgData name="André-Guy Bruneau" userId="c9f3b82d5570fc32" providerId="LiveId" clId="{C4496A7D-9A64-4B82-9835-F710A7718518}" dt="2026-09-30T14:01:39.942" v="1015"/>
          <ac:spMkLst>
            <pc:docMk/>
            <pc:sldMk cId="4079065204" sldId="267"/>
            <ac:spMk id="20" creationId="{D42F89E9-40D7-4D90-B5E4-06D7C50DAC56}"/>
          </ac:spMkLst>
        </pc:spChg>
        <pc:spChg chg="add mod">
          <ac:chgData name="André-Guy Bruneau" userId="c9f3b82d5570fc32" providerId="LiveId" clId="{C4496A7D-9A64-4B82-9835-F710A7718518}" dt="2026-09-30T14:01:39.942" v="1016"/>
          <ac:spMkLst>
            <pc:docMk/>
            <pc:sldMk cId="4079065204" sldId="267"/>
            <ac:spMk id="22" creationId="{65DF7894-4440-4CB7-A8E9-229B7D2FD94C}"/>
          </ac:spMkLst>
        </pc:spChg>
        <pc:spChg chg="add mod">
          <ac:chgData name="André-Guy Bruneau" userId="c9f3b82d5570fc32" providerId="LiveId" clId="{C4496A7D-9A64-4B82-9835-F710A7718518}" dt="2026-09-30T14:01:39.942" v="1017"/>
          <ac:spMkLst>
            <pc:docMk/>
            <pc:sldMk cId="4079065204" sldId="267"/>
            <ac:spMk id="23" creationId="{DCB81A21-02F8-4B95-9C34-898961CA6745}"/>
          </ac:spMkLst>
        </pc:spChg>
        <pc:spChg chg="add mod">
          <ac:chgData name="André-Guy Bruneau" userId="c9f3b82d5570fc32" providerId="LiveId" clId="{C4496A7D-9A64-4B82-9835-F710A7718518}" dt="2026-09-30T14:01:39.942" v="1018"/>
          <ac:spMkLst>
            <pc:docMk/>
            <pc:sldMk cId="4079065204" sldId="267"/>
            <ac:spMk id="24" creationId="{AF007710-8E4B-4C47-B333-7D2E49399178}"/>
          </ac:spMkLst>
        </pc:spChg>
        <pc:spChg chg="add mod">
          <ac:chgData name="André-Guy Bruneau" userId="c9f3b82d5570fc32" providerId="LiveId" clId="{C4496A7D-9A64-4B82-9835-F710A7718518}" dt="2026-09-30T14:01:39.942" v="1019"/>
          <ac:spMkLst>
            <pc:docMk/>
            <pc:sldMk cId="4079065204" sldId="267"/>
            <ac:spMk id="25" creationId="{A4AADDE2-1E94-4F4A-9ACB-8670615A4E37}"/>
          </ac:spMkLst>
        </pc:spChg>
        <pc:spChg chg="add mod">
          <ac:chgData name="André-Guy Bruneau" userId="c9f3b82d5570fc32" providerId="LiveId" clId="{C4496A7D-9A64-4B82-9835-F710A7718518}" dt="2026-09-30T14:01:39.942" v="1020"/>
          <ac:spMkLst>
            <pc:docMk/>
            <pc:sldMk cId="4079065204" sldId="267"/>
            <ac:spMk id="26" creationId="{B7E30EBD-4A89-4072-BEE5-742C99C604EE}"/>
          </ac:spMkLst>
        </pc:spChg>
        <pc:spChg chg="add mod">
          <ac:chgData name="André-Guy Bruneau" userId="c9f3b82d5570fc32" providerId="LiveId" clId="{C4496A7D-9A64-4B82-9835-F710A7718518}" dt="2026-09-30T14:01:39.942" v="1021"/>
          <ac:spMkLst>
            <pc:docMk/>
            <pc:sldMk cId="4079065204" sldId="267"/>
            <ac:spMk id="27" creationId="{1212E819-AE92-459B-9819-9148B3219F9A}"/>
          </ac:spMkLst>
        </pc:spChg>
        <pc:spChg chg="add mod">
          <ac:chgData name="André-Guy Bruneau" userId="c9f3b82d5570fc32" providerId="LiveId" clId="{C4496A7D-9A64-4B82-9835-F710A7718518}" dt="2026-09-30T14:01:39.942" v="1022"/>
          <ac:spMkLst>
            <pc:docMk/>
            <pc:sldMk cId="4079065204" sldId="267"/>
            <ac:spMk id="28" creationId="{2E1EB68E-F50D-4753-A0C2-88705496ABDA}"/>
          </ac:spMkLst>
        </pc:spChg>
        <pc:spChg chg="add mod">
          <ac:chgData name="André-Guy Bruneau" userId="c9f3b82d5570fc32" providerId="LiveId" clId="{C4496A7D-9A64-4B82-9835-F710A7718518}" dt="2026-09-30T14:01:39.942" v="1023"/>
          <ac:spMkLst>
            <pc:docMk/>
            <pc:sldMk cId="4079065204" sldId="267"/>
            <ac:spMk id="29" creationId="{2964979C-5A00-4998-8C2F-038C89FFDEEA}"/>
          </ac:spMkLst>
        </pc:spChg>
        <pc:spChg chg="add mod">
          <ac:chgData name="André-Guy Bruneau" userId="c9f3b82d5570fc32" providerId="LiveId" clId="{C4496A7D-9A64-4B82-9835-F710A7718518}" dt="2026-09-30T14:01:39.945" v="1024"/>
          <ac:spMkLst>
            <pc:docMk/>
            <pc:sldMk cId="4079065204" sldId="267"/>
            <ac:spMk id="30" creationId="{CBC5EE45-D370-4C64-94E1-2EDBBB336C65}"/>
          </ac:spMkLst>
        </pc:spChg>
        <pc:spChg chg="add mod">
          <ac:chgData name="André-Guy Bruneau" userId="c9f3b82d5570fc32" providerId="LiveId" clId="{C4496A7D-9A64-4B82-9835-F710A7718518}" dt="2026-09-30T14:01:39.945" v="1025"/>
          <ac:spMkLst>
            <pc:docMk/>
            <pc:sldMk cId="4079065204" sldId="267"/>
            <ac:spMk id="31" creationId="{A6E15103-1131-4E69-A2B8-C2AFAE371789}"/>
          </ac:spMkLst>
        </pc:spChg>
        <pc:spChg chg="add mod">
          <ac:chgData name="André-Guy Bruneau" userId="c9f3b82d5570fc32" providerId="LiveId" clId="{C4496A7D-9A64-4B82-9835-F710A7718518}" dt="2026-09-30T14:01:39.945" v="1026"/>
          <ac:spMkLst>
            <pc:docMk/>
            <pc:sldMk cId="4079065204" sldId="267"/>
            <ac:spMk id="32" creationId="{B23EBD94-D213-4314-A28C-C64FD6D26EAB}"/>
          </ac:spMkLst>
        </pc:spChg>
        <pc:grpChg chg="add mod">
          <ac:chgData name="André-Guy Bruneau" userId="c9f3b82d5570fc32" providerId="LiveId" clId="{C4496A7D-9A64-4B82-9835-F710A7718518}" dt="2026-09-30T13:59:35.807" v="697"/>
          <ac:grpSpMkLst>
            <pc:docMk/>
            <pc:sldMk cId="4079065204" sldId="267"/>
            <ac:grpSpMk id="33" creationId="{BB9DAB09-E1E3-8358-8A6B-49E652740C3E}"/>
          </ac:grpSpMkLst>
        </pc:grpChg>
        <pc:grpChg chg="del">
          <ac:chgData name="André-Guy Bruneau" userId="c9f3b82d5570fc32" providerId="LiveId" clId="{C4496A7D-9A64-4B82-9835-F710A7718518}" dt="2026-09-30T13:59:35.795" v="643"/>
          <ac:grpSpMkLst>
            <pc:docMk/>
            <pc:sldMk cId="4079065204" sldId="267"/>
            <ac:grpSpMk id="1011" creationId="{00000000-0000-0000-0000-000000000000}"/>
          </ac:grpSpMkLst>
        </pc:grpChg>
      </pc:sldChg>
      <pc:sldChg chg="addSp delSp modSp add del mod setBg">
        <pc:chgData name="André-Guy Bruneau" userId="c9f3b82d5570fc32" providerId="LiveId" clId="{C4496A7D-9A64-4B82-9835-F710A7718518}" dt="2026-09-30T13:54:37.836" v="34" actId="47"/>
        <pc:sldMkLst>
          <pc:docMk/>
          <pc:sldMk cId="1503508383" sldId="268"/>
        </pc:sldMkLst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" creationId="{DC2505FB-BFD1-5E18-411B-262AD56CDB1C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5" creationId="{0C61188A-34DD-4896-36BA-97B9973FAE9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6" creationId="{24288331-C4FE-AC97-11AB-9B78AAA5275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7" creationId="{EA9D6CAD-0FF9-272F-072F-16DD8E62DC6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9" creationId="{069D40DF-D2D3-3E9F-2BD5-81370EB9FA8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4" creationId="{1023FE5B-109F-849B-A039-06A1AE2544C1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7" creationId="{E56CDCB7-5827-83FF-61D8-D2ADA0D526A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8" creationId="{1F89C76F-8EAF-A3EC-FAE4-E6660B16207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1" creationId="{CAE55145-1186-C366-A0B9-8BEC4DF00BB3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5" creationId="{855C49C6-32FE-24BB-2735-DC28065DA7A0}"/>
          </ac:spMkLst>
        </pc:spChg>
        <pc:spChg chg="add">
          <ac:chgData name="André-Guy Bruneau" userId="c9f3b82d5570fc32" providerId="LiveId" clId="{C4496A7D-9A64-4B82-9835-F710A7718518}" dt="2026-09-30T13:49:56.626" v="16" actId="26606"/>
          <ac:spMkLst>
            <pc:docMk/>
            <pc:sldMk cId="1503508383" sldId="268"/>
            <ac:spMk id="58" creationId="{216BB327-7AA9-4EC5-815F-9D8E6BC53E34}"/>
          </ac:spMkLst>
        </pc:spChg>
        <pc:picChg chg="add del mod">
          <ac:chgData name="André-Guy Bruneau" userId="c9f3b82d5570fc32" providerId="LiveId" clId="{C4496A7D-9A64-4B82-9835-F710A7718518}" dt="2026-09-30T13:54:28.452" v="33" actId="478"/>
          <ac:picMkLst>
            <pc:docMk/>
            <pc:sldMk cId="1503508383" sldId="268"/>
            <ac:picMk id="53" creationId="{53F28682-B49A-388A-C580-2CD143502889}"/>
          </ac:picMkLst>
        </pc:picChg>
        <pc:picChg chg="add del">
          <ac:chgData name="André-Guy Bruneau" userId="c9f3b82d5570fc32" providerId="LiveId" clId="{C4496A7D-9A64-4B82-9835-F710A7718518}" dt="2026-09-30T13:52:27.235" v="18" actId="22"/>
          <ac:picMkLst>
            <pc:docMk/>
            <pc:sldMk cId="1503508383" sldId="268"/>
            <ac:picMk id="55" creationId="{D9018B00-2220-2863-27B6-9F5868382CD1}"/>
          </ac:picMkLst>
        </pc:picChg>
      </pc:sldChg>
      <pc:sldChg chg="addSp delSp modSp add mod ord setBg delDesignElem">
        <pc:chgData name="André-Guy Bruneau" userId="c9f3b82d5570fc32" providerId="LiveId" clId="{C4496A7D-9A64-4B82-9835-F710A7718518}" dt="2026-09-30T14:01:39.942" v="1013"/>
        <pc:sldMkLst>
          <pc:docMk/>
          <pc:sldMk cId="1357812566" sldId="269"/>
        </pc:sldMkLst>
        <pc:spChg chg="add mod">
          <ac:chgData name="André-Guy Bruneau" userId="c9f3b82d5570fc32" providerId="LiveId" clId="{C4496A7D-9A64-4B82-9835-F710A7718518}" dt="2026-09-30T14:01:39.937" v="1001"/>
          <ac:spMkLst>
            <pc:docMk/>
            <pc:sldMk cId="1357812566" sldId="269"/>
            <ac:spMk id="8" creationId="{471C2ADD-3FC4-40E5-98CD-8FEB682264B6}"/>
          </ac:spMkLst>
        </pc:spChg>
        <pc:spChg chg="add mod">
          <ac:chgData name="André-Guy Bruneau" userId="c9f3b82d5570fc32" providerId="LiveId" clId="{C4496A7D-9A64-4B82-9835-F710A7718518}" dt="2026-09-30T14:01:39.937" v="1002"/>
          <ac:spMkLst>
            <pc:docMk/>
            <pc:sldMk cId="1357812566" sldId="269"/>
            <ac:spMk id="9" creationId="{B8FA0CA7-E7B9-4F01-94D0-B02FC74421F5}"/>
          </ac:spMkLst>
        </pc:spChg>
        <pc:spChg chg="add mod">
          <ac:chgData name="André-Guy Bruneau" userId="c9f3b82d5570fc32" providerId="LiveId" clId="{C4496A7D-9A64-4B82-9835-F710A7718518}" dt="2026-09-30T14:01:39.937" v="1003"/>
          <ac:spMkLst>
            <pc:docMk/>
            <pc:sldMk cId="1357812566" sldId="269"/>
            <ac:spMk id="10" creationId="{0A756100-5D95-4A45-AFF2-8212692068F5}"/>
          </ac:spMkLst>
        </pc:spChg>
        <pc:spChg chg="add mod">
          <ac:chgData name="André-Guy Bruneau" userId="c9f3b82d5570fc32" providerId="LiveId" clId="{C4496A7D-9A64-4B82-9835-F710A7718518}" dt="2026-09-30T14:01:39.941" v="1004"/>
          <ac:spMkLst>
            <pc:docMk/>
            <pc:sldMk cId="1357812566" sldId="269"/>
            <ac:spMk id="11" creationId="{F2EF48A3-A2DE-44E6-B5DE-088C9AC26A05}"/>
          </ac:spMkLst>
        </pc:spChg>
        <pc:spChg chg="add mod">
          <ac:chgData name="André-Guy Bruneau" userId="c9f3b82d5570fc32" providerId="LiveId" clId="{C4496A7D-9A64-4B82-9835-F710A7718518}" dt="2026-09-30T14:01:39.941" v="1005"/>
          <ac:spMkLst>
            <pc:docMk/>
            <pc:sldMk cId="1357812566" sldId="269"/>
            <ac:spMk id="12" creationId="{193F8FEA-CA0B-4284-8762-CC7249CC3BB7}"/>
          </ac:spMkLst>
        </pc:spChg>
        <pc:spChg chg="add mod">
          <ac:chgData name="André-Guy Bruneau" userId="c9f3b82d5570fc32" providerId="LiveId" clId="{C4496A7D-9A64-4B82-9835-F710A7718518}" dt="2026-09-30T14:01:39.941" v="1006"/>
          <ac:spMkLst>
            <pc:docMk/>
            <pc:sldMk cId="1357812566" sldId="269"/>
            <ac:spMk id="13" creationId="{D00A42C3-2CB4-4E87-B522-50D0B1CBB770}"/>
          </ac:spMkLst>
        </pc:spChg>
        <pc:spChg chg="add mod">
          <ac:chgData name="André-Guy Bruneau" userId="c9f3b82d5570fc32" providerId="LiveId" clId="{C4496A7D-9A64-4B82-9835-F710A7718518}" dt="2026-09-30T14:01:39.941" v="1007"/>
          <ac:spMkLst>
            <pc:docMk/>
            <pc:sldMk cId="1357812566" sldId="269"/>
            <ac:spMk id="14" creationId="{1532C10B-35C2-483F-BE8C-85300EF953B8}"/>
          </ac:spMkLst>
        </pc:spChg>
        <pc:spChg chg="add mod">
          <ac:chgData name="André-Guy Bruneau" userId="c9f3b82d5570fc32" providerId="LiveId" clId="{C4496A7D-9A64-4B82-9835-F710A7718518}" dt="2026-09-30T14:01:39.942" v="1008"/>
          <ac:spMkLst>
            <pc:docMk/>
            <pc:sldMk cId="1357812566" sldId="269"/>
            <ac:spMk id="15" creationId="{7C321E11-2858-4A31-9F81-DD9338EE4D11}"/>
          </ac:spMkLst>
        </pc:spChg>
        <pc:spChg chg="add mod">
          <ac:chgData name="André-Guy Bruneau" userId="c9f3b82d5570fc32" providerId="LiveId" clId="{C4496A7D-9A64-4B82-9835-F710A7718518}" dt="2026-09-30T14:01:39.942" v="1009"/>
          <ac:spMkLst>
            <pc:docMk/>
            <pc:sldMk cId="1357812566" sldId="269"/>
            <ac:spMk id="16" creationId="{E07AD625-F346-4588-8F47-D7AEF13D0E02}"/>
          </ac:spMkLst>
        </pc:spChg>
        <pc:spChg chg="add mod">
          <ac:chgData name="André-Guy Bruneau" userId="c9f3b82d5570fc32" providerId="LiveId" clId="{C4496A7D-9A64-4B82-9835-F710A7718518}" dt="2026-09-30T14:01:39.942" v="1010"/>
          <ac:spMkLst>
            <pc:docMk/>
            <pc:sldMk cId="1357812566" sldId="269"/>
            <ac:spMk id="17" creationId="{561E440B-6B71-4542-A772-9C27215C4C8A}"/>
          </ac:spMkLst>
        </pc:spChg>
        <pc:spChg chg="add mod">
          <ac:chgData name="André-Guy Bruneau" userId="c9f3b82d5570fc32" providerId="LiveId" clId="{C4496A7D-9A64-4B82-9835-F710A7718518}" dt="2026-09-30T14:01:39.942" v="1011"/>
          <ac:spMkLst>
            <pc:docMk/>
            <pc:sldMk cId="1357812566" sldId="269"/>
            <ac:spMk id="18" creationId="{83434417-37AD-486E-BC26-1D1A6037DF8B}"/>
          </ac:spMkLst>
        </pc:spChg>
        <pc:spChg chg="add mod">
          <ac:chgData name="André-Guy Bruneau" userId="c9f3b82d5570fc32" providerId="LiveId" clId="{C4496A7D-9A64-4B82-9835-F710A7718518}" dt="2026-09-30T14:01:39.942" v="1012"/>
          <ac:spMkLst>
            <pc:docMk/>
            <pc:sldMk cId="1357812566" sldId="269"/>
            <ac:spMk id="19" creationId="{8E97008A-548C-40D9-B593-4CB084F46228}"/>
          </ac:spMkLst>
        </pc:spChg>
        <pc:spChg chg="add mod">
          <ac:chgData name="André-Guy Bruneau" userId="c9f3b82d5570fc32" providerId="LiveId" clId="{C4496A7D-9A64-4B82-9835-F710A7718518}" dt="2026-09-30T14:01:39.942" v="1013"/>
          <ac:spMkLst>
            <pc:docMk/>
            <pc:sldMk cId="1357812566" sldId="269"/>
            <ac:spMk id="20" creationId="{7F4C8B0C-F613-42BA-A5E7-3AF7B210B117}"/>
          </ac:spMkLst>
        </pc:spChg>
        <pc:spChg chg="del">
          <ac:chgData name="André-Guy Bruneau" userId="c9f3b82d5570fc32" providerId="LiveId" clId="{C4496A7D-9A64-4B82-9835-F710A7718518}" dt="2026-09-30T13:52:30.227" v="20"/>
          <ac:spMkLst>
            <pc:docMk/>
            <pc:sldMk cId="1357812566" sldId="269"/>
            <ac:spMk id="58" creationId="{15550D54-6131-816A-67C3-89CAD6C0359F}"/>
          </ac:spMkLst>
        </pc:spChg>
        <pc:grpChg chg="add mod">
          <ac:chgData name="André-Guy Bruneau" userId="c9f3b82d5570fc32" providerId="LiveId" clId="{C4496A7D-9A64-4B82-9835-F710A7718518}" dt="2026-09-30T13:59:35.811" v="751"/>
          <ac:grpSpMkLst>
            <pc:docMk/>
            <pc:sldMk cId="1357812566" sldId="269"/>
            <ac:grpSpMk id="21" creationId="{1DE1EDDA-16F7-004A-0840-9F8C237D1FE6}"/>
          </ac:grpSpMkLst>
        </pc:grpChg>
        <pc:picChg chg="add del">
          <ac:chgData name="André-Guy Bruneau" userId="c9f3b82d5570fc32" providerId="LiveId" clId="{C4496A7D-9A64-4B82-9835-F710A7718518}" dt="2026-09-30T13:53:16.545" v="28" actId="478"/>
          <ac:picMkLst>
            <pc:docMk/>
            <pc:sldMk cId="1357812566" sldId="269"/>
            <ac:picMk id="3" creationId="{83411C0A-1B07-3B81-FCE9-497D0650E520}"/>
          </ac:picMkLst>
        </pc:picChg>
        <pc:picChg chg="add del mod">
          <ac:chgData name="André-Guy Bruneau" userId="c9f3b82d5570fc32" providerId="LiveId" clId="{C4496A7D-9A64-4B82-9835-F710A7718518}" dt="2026-09-30T13:53:11.851" v="27" actId="478"/>
          <ac:picMkLst>
            <pc:docMk/>
            <pc:sldMk cId="1357812566" sldId="269"/>
            <ac:picMk id="5" creationId="{25498C34-A875-E4BF-D86F-5127C3C36DEC}"/>
          </ac:picMkLst>
        </pc:picChg>
        <pc:picChg chg="add mod">
          <ac:chgData name="André-Guy Bruneau" userId="c9f3b82d5570fc32" providerId="LiveId" clId="{C4496A7D-9A64-4B82-9835-F710A7718518}" dt="2026-09-30T14:00:48.419" v="834"/>
          <ac:picMkLst>
            <pc:docMk/>
            <pc:sldMk cId="1357812566" sldId="269"/>
            <ac:picMk id="7" creationId="{585A3AFD-6347-EA8D-0B58-FC82321CC6BC}"/>
          </ac:picMkLst>
        </pc:picChg>
        <pc:picChg chg="del">
          <ac:chgData name="André-Guy Bruneau" userId="c9f3b82d5570fc32" providerId="LiveId" clId="{C4496A7D-9A64-4B82-9835-F710A7718518}" dt="2026-09-30T13:52:43.338" v="23" actId="478"/>
          <ac:picMkLst>
            <pc:docMk/>
            <pc:sldMk cId="1357812566" sldId="269"/>
            <ac:picMk id="53" creationId="{C6B69EC6-D856-C3DE-8F07-C44A2DF8E440}"/>
          </ac:picMkLst>
        </pc:picChg>
      </pc:sldChg>
      <pc:sldChg chg="addSp delSp modSp add mod setBg">
        <pc:chgData name="André-Guy Bruneau" userId="c9f3b82d5570fc32" providerId="LiveId" clId="{C4496A7D-9A64-4B82-9835-F710A7718518}" dt="2026-09-30T14:01:39.921" v="922"/>
        <pc:sldMkLst>
          <pc:docMk/>
          <pc:sldMk cId="4046815704" sldId="270"/>
        </pc:sldMkLst>
        <pc:spChg chg="add mod">
          <ac:chgData name="André-Guy Bruneau" userId="c9f3b82d5570fc32" providerId="LiveId" clId="{C4496A7D-9A64-4B82-9835-F710A7718518}" dt="2026-09-30T14:01:39.917" v="910"/>
          <ac:spMkLst>
            <pc:docMk/>
            <pc:sldMk cId="4046815704" sldId="270"/>
            <ac:spMk id="4" creationId="{1934A611-5A8E-4381-BD37-33427D0312C1}"/>
          </ac:spMkLst>
        </pc:spChg>
        <pc:spChg chg="add mod">
          <ac:chgData name="André-Guy Bruneau" userId="c9f3b82d5570fc32" providerId="LiveId" clId="{C4496A7D-9A64-4B82-9835-F710A7718518}" dt="2026-09-30T14:01:39.921" v="911"/>
          <ac:spMkLst>
            <pc:docMk/>
            <pc:sldMk cId="4046815704" sldId="270"/>
            <ac:spMk id="5" creationId="{D1A6A13C-64B2-4A14-9461-538BD88CAF3B}"/>
          </ac:spMkLst>
        </pc:spChg>
        <pc:spChg chg="add mod">
          <ac:chgData name="André-Guy Bruneau" userId="c9f3b82d5570fc32" providerId="LiveId" clId="{C4496A7D-9A64-4B82-9835-F710A7718518}" dt="2026-09-30T14:01:39.921" v="912"/>
          <ac:spMkLst>
            <pc:docMk/>
            <pc:sldMk cId="4046815704" sldId="270"/>
            <ac:spMk id="6" creationId="{59479EEA-463B-4FFE-9947-EA6EE97C1147}"/>
          </ac:spMkLst>
        </pc:spChg>
        <pc:spChg chg="add">
          <ac:chgData name="André-Guy Bruneau" userId="c9f3b82d5570fc32" providerId="LiveId" clId="{C4496A7D-9A64-4B82-9835-F710A7718518}" dt="2026-09-30T13:55:10.315" v="38" actId="26606"/>
          <ac:spMkLst>
            <pc:docMk/>
            <pc:sldMk cId="4046815704" sldId="270"/>
            <ac:spMk id="8" creationId="{216BB327-7AA9-4EC5-815F-9D8E6BC53E34}"/>
          </ac:spMkLst>
        </pc:spChg>
        <pc:spChg chg="add mod">
          <ac:chgData name="André-Guy Bruneau" userId="c9f3b82d5570fc32" providerId="LiveId" clId="{C4496A7D-9A64-4B82-9835-F710A7718518}" dt="2026-09-30T14:01:39.921" v="913"/>
          <ac:spMkLst>
            <pc:docMk/>
            <pc:sldMk cId="4046815704" sldId="270"/>
            <ac:spMk id="9" creationId="{B0F80DE7-DBC8-49D3-886F-FFC27CA190EB}"/>
          </ac:spMkLst>
        </pc:spChg>
        <pc:spChg chg="add mod">
          <ac:chgData name="André-Guy Bruneau" userId="c9f3b82d5570fc32" providerId="LiveId" clId="{C4496A7D-9A64-4B82-9835-F710A7718518}" dt="2026-09-30T14:01:39.921" v="914"/>
          <ac:spMkLst>
            <pc:docMk/>
            <pc:sldMk cId="4046815704" sldId="270"/>
            <ac:spMk id="10" creationId="{8F45568F-231E-4BFF-9A4D-EC5F259308D2}"/>
          </ac:spMkLst>
        </pc:spChg>
        <pc:spChg chg="add mod">
          <ac:chgData name="André-Guy Bruneau" userId="c9f3b82d5570fc32" providerId="LiveId" clId="{C4496A7D-9A64-4B82-9835-F710A7718518}" dt="2026-09-30T14:01:39.921" v="915"/>
          <ac:spMkLst>
            <pc:docMk/>
            <pc:sldMk cId="4046815704" sldId="270"/>
            <ac:spMk id="11" creationId="{8D228455-BA71-414C-ACFB-E4734E66DAB2}"/>
          </ac:spMkLst>
        </pc:spChg>
        <pc:spChg chg="add mod">
          <ac:chgData name="André-Guy Bruneau" userId="c9f3b82d5570fc32" providerId="LiveId" clId="{C4496A7D-9A64-4B82-9835-F710A7718518}" dt="2026-09-30T14:01:39.921" v="916"/>
          <ac:spMkLst>
            <pc:docMk/>
            <pc:sldMk cId="4046815704" sldId="270"/>
            <ac:spMk id="12" creationId="{B7ABD26C-FC94-4227-9DCB-C27C2EB2540D}"/>
          </ac:spMkLst>
        </pc:spChg>
        <pc:spChg chg="add mod">
          <ac:chgData name="André-Guy Bruneau" userId="c9f3b82d5570fc32" providerId="LiveId" clId="{C4496A7D-9A64-4B82-9835-F710A7718518}" dt="2026-09-30T14:01:39.921" v="917"/>
          <ac:spMkLst>
            <pc:docMk/>
            <pc:sldMk cId="4046815704" sldId="270"/>
            <ac:spMk id="13" creationId="{2AAA62D9-6BD6-42F7-B33F-E01497D2BEED}"/>
          </ac:spMkLst>
        </pc:spChg>
        <pc:spChg chg="add mod">
          <ac:chgData name="André-Guy Bruneau" userId="c9f3b82d5570fc32" providerId="LiveId" clId="{C4496A7D-9A64-4B82-9835-F710A7718518}" dt="2026-09-30T14:01:39.921" v="918"/>
          <ac:spMkLst>
            <pc:docMk/>
            <pc:sldMk cId="4046815704" sldId="270"/>
            <ac:spMk id="14" creationId="{1F922D1E-6D85-4B6D-A848-B24849C3D998}"/>
          </ac:spMkLst>
        </pc:spChg>
        <pc:spChg chg="add mod">
          <ac:chgData name="André-Guy Bruneau" userId="c9f3b82d5570fc32" providerId="LiveId" clId="{C4496A7D-9A64-4B82-9835-F710A7718518}" dt="2026-09-30T14:01:39.921" v="919"/>
          <ac:spMkLst>
            <pc:docMk/>
            <pc:sldMk cId="4046815704" sldId="270"/>
            <ac:spMk id="15" creationId="{6FC99DB5-080D-4208-B8BA-268A523D1922}"/>
          </ac:spMkLst>
        </pc:spChg>
        <pc:spChg chg="add mod">
          <ac:chgData name="André-Guy Bruneau" userId="c9f3b82d5570fc32" providerId="LiveId" clId="{C4496A7D-9A64-4B82-9835-F710A7718518}" dt="2026-09-30T14:01:39.921" v="920"/>
          <ac:spMkLst>
            <pc:docMk/>
            <pc:sldMk cId="4046815704" sldId="270"/>
            <ac:spMk id="16" creationId="{3159D894-6ED5-4CE2-9F56-9529DD1F9CEE}"/>
          </ac:spMkLst>
        </pc:spChg>
        <pc:spChg chg="add mod">
          <ac:chgData name="André-Guy Bruneau" userId="c9f3b82d5570fc32" providerId="LiveId" clId="{C4496A7D-9A64-4B82-9835-F710A7718518}" dt="2026-09-30T14:01:39.921" v="921"/>
          <ac:spMkLst>
            <pc:docMk/>
            <pc:sldMk cId="4046815704" sldId="270"/>
            <ac:spMk id="17" creationId="{F4FB8AEE-9815-44E9-B73F-2FB3646FD0EA}"/>
          </ac:spMkLst>
        </pc:spChg>
        <pc:spChg chg="add mod">
          <ac:chgData name="André-Guy Bruneau" userId="c9f3b82d5570fc32" providerId="LiveId" clId="{C4496A7D-9A64-4B82-9835-F710A7718518}" dt="2026-09-30T14:01:39.921" v="922"/>
          <ac:spMkLst>
            <pc:docMk/>
            <pc:sldMk cId="4046815704" sldId="270"/>
            <ac:spMk id="18" creationId="{3B4A240F-BD63-4FA6-BCD2-7C24C9FBC394}"/>
          </ac:spMkLst>
        </pc:spChg>
        <pc:grpChg chg="add mod">
          <ac:chgData name="André-Guy Bruneau" userId="c9f3b82d5570fc32" providerId="LiveId" clId="{C4496A7D-9A64-4B82-9835-F710A7718518}" dt="2026-09-30T13:59:35.732" v="312"/>
          <ac:grpSpMkLst>
            <pc:docMk/>
            <pc:sldMk cId="4046815704" sldId="270"/>
            <ac:grpSpMk id="19" creationId="{CBD55AF5-11E0-4B5C-AD09-BAE2D21F2D26}"/>
          </ac:grpSpMkLst>
        </pc:grpChg>
        <pc:picChg chg="add mod">
          <ac:chgData name="André-Guy Bruneau" userId="c9f3b82d5570fc32" providerId="LiveId" clId="{C4496A7D-9A64-4B82-9835-F710A7718518}" dt="2026-09-30T13:55:10.315" v="38" actId="26606"/>
          <ac:picMkLst>
            <pc:docMk/>
            <pc:sldMk cId="4046815704" sldId="270"/>
            <ac:picMk id="3" creationId="{1E90C983-2659-D7A4-AF36-EE9B84C735B9}"/>
          </ac:picMkLst>
        </pc:picChg>
        <pc:picChg chg="del">
          <ac:chgData name="André-Guy Bruneau" userId="c9f3b82d5570fc32" providerId="LiveId" clId="{C4496A7D-9A64-4B82-9835-F710A7718518}" dt="2026-09-30T13:54:49.442" v="36" actId="478"/>
          <ac:picMkLst>
            <pc:docMk/>
            <pc:sldMk cId="4046815704" sldId="270"/>
            <ac:picMk id="7" creationId="{0A7C0489-EB0A-4009-D9A4-DEC8F9C7DFB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3404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Lectures recommandées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Stephen Yuille, Le sentier de la vie. La richesse du Psaume 119 (Europresse);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John Owen, Communion with God (Puritan Paperbacks, abrégé par R. J. K. Law).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9BFF-66D0-1C28-0E9D-B29B97AFA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54F25-451A-6F2E-CA28-527C558E1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CEAE-89A8-3E48-B0D6-DE4266556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126F-A611-1F62-2E31-3E2B6966C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217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5B591-8B9A-C9E5-B10F-BE7491E21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08170-7444-229C-C1A4-0FF775CCF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C5686-A12D-DBFA-93A7-3D1F853B8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D3741-4FA5-5A28-E401-926DD6895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703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705" cy="1422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9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32" name="Barre de progression">
            <a:extLst>
              <a:ext uri="{FF2B5EF4-FFF2-40B4-BE49-F238E27FC236}">
                <a16:creationId xmlns:a16="http://schemas.microsoft.com/office/drawing/2014/main" id="{836D97EF-B9B0-D710-6090-ACDB59521C21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19" name="Progression 1">
              <a:extLst>
                <a:ext uri="{FF2B5EF4-FFF2-40B4-BE49-F238E27FC236}">
                  <a16:creationId xmlns:a16="http://schemas.microsoft.com/office/drawing/2014/main" id="{92A99743-F191-4E7C-9AAE-59D60A22D00B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0" name="Progression 2">
              <a:extLst>
                <a:ext uri="{FF2B5EF4-FFF2-40B4-BE49-F238E27FC236}">
                  <a16:creationId xmlns:a16="http://schemas.microsoft.com/office/drawing/2014/main" id="{33039D3B-02AB-40A5-B2BE-3AF2411DC5C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1" name="Progression 3">
              <a:extLst>
                <a:ext uri="{FF2B5EF4-FFF2-40B4-BE49-F238E27FC236}">
                  <a16:creationId xmlns:a16="http://schemas.microsoft.com/office/drawing/2014/main" id="{29D83B14-7EB8-4E64-A8B6-E8F6131E8DCB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2" name="Progression 4">
              <a:extLst>
                <a:ext uri="{FF2B5EF4-FFF2-40B4-BE49-F238E27FC236}">
                  <a16:creationId xmlns:a16="http://schemas.microsoft.com/office/drawing/2014/main" id="{75755B7F-C211-4A9B-97A7-FC41A30FDC12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5">
              <a:extLst>
                <a:ext uri="{FF2B5EF4-FFF2-40B4-BE49-F238E27FC236}">
                  <a16:creationId xmlns:a16="http://schemas.microsoft.com/office/drawing/2014/main" id="{94CF01C0-1F44-46B1-A81D-041BFE3F4DFA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4" name="Progression 6">
              <a:extLst>
                <a:ext uri="{FF2B5EF4-FFF2-40B4-BE49-F238E27FC236}">
                  <a16:creationId xmlns:a16="http://schemas.microsoft.com/office/drawing/2014/main" id="{2F229F42-48D7-4D62-A7C9-55E0985427C6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7">
              <a:extLst>
                <a:ext uri="{FF2B5EF4-FFF2-40B4-BE49-F238E27FC236}">
                  <a16:creationId xmlns:a16="http://schemas.microsoft.com/office/drawing/2014/main" id="{99128C25-FAF4-46A8-B3B3-7C387E5DC92F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8">
              <a:extLst>
                <a:ext uri="{FF2B5EF4-FFF2-40B4-BE49-F238E27FC236}">
                  <a16:creationId xmlns:a16="http://schemas.microsoft.com/office/drawing/2014/main" id="{B3CA88F0-1691-450A-B09E-4908ECB9808C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9">
              <a:extLst>
                <a:ext uri="{FF2B5EF4-FFF2-40B4-BE49-F238E27FC236}">
                  <a16:creationId xmlns:a16="http://schemas.microsoft.com/office/drawing/2014/main" id="{4D32C3BA-DAC5-461A-9146-49311CFA4FAC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10">
              <a:extLst>
                <a:ext uri="{FF2B5EF4-FFF2-40B4-BE49-F238E27FC236}">
                  <a16:creationId xmlns:a16="http://schemas.microsoft.com/office/drawing/2014/main" id="{7B0E3717-BDF1-4BC3-B126-5ED134463D0E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11">
              <a:extLst>
                <a:ext uri="{FF2B5EF4-FFF2-40B4-BE49-F238E27FC236}">
                  <a16:creationId xmlns:a16="http://schemas.microsoft.com/office/drawing/2014/main" id="{8C4CA631-7AB1-4D71-92D2-D1A3BEE38C15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12">
              <a:extLst>
                <a:ext uri="{FF2B5EF4-FFF2-40B4-BE49-F238E27FC236}">
                  <a16:creationId xmlns:a16="http://schemas.microsoft.com/office/drawing/2014/main" id="{E0C14CFC-D61A-44CE-84F6-23566119B3C8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13">
              <a:extLst>
                <a:ext uri="{FF2B5EF4-FFF2-40B4-BE49-F238E27FC236}">
                  <a16:creationId xmlns:a16="http://schemas.microsoft.com/office/drawing/2014/main" id="{6B5B04DA-1704-4E64-9931-525DCB770493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0" y="2311400"/>
            <a:ext cx="2540000" cy="2540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009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3822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3556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3556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330700" y="2032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3556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3556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330700" y="2857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3556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3556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0700" y="3683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3556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3556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330700" y="4508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3556000" y="5638800"/>
            <a:ext cx="8089900" cy="635000"/>
          </a:xfrm>
          <a:prstGeom prst="roundRect">
            <a:avLst>
              <a:gd name="adj" fmla="val 1728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3784600" y="5638800"/>
            <a:ext cx="76327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2" name="Couverture du livre" descr="Couverture du livre « Le sentier de la vie – La richesse du Psaume 119 », de Stephen Yuille (Europress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070" y="2374265"/>
            <a:ext cx="1741170" cy="2785872"/>
          </a:xfrm>
          <a:prstGeom prst="rect">
            <a:avLst/>
          </a:prstGeom>
        </p:spPr>
      </p:pic>
      <p:pic>
        <p:nvPicPr>
          <p:cNvPr id="34" name="Couverture du livre (Owen)" descr="Couverture du livre « Communion with God », de John Owen (Puritan Paperbac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1499" y="2419223"/>
            <a:ext cx="1847977" cy="2785872"/>
          </a:xfrm>
          <a:prstGeom prst="rect">
            <a:avLst/>
          </a:prstGeom>
        </p:spPr>
      </p:pic>
      <p:grpSp>
        <p:nvGrpSpPr>
          <p:cNvPr id="48" name="Barre de progression">
            <a:extLst>
              <a:ext uri="{FF2B5EF4-FFF2-40B4-BE49-F238E27FC236}">
                <a16:creationId xmlns:a16="http://schemas.microsoft.com/office/drawing/2014/main" id="{09CE4465-6CB1-4454-0E50-15F2FF77D03A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5" name="Progression 1">
              <a:extLst>
                <a:ext uri="{FF2B5EF4-FFF2-40B4-BE49-F238E27FC236}">
                  <a16:creationId xmlns:a16="http://schemas.microsoft.com/office/drawing/2014/main" id="{C847697C-DCF9-4644-BA43-E8A0BD08A267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2">
              <a:extLst>
                <a:ext uri="{FF2B5EF4-FFF2-40B4-BE49-F238E27FC236}">
                  <a16:creationId xmlns:a16="http://schemas.microsoft.com/office/drawing/2014/main" id="{91D49875-7A86-4F8D-A2FE-3273ADE59B6E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3">
              <a:extLst>
                <a:ext uri="{FF2B5EF4-FFF2-40B4-BE49-F238E27FC236}">
                  <a16:creationId xmlns:a16="http://schemas.microsoft.com/office/drawing/2014/main" id="{B44A2880-9F31-4F1F-A677-4109E8CA6EC7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4">
              <a:extLst>
                <a:ext uri="{FF2B5EF4-FFF2-40B4-BE49-F238E27FC236}">
                  <a16:creationId xmlns:a16="http://schemas.microsoft.com/office/drawing/2014/main" id="{BF13FDB2-1DEB-42D5-B691-07CAAE49F02F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5">
              <a:extLst>
                <a:ext uri="{FF2B5EF4-FFF2-40B4-BE49-F238E27FC236}">
                  <a16:creationId xmlns:a16="http://schemas.microsoft.com/office/drawing/2014/main" id="{9D4D29C7-A2C9-4268-804B-B8ED6DF94EC9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6">
              <a:extLst>
                <a:ext uri="{FF2B5EF4-FFF2-40B4-BE49-F238E27FC236}">
                  <a16:creationId xmlns:a16="http://schemas.microsoft.com/office/drawing/2014/main" id="{26F329AD-7D97-46FB-B960-0435E6ED8B22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7">
              <a:extLst>
                <a:ext uri="{FF2B5EF4-FFF2-40B4-BE49-F238E27FC236}">
                  <a16:creationId xmlns:a16="http://schemas.microsoft.com/office/drawing/2014/main" id="{C69DA029-5547-4044-9F6F-134D94D34559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8">
              <a:extLst>
                <a:ext uri="{FF2B5EF4-FFF2-40B4-BE49-F238E27FC236}">
                  <a16:creationId xmlns:a16="http://schemas.microsoft.com/office/drawing/2014/main" id="{B45A8796-5418-49F6-AC2D-0B37F7B3E547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9">
              <a:extLst>
                <a:ext uri="{FF2B5EF4-FFF2-40B4-BE49-F238E27FC236}">
                  <a16:creationId xmlns:a16="http://schemas.microsoft.com/office/drawing/2014/main" id="{1DB93AAA-07DB-4615-93E1-A78D56F338B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10">
              <a:extLst>
                <a:ext uri="{FF2B5EF4-FFF2-40B4-BE49-F238E27FC236}">
                  <a16:creationId xmlns:a16="http://schemas.microsoft.com/office/drawing/2014/main" id="{0097A472-938F-46AA-B35F-862CABBE69DF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1">
              <a:extLst>
                <a:ext uri="{FF2B5EF4-FFF2-40B4-BE49-F238E27FC236}">
                  <a16:creationId xmlns:a16="http://schemas.microsoft.com/office/drawing/2014/main" id="{F51BB869-CB56-4A3D-9A91-A0C365B720CE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12">
              <a:extLst>
                <a:ext uri="{FF2B5EF4-FFF2-40B4-BE49-F238E27FC236}">
                  <a16:creationId xmlns:a16="http://schemas.microsoft.com/office/drawing/2014/main" id="{66701720-FBF9-492E-B6E0-B37BA23FA22F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13">
              <a:extLst>
                <a:ext uri="{FF2B5EF4-FFF2-40B4-BE49-F238E27FC236}">
                  <a16:creationId xmlns:a16="http://schemas.microsoft.com/office/drawing/2014/main" id="{DA2A015A-3B97-4ADE-846A-DAF7DE18438E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/ eikôn</a:t>
            </a: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54" name="Barre de progression">
            <a:extLst>
              <a:ext uri="{FF2B5EF4-FFF2-40B4-BE49-F238E27FC236}">
                <a16:creationId xmlns:a16="http://schemas.microsoft.com/office/drawing/2014/main" id="{84E42327-27B2-ED4A-7B6F-DD9E2B9AED9A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1" name="Progression 1">
              <a:extLst>
                <a:ext uri="{FF2B5EF4-FFF2-40B4-BE49-F238E27FC236}">
                  <a16:creationId xmlns:a16="http://schemas.microsoft.com/office/drawing/2014/main" id="{407D957A-C6E0-4E79-A21D-71C905E9AB74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2">
              <a:extLst>
                <a:ext uri="{FF2B5EF4-FFF2-40B4-BE49-F238E27FC236}">
                  <a16:creationId xmlns:a16="http://schemas.microsoft.com/office/drawing/2014/main" id="{AE117D98-E2D9-482C-94D9-086EC29030C9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3">
              <a:extLst>
                <a:ext uri="{FF2B5EF4-FFF2-40B4-BE49-F238E27FC236}">
                  <a16:creationId xmlns:a16="http://schemas.microsoft.com/office/drawing/2014/main" id="{87506684-07D0-477E-AB54-3917EFD81ABB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4">
              <a:extLst>
                <a:ext uri="{FF2B5EF4-FFF2-40B4-BE49-F238E27FC236}">
                  <a16:creationId xmlns:a16="http://schemas.microsoft.com/office/drawing/2014/main" id="{1228D3C6-4591-40C4-B52F-0467DDAB1D46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5">
              <a:extLst>
                <a:ext uri="{FF2B5EF4-FFF2-40B4-BE49-F238E27FC236}">
                  <a16:creationId xmlns:a16="http://schemas.microsoft.com/office/drawing/2014/main" id="{EED1B81C-F2B5-4AA3-8BC8-EF146168E366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6">
              <a:extLst>
                <a:ext uri="{FF2B5EF4-FFF2-40B4-BE49-F238E27FC236}">
                  <a16:creationId xmlns:a16="http://schemas.microsoft.com/office/drawing/2014/main" id="{97F6B45B-3F16-429C-A437-2F388B2A0C5E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7">
              <a:extLst>
                <a:ext uri="{FF2B5EF4-FFF2-40B4-BE49-F238E27FC236}">
                  <a16:creationId xmlns:a16="http://schemas.microsoft.com/office/drawing/2014/main" id="{7E73F174-21AC-4AE9-ADDC-25B1C3851001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8">
              <a:extLst>
                <a:ext uri="{FF2B5EF4-FFF2-40B4-BE49-F238E27FC236}">
                  <a16:creationId xmlns:a16="http://schemas.microsoft.com/office/drawing/2014/main" id="{E52FAEA4-062A-48FF-918B-BB22DC4934D7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9" name="Progression 9">
              <a:extLst>
                <a:ext uri="{FF2B5EF4-FFF2-40B4-BE49-F238E27FC236}">
                  <a16:creationId xmlns:a16="http://schemas.microsoft.com/office/drawing/2014/main" id="{833C6B51-B464-4915-A017-9FA5A58239A7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10">
              <a:extLst>
                <a:ext uri="{FF2B5EF4-FFF2-40B4-BE49-F238E27FC236}">
                  <a16:creationId xmlns:a16="http://schemas.microsoft.com/office/drawing/2014/main" id="{77634ED0-82C8-4819-AE2B-FA0940EFB3F1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11">
              <a:extLst>
                <a:ext uri="{FF2B5EF4-FFF2-40B4-BE49-F238E27FC236}">
                  <a16:creationId xmlns:a16="http://schemas.microsoft.com/office/drawing/2014/main" id="{2F5CBFE7-A83B-48A2-81E0-F81886A5447E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12">
              <a:extLst>
                <a:ext uri="{FF2B5EF4-FFF2-40B4-BE49-F238E27FC236}">
                  <a16:creationId xmlns:a16="http://schemas.microsoft.com/office/drawing/2014/main" id="{18F00407-0B36-4721-944A-422E0A77A130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13">
              <a:extLst>
                <a:ext uri="{FF2B5EF4-FFF2-40B4-BE49-F238E27FC236}">
                  <a16:creationId xmlns:a16="http://schemas.microsoft.com/office/drawing/2014/main" id="{2C51FFC9-CC36-4055-967C-DB92A855B7C1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0583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 : </a:t>
            </a: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altLang="en-US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3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5" name="Image 0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</a:t>
            </a:r>
            <a:endParaRPr lang="fr-CA" sz="1500" dirty="0"/>
          </a:p>
        </p:txBody>
      </p:sp>
      <p:sp>
        <p:nvSpPr>
          <p:cNvPr id="18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1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5" name="Image 2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29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0" name="Image 3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2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5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6" name="Image 5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1004" name="Schéma Trinité"/>
          <p:cNvGrpSpPr/>
          <p:nvPr/>
        </p:nvGrpSpPr>
        <p:grpSpPr>
          <a:xfrm>
            <a:off x="97155" y="1595120"/>
            <a:ext cx="4475988" cy="4027805"/>
            <a:chOff x="97155" y="1595120"/>
            <a:chExt cx="4475988" cy="4027805"/>
          </a:xfrm>
        </p:grpSpPr>
        <p:pic>
          <p:nvPicPr>
            <p:cNvPr id="49" name="Trinité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155" y="1595120"/>
              <a:ext cx="4475988" cy="4027805"/>
            </a:xfrm>
            <a:prstGeom prst="rect">
              <a:avLst/>
            </a:prstGeom>
          </p:spPr>
        </p:pic>
        <p:sp>
          <p:nvSpPr>
            <p:cNvPr id="50" name="Légende : Périchorèse"/>
            <p:cNvSpPr txBox="1"/>
            <p:nvPr/>
          </p:nvSpPr>
          <p:spPr>
            <a:xfrm>
              <a:off x="972312" y="4995799"/>
              <a:ext cx="2632202" cy="485648"/>
            </a:xfrm>
            <a:prstGeom prst="rect">
              <a:avLst/>
            </a:prstGeom>
            <a:noFill/>
            <a:ln/>
          </p:spPr>
          <p:txBody>
            <a:bodyPr wrap="none" rtlCol="0" anchor="ctr"/>
            <a:lstStyle/>
            <a:p>
              <a:pPr marL="0" indent="0" algn="ctr">
                <a:buNone/>
              </a:pPr>
              <a:r>
                <a:rPr lang="fr-CA" altLang="en-US" sz="2400" b="1" i="1" dirty="0">
                  <a:solidFill>
                    <a:srgbClr val="E874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Périchorèse</a:t>
              </a:r>
              <a:endParaRPr lang="fr-CA" sz="2400" dirty="0"/>
            </a:p>
          </p:txBody>
        </p:sp>
      </p:grpSp>
      <p:sp>
        <p:nvSpPr>
          <p:cNvPr id="51" name="Légende : Relation Divine"/>
          <p:cNvSpPr txBox="1"/>
          <p:nvPr/>
        </p:nvSpPr>
        <p:spPr>
          <a:xfrm>
            <a:off x="1013206" y="1691259"/>
            <a:ext cx="2632202" cy="4856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fr-CA" altLang="en-US" sz="24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 Divine</a:t>
            </a:r>
            <a:endParaRPr lang="fr-CA" sz="2400" dirty="0"/>
          </a:p>
        </p:txBody>
      </p:sp>
      <p:grpSp>
        <p:nvGrpSpPr>
          <p:cNvPr id="961" name="Barre de progression">
            <a:extLst>
              <a:ext uri="{FF2B5EF4-FFF2-40B4-BE49-F238E27FC236}">
                <a16:creationId xmlns:a16="http://schemas.microsoft.com/office/drawing/2014/main" id="{60CAB85D-E33B-899B-3DFD-96908D11DB48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52" name="Progression 1">
              <a:extLst>
                <a:ext uri="{FF2B5EF4-FFF2-40B4-BE49-F238E27FC236}">
                  <a16:creationId xmlns:a16="http://schemas.microsoft.com/office/drawing/2014/main" id="{B1B328CF-CD86-43AE-B4B0-7A71EC9227FC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2">
              <a:extLst>
                <a:ext uri="{FF2B5EF4-FFF2-40B4-BE49-F238E27FC236}">
                  <a16:creationId xmlns:a16="http://schemas.microsoft.com/office/drawing/2014/main" id="{7269042A-472E-4BE2-AC47-0F7B0245096F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3">
              <a:extLst>
                <a:ext uri="{FF2B5EF4-FFF2-40B4-BE49-F238E27FC236}">
                  <a16:creationId xmlns:a16="http://schemas.microsoft.com/office/drawing/2014/main" id="{AE363309-11F8-4338-83DE-586110417F1D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4">
              <a:extLst>
                <a:ext uri="{FF2B5EF4-FFF2-40B4-BE49-F238E27FC236}">
                  <a16:creationId xmlns:a16="http://schemas.microsoft.com/office/drawing/2014/main" id="{8984556F-C118-4263-9EB4-116F12B67615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5">
              <a:extLst>
                <a:ext uri="{FF2B5EF4-FFF2-40B4-BE49-F238E27FC236}">
                  <a16:creationId xmlns:a16="http://schemas.microsoft.com/office/drawing/2014/main" id="{93E470C8-0930-49A0-9248-89AA0E165D30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6">
              <a:extLst>
                <a:ext uri="{FF2B5EF4-FFF2-40B4-BE49-F238E27FC236}">
                  <a16:creationId xmlns:a16="http://schemas.microsoft.com/office/drawing/2014/main" id="{83E515F2-5E43-4869-B65D-FB2E10A447B2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7">
              <a:extLst>
                <a:ext uri="{FF2B5EF4-FFF2-40B4-BE49-F238E27FC236}">
                  <a16:creationId xmlns:a16="http://schemas.microsoft.com/office/drawing/2014/main" id="{68E54FA7-EEF5-4122-9441-B5B42F87ABF6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8">
              <a:extLst>
                <a:ext uri="{FF2B5EF4-FFF2-40B4-BE49-F238E27FC236}">
                  <a16:creationId xmlns:a16="http://schemas.microsoft.com/office/drawing/2014/main" id="{B88952D8-A80C-482E-A277-0D63C9A25007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0" name="Progression 9">
              <a:extLst>
                <a:ext uri="{FF2B5EF4-FFF2-40B4-BE49-F238E27FC236}">
                  <a16:creationId xmlns:a16="http://schemas.microsoft.com/office/drawing/2014/main" id="{666D22C7-ACC0-4C73-8CF2-00760D60257A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1" name="Progression 10">
              <a:extLst>
                <a:ext uri="{FF2B5EF4-FFF2-40B4-BE49-F238E27FC236}">
                  <a16:creationId xmlns:a16="http://schemas.microsoft.com/office/drawing/2014/main" id="{7EF27815-1DF6-4470-BC07-4DFA42EACD84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2" name="Progression 11">
              <a:extLst>
                <a:ext uri="{FF2B5EF4-FFF2-40B4-BE49-F238E27FC236}">
                  <a16:creationId xmlns:a16="http://schemas.microsoft.com/office/drawing/2014/main" id="{53252D95-F19E-4BC3-B39E-0E6C4CE45629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3" name="Progression 12">
              <a:extLst>
                <a:ext uri="{FF2B5EF4-FFF2-40B4-BE49-F238E27FC236}">
                  <a16:creationId xmlns:a16="http://schemas.microsoft.com/office/drawing/2014/main" id="{2780BB23-4233-4246-940F-0C264BD1C657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60" name="Progression 13">
              <a:extLst>
                <a:ext uri="{FF2B5EF4-FFF2-40B4-BE49-F238E27FC236}">
                  <a16:creationId xmlns:a16="http://schemas.microsoft.com/office/drawing/2014/main" id="{4667F0BB-CC51-4C8F-BF2F-0FFA33305295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EC415-4AA1-5BF9-C071-5101C9E2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E90C983-2659-D7A4-AF36-EE9B84C73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2" r="9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16BB327-7AA9-4EC5-815F-9D8E6BC5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Barre de progression">
            <a:extLst>
              <a:ext uri="{FF2B5EF4-FFF2-40B4-BE49-F238E27FC236}">
                <a16:creationId xmlns:a16="http://schemas.microsoft.com/office/drawing/2014/main" id="{CBD55AF5-11E0-4B5C-AD09-BAE2D21F2D26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" name="Progression 1">
              <a:extLst>
                <a:ext uri="{FF2B5EF4-FFF2-40B4-BE49-F238E27FC236}">
                  <a16:creationId xmlns:a16="http://schemas.microsoft.com/office/drawing/2014/main" id="{1934A611-5A8E-4381-BD37-33427D0312C1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" name="Progression 2">
              <a:extLst>
                <a:ext uri="{FF2B5EF4-FFF2-40B4-BE49-F238E27FC236}">
                  <a16:creationId xmlns:a16="http://schemas.microsoft.com/office/drawing/2014/main" id="{D1A6A13C-64B2-4A14-9461-538BD88CAF3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6" name="Progression 3">
              <a:extLst>
                <a:ext uri="{FF2B5EF4-FFF2-40B4-BE49-F238E27FC236}">
                  <a16:creationId xmlns:a16="http://schemas.microsoft.com/office/drawing/2014/main" id="{59479EEA-463B-4FFE-9947-EA6EE97C1147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4">
              <a:extLst>
                <a:ext uri="{FF2B5EF4-FFF2-40B4-BE49-F238E27FC236}">
                  <a16:creationId xmlns:a16="http://schemas.microsoft.com/office/drawing/2014/main" id="{B0F80DE7-DBC8-49D3-886F-FFC27CA190EB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5">
              <a:extLst>
                <a:ext uri="{FF2B5EF4-FFF2-40B4-BE49-F238E27FC236}">
                  <a16:creationId xmlns:a16="http://schemas.microsoft.com/office/drawing/2014/main" id="{8F45568F-231E-4BFF-9A4D-EC5F259308D2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6">
              <a:extLst>
                <a:ext uri="{FF2B5EF4-FFF2-40B4-BE49-F238E27FC236}">
                  <a16:creationId xmlns:a16="http://schemas.microsoft.com/office/drawing/2014/main" id="{8D228455-BA71-414C-ACFB-E4734E66DAB2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7">
              <a:extLst>
                <a:ext uri="{FF2B5EF4-FFF2-40B4-BE49-F238E27FC236}">
                  <a16:creationId xmlns:a16="http://schemas.microsoft.com/office/drawing/2014/main" id="{B7ABD26C-FC94-4227-9DCB-C27C2EB2540D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8">
              <a:extLst>
                <a:ext uri="{FF2B5EF4-FFF2-40B4-BE49-F238E27FC236}">
                  <a16:creationId xmlns:a16="http://schemas.microsoft.com/office/drawing/2014/main" id="{2AAA62D9-6BD6-42F7-B33F-E01497D2BEED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9">
              <a:extLst>
                <a:ext uri="{FF2B5EF4-FFF2-40B4-BE49-F238E27FC236}">
                  <a16:creationId xmlns:a16="http://schemas.microsoft.com/office/drawing/2014/main" id="{1F922D1E-6D85-4B6D-A848-B24849C3D998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10">
              <a:extLst>
                <a:ext uri="{FF2B5EF4-FFF2-40B4-BE49-F238E27FC236}">
                  <a16:creationId xmlns:a16="http://schemas.microsoft.com/office/drawing/2014/main" id="{6FC99DB5-080D-4208-B8BA-268A523D1922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11">
              <a:extLst>
                <a:ext uri="{FF2B5EF4-FFF2-40B4-BE49-F238E27FC236}">
                  <a16:creationId xmlns:a16="http://schemas.microsoft.com/office/drawing/2014/main" id="{3159D894-6ED5-4CE2-9F56-9529DD1F9CEE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2">
              <a:extLst>
                <a:ext uri="{FF2B5EF4-FFF2-40B4-BE49-F238E27FC236}">
                  <a16:creationId xmlns:a16="http://schemas.microsoft.com/office/drawing/2014/main" id="{F4FB8AEE-9815-44E9-B73F-2FB3646FD0EA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8" name="Progression 13">
              <a:extLst>
                <a:ext uri="{FF2B5EF4-FFF2-40B4-BE49-F238E27FC236}">
                  <a16:creationId xmlns:a16="http://schemas.microsoft.com/office/drawing/2014/main" id="{3B4A240F-BD63-4FA6-BCD2-7C24C9FBC394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046815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ED1E8D0E-7A4F-4888-63E5-AFF3617D64F0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CDDDE8F5-2D13-4C6A-8EF0-A0A51E8F1A93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764A8704-949B-4757-887A-FE35AF21D540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66EB1EB5-B850-4C7D-B81C-B00BF99A9BC2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960C96FA-A3EE-414C-9692-D7C204FAE380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FA541110-1B98-4DE3-8C2F-864612190365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E4B26E7B-DF45-4BEB-BCBD-1FE8167DBDA6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EA957465-431C-4D90-8AE5-586DC87910A4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06C7B1EA-59D5-4704-9AC4-B74066D8C0E9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E56761-67BD-4A5F-88B6-3F7BE31C36D9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335DDC75-B4B6-44AE-B8EC-03B09F815852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11">
              <a:extLst>
                <a:ext uri="{FF2B5EF4-FFF2-40B4-BE49-F238E27FC236}">
                  <a16:creationId xmlns:a16="http://schemas.microsoft.com/office/drawing/2014/main" id="{43BE5BE4-4B4E-4302-B8AA-44D40F4EA119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12">
              <a:extLst>
                <a:ext uri="{FF2B5EF4-FFF2-40B4-BE49-F238E27FC236}">
                  <a16:creationId xmlns:a16="http://schemas.microsoft.com/office/drawing/2014/main" id="{390976EA-7626-436C-86EE-AB05DA4AB1AA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3">
              <a:extLst>
                <a:ext uri="{FF2B5EF4-FFF2-40B4-BE49-F238E27FC236}">
                  <a16:creationId xmlns:a16="http://schemas.microsoft.com/office/drawing/2014/main" id="{99C4CD61-08E3-40ED-9EDC-870E4F2715B3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5897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395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749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247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601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099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453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951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305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803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53" name="Barre de progression">
            <a:extLst>
              <a:ext uri="{FF2B5EF4-FFF2-40B4-BE49-F238E27FC236}">
                <a16:creationId xmlns:a16="http://schemas.microsoft.com/office/drawing/2014/main" id="{E88042C8-13CE-3150-3291-46B14CDAF89B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0" name="Progression 1">
              <a:extLst>
                <a:ext uri="{FF2B5EF4-FFF2-40B4-BE49-F238E27FC236}">
                  <a16:creationId xmlns:a16="http://schemas.microsoft.com/office/drawing/2014/main" id="{88781BCD-7177-4FCE-B56B-911127D1A405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2">
              <a:extLst>
                <a:ext uri="{FF2B5EF4-FFF2-40B4-BE49-F238E27FC236}">
                  <a16:creationId xmlns:a16="http://schemas.microsoft.com/office/drawing/2014/main" id="{AAA79263-B162-47F7-B6D6-3CE7E320FE59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3">
              <a:extLst>
                <a:ext uri="{FF2B5EF4-FFF2-40B4-BE49-F238E27FC236}">
                  <a16:creationId xmlns:a16="http://schemas.microsoft.com/office/drawing/2014/main" id="{8A5238C5-A09E-41BC-A7B9-8E432641893D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4">
              <a:extLst>
                <a:ext uri="{FF2B5EF4-FFF2-40B4-BE49-F238E27FC236}">
                  <a16:creationId xmlns:a16="http://schemas.microsoft.com/office/drawing/2014/main" id="{BBD999DB-C270-4EF6-B896-D0B1B98F97A2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5">
              <a:extLst>
                <a:ext uri="{FF2B5EF4-FFF2-40B4-BE49-F238E27FC236}">
                  <a16:creationId xmlns:a16="http://schemas.microsoft.com/office/drawing/2014/main" id="{BBECBD0B-5C65-4466-BFDC-13AB92BF926D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6">
              <a:extLst>
                <a:ext uri="{FF2B5EF4-FFF2-40B4-BE49-F238E27FC236}">
                  <a16:creationId xmlns:a16="http://schemas.microsoft.com/office/drawing/2014/main" id="{43B88908-4BBB-456F-B46C-513A3F7D62ED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7">
              <a:extLst>
                <a:ext uri="{FF2B5EF4-FFF2-40B4-BE49-F238E27FC236}">
                  <a16:creationId xmlns:a16="http://schemas.microsoft.com/office/drawing/2014/main" id="{4E950CD7-AB02-46E3-8684-5C350F758DA1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8">
              <a:extLst>
                <a:ext uri="{FF2B5EF4-FFF2-40B4-BE49-F238E27FC236}">
                  <a16:creationId xmlns:a16="http://schemas.microsoft.com/office/drawing/2014/main" id="{9237F497-D8DD-4C2D-B726-89A56527C1B4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9">
              <a:extLst>
                <a:ext uri="{FF2B5EF4-FFF2-40B4-BE49-F238E27FC236}">
                  <a16:creationId xmlns:a16="http://schemas.microsoft.com/office/drawing/2014/main" id="{EC0D898D-18AD-4ACC-948E-92479EF2D42B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9" name="Progression 10">
              <a:extLst>
                <a:ext uri="{FF2B5EF4-FFF2-40B4-BE49-F238E27FC236}">
                  <a16:creationId xmlns:a16="http://schemas.microsoft.com/office/drawing/2014/main" id="{E411873A-F7D8-4680-B1B4-55DF87075446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11">
              <a:extLst>
                <a:ext uri="{FF2B5EF4-FFF2-40B4-BE49-F238E27FC236}">
                  <a16:creationId xmlns:a16="http://schemas.microsoft.com/office/drawing/2014/main" id="{86458DBB-5B4F-4933-AB18-3699E570B751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12">
              <a:extLst>
                <a:ext uri="{FF2B5EF4-FFF2-40B4-BE49-F238E27FC236}">
                  <a16:creationId xmlns:a16="http://schemas.microsoft.com/office/drawing/2014/main" id="{655CE9B7-A908-4D7A-BE67-073429EFDC08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13">
              <a:extLst>
                <a:ext uri="{FF2B5EF4-FFF2-40B4-BE49-F238E27FC236}">
                  <a16:creationId xmlns:a16="http://schemas.microsoft.com/office/drawing/2014/main" id="{B6B6D4EB-78B2-406D-9DDD-41E11D7C4BDD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497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606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3503981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606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606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585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695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080" y="3503981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695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695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5674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783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169" y="3503981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783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783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497" y="5639105"/>
            <a:ext cx="740389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600" dirty="0"/>
          </a:p>
        </p:txBody>
      </p:sp>
      <p:grpSp>
        <p:nvGrpSpPr>
          <p:cNvPr id="54" name="Barre de progression">
            <a:extLst>
              <a:ext uri="{FF2B5EF4-FFF2-40B4-BE49-F238E27FC236}">
                <a16:creationId xmlns:a16="http://schemas.microsoft.com/office/drawing/2014/main" id="{6832472A-46EC-0D4B-C813-9516738730E4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1" name="Progression 1">
              <a:extLst>
                <a:ext uri="{FF2B5EF4-FFF2-40B4-BE49-F238E27FC236}">
                  <a16:creationId xmlns:a16="http://schemas.microsoft.com/office/drawing/2014/main" id="{B7A3A79F-E64A-4AB1-9954-BDA41FAACCED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2">
              <a:extLst>
                <a:ext uri="{FF2B5EF4-FFF2-40B4-BE49-F238E27FC236}">
                  <a16:creationId xmlns:a16="http://schemas.microsoft.com/office/drawing/2014/main" id="{C7FDC628-FEC9-410D-A8CF-7E12847BB9DB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3">
              <a:extLst>
                <a:ext uri="{FF2B5EF4-FFF2-40B4-BE49-F238E27FC236}">
                  <a16:creationId xmlns:a16="http://schemas.microsoft.com/office/drawing/2014/main" id="{1151CA3E-A8DA-4813-AF4B-A4F73044B29B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4">
              <a:extLst>
                <a:ext uri="{FF2B5EF4-FFF2-40B4-BE49-F238E27FC236}">
                  <a16:creationId xmlns:a16="http://schemas.microsoft.com/office/drawing/2014/main" id="{5C6A36D5-5F69-4584-B90E-7643F0E48245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5">
              <a:extLst>
                <a:ext uri="{FF2B5EF4-FFF2-40B4-BE49-F238E27FC236}">
                  <a16:creationId xmlns:a16="http://schemas.microsoft.com/office/drawing/2014/main" id="{FA0C71C1-372F-430D-A654-F44BC7AF4CB0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6">
              <a:extLst>
                <a:ext uri="{FF2B5EF4-FFF2-40B4-BE49-F238E27FC236}">
                  <a16:creationId xmlns:a16="http://schemas.microsoft.com/office/drawing/2014/main" id="{E1E7554A-0DF1-4BAA-8C02-9B4E093F3B89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7">
              <a:extLst>
                <a:ext uri="{FF2B5EF4-FFF2-40B4-BE49-F238E27FC236}">
                  <a16:creationId xmlns:a16="http://schemas.microsoft.com/office/drawing/2014/main" id="{1A9BFA2B-F405-4869-B683-085D9EDCC637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8">
              <a:extLst>
                <a:ext uri="{FF2B5EF4-FFF2-40B4-BE49-F238E27FC236}">
                  <a16:creationId xmlns:a16="http://schemas.microsoft.com/office/drawing/2014/main" id="{A28A5DE0-863E-4160-A194-70E1A036564E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9" name="Progression 9">
              <a:extLst>
                <a:ext uri="{FF2B5EF4-FFF2-40B4-BE49-F238E27FC236}">
                  <a16:creationId xmlns:a16="http://schemas.microsoft.com/office/drawing/2014/main" id="{08E1BDD2-75F8-4090-9E4B-024F85271C6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10">
              <a:extLst>
                <a:ext uri="{FF2B5EF4-FFF2-40B4-BE49-F238E27FC236}">
                  <a16:creationId xmlns:a16="http://schemas.microsoft.com/office/drawing/2014/main" id="{48937B5E-1291-496C-83B1-FB07C83F3E78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11">
              <a:extLst>
                <a:ext uri="{FF2B5EF4-FFF2-40B4-BE49-F238E27FC236}">
                  <a16:creationId xmlns:a16="http://schemas.microsoft.com/office/drawing/2014/main" id="{59DBE436-A997-4101-8122-8C21BE2A8248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12">
              <a:extLst>
                <a:ext uri="{FF2B5EF4-FFF2-40B4-BE49-F238E27FC236}">
                  <a16:creationId xmlns:a16="http://schemas.microsoft.com/office/drawing/2014/main" id="{9F55C7F2-D56B-49E1-B38A-660C09F4F5E1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13">
              <a:extLst>
                <a:ext uri="{FF2B5EF4-FFF2-40B4-BE49-F238E27FC236}">
                  <a16:creationId xmlns:a16="http://schemas.microsoft.com/office/drawing/2014/main" id="{707F3DD1-97FD-4A3A-BAA1-5DCA6B9756CB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52" name="Barre de progression">
            <a:extLst>
              <a:ext uri="{FF2B5EF4-FFF2-40B4-BE49-F238E27FC236}">
                <a16:creationId xmlns:a16="http://schemas.microsoft.com/office/drawing/2014/main" id="{B9FD6872-4A97-828E-2917-9F0B5626B23D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805EEEC-A38A-46DD-A427-718D38AE64D0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4BD1AC2E-2F49-476E-A02B-2DBAD0FB1215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8F1F9EF4-6401-41B6-B6E9-C20A067A5A42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FD171E53-24EC-4B96-8FEA-FE3BFCD3C75E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0CEE39E4-B5D9-4161-8656-D544CF3A0906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07156EAE-4AB2-4384-9CC1-04EF3F08CAE1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E4D2804C-B471-4610-BC0B-35D8F70B453B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F07C284B-1BE4-4D6F-8C2A-885B81004A7E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289B4EDA-B9FE-46E3-BBE3-C0A2D22AA4C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2045DC53-7109-4BF3-82CA-9F54449F32B1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9" name="Progression 11">
              <a:extLst>
                <a:ext uri="{FF2B5EF4-FFF2-40B4-BE49-F238E27FC236}">
                  <a16:creationId xmlns:a16="http://schemas.microsoft.com/office/drawing/2014/main" id="{C4B77C7C-7F07-4259-BA90-70F9A153F8CB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12">
              <a:extLst>
                <a:ext uri="{FF2B5EF4-FFF2-40B4-BE49-F238E27FC236}">
                  <a16:creationId xmlns:a16="http://schemas.microsoft.com/office/drawing/2014/main" id="{CE261691-0102-4F38-8A01-F3D4BF634209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13">
              <a:extLst>
                <a:ext uri="{FF2B5EF4-FFF2-40B4-BE49-F238E27FC236}">
                  <a16:creationId xmlns:a16="http://schemas.microsoft.com/office/drawing/2014/main" id="{DF3DBF84-2B68-443E-BA05-04D1262A88AF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60" name="Barre de progression">
            <a:extLst>
              <a:ext uri="{FF2B5EF4-FFF2-40B4-BE49-F238E27FC236}">
                <a16:creationId xmlns:a16="http://schemas.microsoft.com/office/drawing/2014/main" id="{643CDF14-D799-7D44-7688-459FD6BFE3E9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47" name="Progression 1">
              <a:extLst>
                <a:ext uri="{FF2B5EF4-FFF2-40B4-BE49-F238E27FC236}">
                  <a16:creationId xmlns:a16="http://schemas.microsoft.com/office/drawing/2014/main" id="{8CF8E359-0A0E-43E6-A521-ABC8B876568F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2">
              <a:extLst>
                <a:ext uri="{FF2B5EF4-FFF2-40B4-BE49-F238E27FC236}">
                  <a16:creationId xmlns:a16="http://schemas.microsoft.com/office/drawing/2014/main" id="{B682DF9C-E3B3-40AE-A54B-A5D4FF6B96A7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9" name="Progression 3">
              <a:extLst>
                <a:ext uri="{FF2B5EF4-FFF2-40B4-BE49-F238E27FC236}">
                  <a16:creationId xmlns:a16="http://schemas.microsoft.com/office/drawing/2014/main" id="{D9B5DD69-B3A5-4D1C-B406-AA55F1E1ED8B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4">
              <a:extLst>
                <a:ext uri="{FF2B5EF4-FFF2-40B4-BE49-F238E27FC236}">
                  <a16:creationId xmlns:a16="http://schemas.microsoft.com/office/drawing/2014/main" id="{F231A380-58C1-4711-B05A-0A2487B72DCE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5">
              <a:extLst>
                <a:ext uri="{FF2B5EF4-FFF2-40B4-BE49-F238E27FC236}">
                  <a16:creationId xmlns:a16="http://schemas.microsoft.com/office/drawing/2014/main" id="{2093E53A-32E2-401D-B879-68393F6C425C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2" name="Progression 6">
              <a:extLst>
                <a:ext uri="{FF2B5EF4-FFF2-40B4-BE49-F238E27FC236}">
                  <a16:creationId xmlns:a16="http://schemas.microsoft.com/office/drawing/2014/main" id="{CC08D6CA-4EAC-495C-B0E8-F490A435F757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3" name="Progression 7">
              <a:extLst>
                <a:ext uri="{FF2B5EF4-FFF2-40B4-BE49-F238E27FC236}">
                  <a16:creationId xmlns:a16="http://schemas.microsoft.com/office/drawing/2014/main" id="{434A8EB2-FF73-436E-96CC-046EBE2A0D9F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4" name="Progression 8">
              <a:extLst>
                <a:ext uri="{FF2B5EF4-FFF2-40B4-BE49-F238E27FC236}">
                  <a16:creationId xmlns:a16="http://schemas.microsoft.com/office/drawing/2014/main" id="{DECCB756-E482-4F33-B76A-4CA859387993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5" name="Progression 9">
              <a:extLst>
                <a:ext uri="{FF2B5EF4-FFF2-40B4-BE49-F238E27FC236}">
                  <a16:creationId xmlns:a16="http://schemas.microsoft.com/office/drawing/2014/main" id="{8FF8A299-7F0B-4FFC-9FB9-6D4D79BEBD81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6" name="Progression 10">
              <a:extLst>
                <a:ext uri="{FF2B5EF4-FFF2-40B4-BE49-F238E27FC236}">
                  <a16:creationId xmlns:a16="http://schemas.microsoft.com/office/drawing/2014/main" id="{0314A12B-EC37-4C97-947D-7127AC263BA4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7" name="Progression 11">
              <a:extLst>
                <a:ext uri="{FF2B5EF4-FFF2-40B4-BE49-F238E27FC236}">
                  <a16:creationId xmlns:a16="http://schemas.microsoft.com/office/drawing/2014/main" id="{05E660CD-D42B-4185-8EDC-E833C27FAF4E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8" name="Progression 12">
              <a:extLst>
                <a:ext uri="{FF2B5EF4-FFF2-40B4-BE49-F238E27FC236}">
                  <a16:creationId xmlns:a16="http://schemas.microsoft.com/office/drawing/2014/main" id="{D72893B2-734C-4D20-A58A-8D61262E2F2B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9" name="Progression 13">
              <a:extLst>
                <a:ext uri="{FF2B5EF4-FFF2-40B4-BE49-F238E27FC236}">
                  <a16:creationId xmlns:a16="http://schemas.microsoft.com/office/drawing/2014/main" id="{0AD8E088-68F5-4F76-B037-B3809529EAED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22.37-40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52" name="Barre de progression">
            <a:extLst>
              <a:ext uri="{FF2B5EF4-FFF2-40B4-BE49-F238E27FC236}">
                <a16:creationId xmlns:a16="http://schemas.microsoft.com/office/drawing/2014/main" id="{8731F237-B8DD-5BC3-1FDC-2419887AAFF7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FB675B45-C906-4E5A-94FD-8851171AE3C8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DF55F91E-49CE-444A-A4E1-7B81A3D5CE81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03F1A9A2-93CD-4B84-AF64-CAB5D629D392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C3889FBA-445B-485E-86DD-1309EE1D78BA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A5B3AEA1-957B-4F62-9778-4E875B0FBF54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55676E1-794D-49E6-947D-70284B243D11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2D46A7B5-C8DD-4032-8F5E-81AA16061683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43C00C98-853D-4007-8966-FF52B8A6C9D0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C7FF4EFF-DB8A-4E7F-A6B0-DF05022AE9F5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44670D04-632B-40C4-A4C3-AD5383098334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9" name="Progression 11">
              <a:extLst>
                <a:ext uri="{FF2B5EF4-FFF2-40B4-BE49-F238E27FC236}">
                  <a16:creationId xmlns:a16="http://schemas.microsoft.com/office/drawing/2014/main" id="{9B89C144-60C8-4DC5-916C-FE932B2C087F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0" name="Progression 12">
              <a:extLst>
                <a:ext uri="{FF2B5EF4-FFF2-40B4-BE49-F238E27FC236}">
                  <a16:creationId xmlns:a16="http://schemas.microsoft.com/office/drawing/2014/main" id="{99544B96-4A67-432B-9CEF-6C98AB92C1E6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51" name="Progression 13">
              <a:extLst>
                <a:ext uri="{FF2B5EF4-FFF2-40B4-BE49-F238E27FC236}">
                  <a16:creationId xmlns:a16="http://schemas.microsoft.com/office/drawing/2014/main" id="{65EB4BB1-889F-486A-854C-C5606D3C07FC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F0EE-A3C4-6B5F-6CF4-8F746ED1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585A3AFD-6347-EA8D-0B58-FC82321C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555" y="76200"/>
            <a:ext cx="11288888" cy="6350000"/>
          </a:xfrm>
          <a:prstGeom prst="rect">
            <a:avLst/>
          </a:prstGeom>
        </p:spPr>
      </p:pic>
      <p:grpSp>
        <p:nvGrpSpPr>
          <p:cNvPr id="21" name="Barre de progression">
            <a:extLst>
              <a:ext uri="{FF2B5EF4-FFF2-40B4-BE49-F238E27FC236}">
                <a16:creationId xmlns:a16="http://schemas.microsoft.com/office/drawing/2014/main" id="{1DE1EDDA-16F7-004A-0840-9F8C237D1FE6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471C2ADD-3FC4-40E5-98CD-8FEB682264B6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B8FA0CA7-E7B9-4F01-94D0-B02FC74421F5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0A756100-5D95-4A45-AFF2-8212692068F5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F2EF48A3-A2DE-44E6-B5DE-088C9AC26A05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193F8FEA-CA0B-4284-8762-CC7249CC3BB7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D00A42C3-2CB4-4E87-B522-50D0B1CBB770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1532C10B-35C2-483F-BE8C-85300EF953B8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7C321E11-2858-4A31-9F81-DD9338EE4D11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E07AD625-F346-4588-8F47-D7AEF13D0E02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561E440B-6B71-4542-A772-9C27215C4C8A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8" name="Progression 11">
              <a:extLst>
                <a:ext uri="{FF2B5EF4-FFF2-40B4-BE49-F238E27FC236}">
                  <a16:creationId xmlns:a16="http://schemas.microsoft.com/office/drawing/2014/main" id="{83434417-37AD-486E-BC26-1D1A6037DF8B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9" name="Progression 12">
              <a:extLst>
                <a:ext uri="{FF2B5EF4-FFF2-40B4-BE49-F238E27FC236}">
                  <a16:creationId xmlns:a16="http://schemas.microsoft.com/office/drawing/2014/main" id="{8E97008A-548C-40D9-B593-4CB084F46228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0" name="Progression 13">
              <a:extLst>
                <a:ext uri="{FF2B5EF4-FFF2-40B4-BE49-F238E27FC236}">
                  <a16:creationId xmlns:a16="http://schemas.microsoft.com/office/drawing/2014/main" id="{7F4C8B0C-F613-42BA-A5E7-3AF7B210B117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1357812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/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Régénération – Prière Puritaine </a:t>
            </a:r>
            <a:endParaRPr lang="fr-CA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4434840"/>
          </a:xfrm>
          <a:prstGeom prst="roundRect">
            <a:avLst>
              <a:gd name="adj" fmla="val 247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Prière"/>
          <p:cNvSpPr txBox="1"/>
          <p:nvPr/>
        </p:nvSpPr>
        <p:spPr>
          <a:xfrm>
            <a:off x="822960" y="2103120"/>
            <a:ext cx="64008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des cieux les plus élevés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Occupe le trône de mon cœur,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es digne d’être loué de tout mon souffle,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m’as aimé, épousé et reçu,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J’étais mort dans l’iniquité,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ton Esprit m’a vivifié,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présence est pour moi un trésor de paix sans fin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provocation ne peut me séparer de ta bienveillance,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alors à marcher d’une manière digne de ton amour,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Protège-moi afin qu’aucun mal ne m’infecte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Laisse-moi mettre de côté tous les péchés admirés de beaucoup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à marcher à tes côtés,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je sois désormais sel de la terre et bénédiction pour tous.</a:t>
            </a:r>
            <a:endParaRPr lang="fr-CA" sz="1800" dirty="0"/>
          </a:p>
        </p:txBody>
      </p:sp>
      <p:sp>
        <p:nvSpPr>
          <p:cNvPr id="8" name="Source"/>
          <p:cNvSpPr txBox="1"/>
          <p:nvPr/>
        </p:nvSpPr>
        <p:spPr>
          <a:xfrm>
            <a:off x="7772400" y="5897880"/>
            <a:ext cx="387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Vallée de la vision,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prières puritaines réunies par Arthur Bennett</a:t>
            </a:r>
            <a:endParaRPr lang="fr-CA" sz="1400" dirty="0"/>
          </a:p>
        </p:txBody>
      </p:sp>
      <p:pic>
        <p:nvPicPr>
          <p:cNvPr id="21" name="Image 20" descr="Image #0 du produit La vallée de la vision">
            <a:extLst>
              <a:ext uri="{FF2B5EF4-FFF2-40B4-BE49-F238E27FC236}">
                <a16:creationId xmlns:a16="http://schemas.microsoft.com/office/drawing/2014/main" id="{985A64D6-6A44-6121-75FC-921BEAB2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850" y="1920240"/>
            <a:ext cx="2236600" cy="3683000"/>
          </a:xfrm>
          <a:prstGeom prst="rect">
            <a:avLst/>
          </a:prstGeom>
          <a:ln w="9525">
            <a:solidFill>
              <a:srgbClr val="4A3A30"/>
            </a:solidFill>
          </a:ln>
          <a:effectLst>
            <a:outerShdw blurRad="228600" dist="38100" dir="5400000" algn="t" rotWithShape="0">
              <a:srgbClr val="000000">
                <a:alpha val="60000"/>
              </a:srgbClr>
            </a:outerShdw>
          </a:effectLst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BB9DAB09-E1E3-8358-8A6B-49E652740C3E}"/>
              </a:ext>
            </a:extLst>
          </p:cNvPr>
          <p:cNvGrpSpPr/>
          <p:nvPr/>
        </p:nvGrpSpPr>
        <p:grpSpPr>
          <a:xfrm>
            <a:off x="546100" y="6527800"/>
            <a:ext cx="11099799" cy="63500"/>
            <a:chOff x="546100" y="6527800"/>
            <a:chExt cx="11099799" cy="63500"/>
          </a:xfrm>
        </p:grpSpPr>
        <p:sp>
          <p:nvSpPr>
            <p:cNvPr id="7" name="Progression 1">
              <a:extLst>
                <a:ext uri="{FF2B5EF4-FFF2-40B4-BE49-F238E27FC236}">
                  <a16:creationId xmlns:a16="http://schemas.microsoft.com/office/drawing/2014/main" id="{01661079-2BDF-4745-B058-5F457ED2C3B4}"/>
                </a:ext>
              </a:extLst>
            </p:cNvPr>
            <p:cNvSpPr/>
            <p:nvPr/>
          </p:nvSpPr>
          <p:spPr>
            <a:xfrm>
              <a:off x="54610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0" name="Progression 2">
              <a:extLst>
                <a:ext uri="{FF2B5EF4-FFF2-40B4-BE49-F238E27FC236}">
                  <a16:creationId xmlns:a16="http://schemas.microsoft.com/office/drawing/2014/main" id="{D42F89E9-40D7-4D90-B5E4-06D7C50DAC56}"/>
                </a:ext>
              </a:extLst>
            </p:cNvPr>
            <p:cNvSpPr/>
            <p:nvPr/>
          </p:nvSpPr>
          <p:spPr>
            <a:xfrm>
              <a:off x="1405792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2" name="Progression 3">
              <a:extLst>
                <a:ext uri="{FF2B5EF4-FFF2-40B4-BE49-F238E27FC236}">
                  <a16:creationId xmlns:a16="http://schemas.microsoft.com/office/drawing/2014/main" id="{65DF7894-4440-4CB7-A8E9-229B7D2FD94C}"/>
                </a:ext>
              </a:extLst>
            </p:cNvPr>
            <p:cNvSpPr/>
            <p:nvPr/>
          </p:nvSpPr>
          <p:spPr>
            <a:xfrm>
              <a:off x="2265484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4">
              <a:extLst>
                <a:ext uri="{FF2B5EF4-FFF2-40B4-BE49-F238E27FC236}">
                  <a16:creationId xmlns:a16="http://schemas.microsoft.com/office/drawing/2014/main" id="{DCB81A21-02F8-4B95-9C34-898961CA6745}"/>
                </a:ext>
              </a:extLst>
            </p:cNvPr>
            <p:cNvSpPr/>
            <p:nvPr/>
          </p:nvSpPr>
          <p:spPr>
            <a:xfrm>
              <a:off x="312517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4" name="Progression 5">
              <a:extLst>
                <a:ext uri="{FF2B5EF4-FFF2-40B4-BE49-F238E27FC236}">
                  <a16:creationId xmlns:a16="http://schemas.microsoft.com/office/drawing/2014/main" id="{AF007710-8E4B-4C47-B333-7D2E49399178}"/>
                </a:ext>
              </a:extLst>
            </p:cNvPr>
            <p:cNvSpPr/>
            <p:nvPr/>
          </p:nvSpPr>
          <p:spPr>
            <a:xfrm>
              <a:off x="3984869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6">
              <a:extLst>
                <a:ext uri="{FF2B5EF4-FFF2-40B4-BE49-F238E27FC236}">
                  <a16:creationId xmlns:a16="http://schemas.microsoft.com/office/drawing/2014/main" id="{A4AADDE2-1E94-4F4A-9ACB-8670615A4E37}"/>
                </a:ext>
              </a:extLst>
            </p:cNvPr>
            <p:cNvSpPr/>
            <p:nvPr/>
          </p:nvSpPr>
          <p:spPr>
            <a:xfrm>
              <a:off x="4844561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7">
              <a:extLst>
                <a:ext uri="{FF2B5EF4-FFF2-40B4-BE49-F238E27FC236}">
                  <a16:creationId xmlns:a16="http://schemas.microsoft.com/office/drawing/2014/main" id="{B7E30EBD-4A89-4072-BEE5-742C99C604EE}"/>
                </a:ext>
              </a:extLst>
            </p:cNvPr>
            <p:cNvSpPr/>
            <p:nvPr/>
          </p:nvSpPr>
          <p:spPr>
            <a:xfrm>
              <a:off x="570425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8">
              <a:extLst>
                <a:ext uri="{FF2B5EF4-FFF2-40B4-BE49-F238E27FC236}">
                  <a16:creationId xmlns:a16="http://schemas.microsoft.com/office/drawing/2014/main" id="{1212E819-AE92-459B-9819-9148B3219F9A}"/>
                </a:ext>
              </a:extLst>
            </p:cNvPr>
            <p:cNvSpPr/>
            <p:nvPr/>
          </p:nvSpPr>
          <p:spPr>
            <a:xfrm>
              <a:off x="6563946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9">
              <a:extLst>
                <a:ext uri="{FF2B5EF4-FFF2-40B4-BE49-F238E27FC236}">
                  <a16:creationId xmlns:a16="http://schemas.microsoft.com/office/drawing/2014/main" id="{2E1EB68E-F50D-4753-A0C2-88705496ABDA}"/>
                </a:ext>
              </a:extLst>
            </p:cNvPr>
            <p:cNvSpPr/>
            <p:nvPr/>
          </p:nvSpPr>
          <p:spPr>
            <a:xfrm>
              <a:off x="7423638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10">
              <a:extLst>
                <a:ext uri="{FF2B5EF4-FFF2-40B4-BE49-F238E27FC236}">
                  <a16:creationId xmlns:a16="http://schemas.microsoft.com/office/drawing/2014/main" id="{2964979C-5A00-4998-8C2F-038C89FFDEEA}"/>
                </a:ext>
              </a:extLst>
            </p:cNvPr>
            <p:cNvSpPr/>
            <p:nvPr/>
          </p:nvSpPr>
          <p:spPr>
            <a:xfrm>
              <a:off x="8283330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11">
              <a:extLst>
                <a:ext uri="{FF2B5EF4-FFF2-40B4-BE49-F238E27FC236}">
                  <a16:creationId xmlns:a16="http://schemas.microsoft.com/office/drawing/2014/main" id="{CBC5EE45-D370-4C64-94E1-2EDBBB336C65}"/>
                </a:ext>
              </a:extLst>
            </p:cNvPr>
            <p:cNvSpPr/>
            <p:nvPr/>
          </p:nvSpPr>
          <p:spPr>
            <a:xfrm>
              <a:off x="9143023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12">
              <a:extLst>
                <a:ext uri="{FF2B5EF4-FFF2-40B4-BE49-F238E27FC236}">
                  <a16:creationId xmlns:a16="http://schemas.microsoft.com/office/drawing/2014/main" id="{A6E15103-1131-4E69-A2B8-C2AFAE371789}"/>
                </a:ext>
              </a:extLst>
            </p:cNvPr>
            <p:cNvSpPr/>
            <p:nvPr/>
          </p:nvSpPr>
          <p:spPr>
            <a:xfrm>
              <a:off x="10002715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3">
              <a:extLst>
                <a:ext uri="{FF2B5EF4-FFF2-40B4-BE49-F238E27FC236}">
                  <a16:creationId xmlns:a16="http://schemas.microsoft.com/office/drawing/2014/main" id="{B23EBD94-D213-4314-A28C-C64FD6D26EAB}"/>
                </a:ext>
              </a:extLst>
            </p:cNvPr>
            <p:cNvSpPr/>
            <p:nvPr/>
          </p:nvSpPr>
          <p:spPr>
            <a:xfrm>
              <a:off x="10862407" y="6527800"/>
              <a:ext cx="783492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0790652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8C73C2C-8C8B-4DCC-BDE8-7D3BB3E0DB7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88301e64-8842-4c93-b2a3-1863a8fd414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4730</Words>
  <Application>Microsoft Office PowerPoint</Application>
  <PresentationFormat>Grand écran</PresentationFormat>
  <Paragraphs>458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Présentation PowerPoint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  <vt:lpstr>Présentation PowerPoint</vt:lpstr>
      <vt:lpstr>La Régénération – Prière Puritaine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2026-09-30T13:14:18Z</dcterms:created>
  <dcterms:modified xsi:type="dcterms:W3CDTF">2026-09-30T14:01:48Z</dcterms:modified>
</cp:coreProperties>
</file>