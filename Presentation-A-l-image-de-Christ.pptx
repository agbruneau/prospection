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71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7" dt="2026-09-30T14:07:27.0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4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 sldOrd">
      <pc:chgData name="André-Guy Bruneau" userId="c9f3b82d5570fc32" providerId="LiveId" clId="{C4496A7D-9A64-4B82-9835-F710A7718518}" dt="2026-09-30T14:08:28.720" v="2192"/>
      <pc:docMkLst>
        <pc:docMk/>
      </pc:docMkLst>
      <pc:sldChg chg="addSp delSp modSp mod">
        <pc:chgData name="André-Guy Bruneau" userId="c9f3b82d5570fc32" providerId="LiveId" clId="{C4496A7D-9A64-4B82-9835-F710A7718518}" dt="2026-09-30T14:08:28.503" v="1544"/>
        <pc:sldMkLst>
          <pc:docMk/>
          <pc:sldMk cId="0" sldId="256"/>
        </pc:sldMkLst>
        <pc:spChg chg="add mod">
          <ac:chgData name="André-Guy Bruneau" userId="c9f3b82d5570fc32" providerId="LiveId" clId="{C4496A7D-9A64-4B82-9835-F710A7718518}" dt="2026-09-30T14:06:21.895" v="1031"/>
          <ac:spMkLst>
            <pc:docMk/>
            <pc:sldMk cId="0" sldId="256"/>
            <ac:spMk id="19" creationId="{92A99743-F191-4E7C-9AAE-59D60A22D00B}"/>
          </ac:spMkLst>
        </pc:spChg>
        <pc:spChg chg="add mod">
          <ac:chgData name="André-Guy Bruneau" userId="c9f3b82d5570fc32" providerId="LiveId" clId="{C4496A7D-9A64-4B82-9835-F710A7718518}" dt="2026-09-30T14:06:21.895" v="1034"/>
          <ac:spMkLst>
            <pc:docMk/>
            <pc:sldMk cId="0" sldId="256"/>
            <ac:spMk id="20" creationId="{33039D3B-02AB-40A5-B2BE-3AF2411DC5CB}"/>
          </ac:spMkLst>
        </pc:spChg>
        <pc:spChg chg="add mod">
          <ac:chgData name="André-Guy Bruneau" userId="c9f3b82d5570fc32" providerId="LiveId" clId="{C4496A7D-9A64-4B82-9835-F710A7718518}" dt="2026-09-30T14:06:21.895" v="1037"/>
          <ac:spMkLst>
            <pc:docMk/>
            <pc:sldMk cId="0" sldId="256"/>
            <ac:spMk id="21" creationId="{29D83B14-7EB8-4E64-A8B6-E8F6131E8DCB}"/>
          </ac:spMkLst>
        </pc:spChg>
        <pc:spChg chg="add mod">
          <ac:chgData name="André-Guy Bruneau" userId="c9f3b82d5570fc32" providerId="LiveId" clId="{C4496A7D-9A64-4B82-9835-F710A7718518}" dt="2026-09-30T14:06:21.895" v="1040"/>
          <ac:spMkLst>
            <pc:docMk/>
            <pc:sldMk cId="0" sldId="256"/>
            <ac:spMk id="22" creationId="{75755B7F-C211-4A9B-97A7-FC41A30FDC12}"/>
          </ac:spMkLst>
        </pc:spChg>
        <pc:spChg chg="add mod">
          <ac:chgData name="André-Guy Bruneau" userId="c9f3b82d5570fc32" providerId="LiveId" clId="{C4496A7D-9A64-4B82-9835-F710A7718518}" dt="2026-09-30T14:06:21.895" v="1043"/>
          <ac:spMkLst>
            <pc:docMk/>
            <pc:sldMk cId="0" sldId="256"/>
            <ac:spMk id="23" creationId="{94CF01C0-1F44-46B1-A81D-041BFE3F4DFA}"/>
          </ac:spMkLst>
        </pc:spChg>
        <pc:spChg chg="add mod">
          <ac:chgData name="André-Guy Bruneau" userId="c9f3b82d5570fc32" providerId="LiveId" clId="{C4496A7D-9A64-4B82-9835-F710A7718518}" dt="2026-09-30T14:06:21.897" v="1046"/>
          <ac:spMkLst>
            <pc:docMk/>
            <pc:sldMk cId="0" sldId="256"/>
            <ac:spMk id="24" creationId="{2F229F42-48D7-4D62-A7C9-55E0985427C6}"/>
          </ac:spMkLst>
        </pc:spChg>
        <pc:spChg chg="add mod">
          <ac:chgData name="André-Guy Bruneau" userId="c9f3b82d5570fc32" providerId="LiveId" clId="{C4496A7D-9A64-4B82-9835-F710A7718518}" dt="2026-09-30T14:06:21.897" v="1049"/>
          <ac:spMkLst>
            <pc:docMk/>
            <pc:sldMk cId="0" sldId="256"/>
            <ac:spMk id="25" creationId="{99128C25-FAF4-46A8-B3B3-7C387E5DC92F}"/>
          </ac:spMkLst>
        </pc:spChg>
        <pc:spChg chg="add mod">
          <ac:chgData name="André-Guy Bruneau" userId="c9f3b82d5570fc32" providerId="LiveId" clId="{C4496A7D-9A64-4B82-9835-F710A7718518}" dt="2026-09-30T14:06:21.897" v="1052"/>
          <ac:spMkLst>
            <pc:docMk/>
            <pc:sldMk cId="0" sldId="256"/>
            <ac:spMk id="26" creationId="{B3CA88F0-1691-450A-B09E-4908ECB9808C}"/>
          </ac:spMkLst>
        </pc:spChg>
        <pc:spChg chg="add mod">
          <ac:chgData name="André-Guy Bruneau" userId="c9f3b82d5570fc32" providerId="LiveId" clId="{C4496A7D-9A64-4B82-9835-F710A7718518}" dt="2026-09-30T14:06:21.897" v="1055"/>
          <ac:spMkLst>
            <pc:docMk/>
            <pc:sldMk cId="0" sldId="256"/>
            <ac:spMk id="27" creationId="{4D32C3BA-DAC5-461A-9146-49311CFA4FAC}"/>
          </ac:spMkLst>
        </pc:spChg>
        <pc:spChg chg="add mod">
          <ac:chgData name="André-Guy Bruneau" userId="c9f3b82d5570fc32" providerId="LiveId" clId="{C4496A7D-9A64-4B82-9835-F710A7718518}" dt="2026-09-30T14:06:21.897" v="1058"/>
          <ac:spMkLst>
            <pc:docMk/>
            <pc:sldMk cId="0" sldId="256"/>
            <ac:spMk id="28" creationId="{7B0E3717-BDF1-4BC3-B126-5ED134463D0E}"/>
          </ac:spMkLst>
        </pc:spChg>
        <pc:spChg chg="add mod">
          <ac:chgData name="André-Guy Bruneau" userId="c9f3b82d5570fc32" providerId="LiveId" clId="{C4496A7D-9A64-4B82-9835-F710A7718518}" dt="2026-09-30T14:06:21.897" v="1061"/>
          <ac:spMkLst>
            <pc:docMk/>
            <pc:sldMk cId="0" sldId="256"/>
            <ac:spMk id="29" creationId="{8C4CA631-7AB1-4D71-92D2-D1A3BEE38C15}"/>
          </ac:spMkLst>
        </pc:spChg>
        <pc:spChg chg="add mod">
          <ac:chgData name="André-Guy Bruneau" userId="c9f3b82d5570fc32" providerId="LiveId" clId="{C4496A7D-9A64-4B82-9835-F710A7718518}" dt="2026-09-30T14:06:21.899" v="1064"/>
          <ac:spMkLst>
            <pc:docMk/>
            <pc:sldMk cId="0" sldId="256"/>
            <ac:spMk id="30" creationId="{E0C14CFC-D61A-44CE-84F6-23566119B3C8}"/>
          </ac:spMkLst>
        </pc:spChg>
        <pc:spChg chg="add del mod">
          <ac:chgData name="André-Guy Bruneau" userId="c9f3b82d5570fc32" providerId="LiveId" clId="{C4496A7D-9A64-4B82-9835-F710A7718518}" dt="2026-09-30T14:06:21.895" v="1028"/>
          <ac:spMkLst>
            <pc:docMk/>
            <pc:sldMk cId="0" sldId="256"/>
            <ac:spMk id="31" creationId="{6B5B04DA-1704-4E64-9931-525DCB770493}"/>
          </ac:spMkLst>
        </pc:spChg>
        <pc:spChg chg="add mod">
          <ac:chgData name="André-Guy Bruneau" userId="c9f3b82d5570fc32" providerId="LiveId" clId="{C4496A7D-9A64-4B82-9835-F710A7718518}" dt="2026-09-30T14:08:28.487" v="1494"/>
          <ac:spMkLst>
            <pc:docMk/>
            <pc:sldMk cId="0" sldId="256"/>
            <ac:spMk id="33" creationId="{573C9D7C-2C0C-4380-9C73-156D4BCB1AEA}"/>
          </ac:spMkLst>
        </pc:spChg>
        <pc:spChg chg="add mod">
          <ac:chgData name="André-Guy Bruneau" userId="c9f3b82d5570fc32" providerId="LiveId" clId="{C4496A7D-9A64-4B82-9835-F710A7718518}" dt="2026-09-30T14:08:28.487" v="1498"/>
          <ac:spMkLst>
            <pc:docMk/>
            <pc:sldMk cId="0" sldId="256"/>
            <ac:spMk id="34" creationId="{B5F14220-C41D-4126-8686-121F56D3FA45}"/>
          </ac:spMkLst>
        </pc:spChg>
        <pc:spChg chg="add mod">
          <ac:chgData name="André-Guy Bruneau" userId="c9f3b82d5570fc32" providerId="LiveId" clId="{C4496A7D-9A64-4B82-9835-F710A7718518}" dt="2026-09-30T14:08:28.491" v="1502"/>
          <ac:spMkLst>
            <pc:docMk/>
            <pc:sldMk cId="0" sldId="256"/>
            <ac:spMk id="35" creationId="{E1E72C7D-CCA3-4C7C-B70C-FA541416E9B9}"/>
          </ac:spMkLst>
        </pc:spChg>
        <pc:spChg chg="add mod">
          <ac:chgData name="André-Guy Bruneau" userId="c9f3b82d5570fc32" providerId="LiveId" clId="{C4496A7D-9A64-4B82-9835-F710A7718518}" dt="2026-09-30T14:08:28.491" v="1506"/>
          <ac:spMkLst>
            <pc:docMk/>
            <pc:sldMk cId="0" sldId="256"/>
            <ac:spMk id="36" creationId="{F34C3F87-E766-4144-9C63-CAA4250396D9}"/>
          </ac:spMkLst>
        </pc:spChg>
        <pc:spChg chg="add mod">
          <ac:chgData name="André-Guy Bruneau" userId="c9f3b82d5570fc32" providerId="LiveId" clId="{C4496A7D-9A64-4B82-9835-F710A7718518}" dt="2026-09-30T14:08:28.493" v="1510"/>
          <ac:spMkLst>
            <pc:docMk/>
            <pc:sldMk cId="0" sldId="256"/>
            <ac:spMk id="37" creationId="{59E26637-C39A-4967-B051-4B28BE10D820}"/>
          </ac:spMkLst>
        </pc:spChg>
        <pc:spChg chg="add mod">
          <ac:chgData name="André-Guy Bruneau" userId="c9f3b82d5570fc32" providerId="LiveId" clId="{C4496A7D-9A64-4B82-9835-F710A7718518}" dt="2026-09-30T14:08:28.494" v="1514"/>
          <ac:spMkLst>
            <pc:docMk/>
            <pc:sldMk cId="0" sldId="256"/>
            <ac:spMk id="38" creationId="{5C4B7743-0655-43D9-A0C3-4AAB2E32503A}"/>
          </ac:spMkLst>
        </pc:spChg>
        <pc:spChg chg="add mod">
          <ac:chgData name="André-Guy Bruneau" userId="c9f3b82d5570fc32" providerId="LiveId" clId="{C4496A7D-9A64-4B82-9835-F710A7718518}" dt="2026-09-30T14:08:28.496" v="1518"/>
          <ac:spMkLst>
            <pc:docMk/>
            <pc:sldMk cId="0" sldId="256"/>
            <ac:spMk id="39" creationId="{B3927525-D0D6-41ED-8865-8BBFA0488BD1}"/>
          </ac:spMkLst>
        </pc:spChg>
        <pc:spChg chg="add mod">
          <ac:chgData name="André-Guy Bruneau" userId="c9f3b82d5570fc32" providerId="LiveId" clId="{C4496A7D-9A64-4B82-9835-F710A7718518}" dt="2026-09-30T14:08:28.496" v="1522"/>
          <ac:spMkLst>
            <pc:docMk/>
            <pc:sldMk cId="0" sldId="256"/>
            <ac:spMk id="40" creationId="{98790F2C-4353-42C2-9909-9129E8CBFEE3}"/>
          </ac:spMkLst>
        </pc:spChg>
        <pc:spChg chg="add mod">
          <ac:chgData name="André-Guy Bruneau" userId="c9f3b82d5570fc32" providerId="LiveId" clId="{C4496A7D-9A64-4B82-9835-F710A7718518}" dt="2026-09-30T14:08:28.496" v="1526"/>
          <ac:spMkLst>
            <pc:docMk/>
            <pc:sldMk cId="0" sldId="256"/>
            <ac:spMk id="41" creationId="{864BFC9B-580E-48A6-847B-7E98E393FE00}"/>
          </ac:spMkLst>
        </pc:spChg>
        <pc:spChg chg="add mod">
          <ac:chgData name="André-Guy Bruneau" userId="c9f3b82d5570fc32" providerId="LiveId" clId="{C4496A7D-9A64-4B82-9835-F710A7718518}" dt="2026-09-30T14:08:28.498" v="1530"/>
          <ac:spMkLst>
            <pc:docMk/>
            <pc:sldMk cId="0" sldId="256"/>
            <ac:spMk id="42" creationId="{DAEAD271-E2AC-4B4F-84A9-FD420AA57D22}"/>
          </ac:spMkLst>
        </pc:spChg>
        <pc:spChg chg="add mod">
          <ac:chgData name="André-Guy Bruneau" userId="c9f3b82d5570fc32" providerId="LiveId" clId="{C4496A7D-9A64-4B82-9835-F710A7718518}" dt="2026-09-30T14:08:28.498" v="1534"/>
          <ac:spMkLst>
            <pc:docMk/>
            <pc:sldMk cId="0" sldId="256"/>
            <ac:spMk id="43" creationId="{3ECBFBD9-74F3-419C-9380-35E719806FCD}"/>
          </ac:spMkLst>
        </pc:spChg>
        <pc:spChg chg="add mod">
          <ac:chgData name="André-Guy Bruneau" userId="c9f3b82d5570fc32" providerId="LiveId" clId="{C4496A7D-9A64-4B82-9835-F710A7718518}" dt="2026-09-30T14:08:28.499" v="1538"/>
          <ac:spMkLst>
            <pc:docMk/>
            <pc:sldMk cId="0" sldId="256"/>
            <ac:spMk id="44" creationId="{7919A8C2-5A9D-483D-84F8-33B8ABD7871B}"/>
          </ac:spMkLst>
        </pc:spChg>
        <pc:spChg chg="add mod">
          <ac:chgData name="André-Guy Bruneau" userId="c9f3b82d5570fc32" providerId="LiveId" clId="{C4496A7D-9A64-4B82-9835-F710A7718518}" dt="2026-09-30T14:08:28.499" v="1542"/>
          <ac:spMkLst>
            <pc:docMk/>
            <pc:sldMk cId="0" sldId="256"/>
            <ac:spMk id="45" creationId="{137AE50B-5DAE-4AB2-B92B-9CA07FAC023B}"/>
          </ac:spMkLst>
        </pc:spChg>
        <pc:grpChg chg="add del mod">
          <ac:chgData name="André-Guy Bruneau" userId="c9f3b82d5570fc32" providerId="LiveId" clId="{C4496A7D-9A64-4B82-9835-F710A7718518}" dt="2026-09-30T14:08:28.475" v="1479"/>
          <ac:grpSpMkLst>
            <pc:docMk/>
            <pc:sldMk cId="0" sldId="256"/>
            <ac:grpSpMk id="32" creationId="{836D97EF-B9B0-D710-6090-ACDB59521C21}"/>
          </ac:grpSpMkLst>
        </pc:grpChg>
        <pc:grpChg chg="add mod">
          <ac:chgData name="André-Guy Bruneau" userId="c9f3b82d5570fc32" providerId="LiveId" clId="{C4496A7D-9A64-4B82-9835-F710A7718518}" dt="2026-09-30T14:08:28.503" v="1544"/>
          <ac:grpSpMkLst>
            <pc:docMk/>
            <pc:sldMk cId="0" sldId="256"/>
            <ac:grpSpMk id="46" creationId="{75E40B8C-B756-5ADD-C690-394FCD70A715}"/>
          </ac:grpSpMkLst>
        </pc:grpChg>
        <pc:grpChg chg="del">
          <ac:chgData name="André-Guy Bruneau" userId="c9f3b82d5570fc32" providerId="LiveId" clId="{C4496A7D-9A64-4B82-9835-F710A7718518}" dt="2026-09-30T13:59:35.670" v="39"/>
          <ac:grpSpMkLst>
            <pc:docMk/>
            <pc:sldMk cId="0" sldId="256"/>
            <ac:grpSpMk id="1000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20" v="1598"/>
        <pc:sldMkLst>
          <pc:docMk/>
          <pc:sldMk cId="0" sldId="257"/>
        </pc:sldMkLst>
        <pc:spChg chg="add mod">
          <ac:chgData name="André-Guy Bruneau" userId="c9f3b82d5570fc32" providerId="LiveId" clId="{C4496A7D-9A64-4B82-9835-F710A7718518}" dt="2026-09-30T14:06:21.899" v="1068"/>
          <ac:spMkLst>
            <pc:docMk/>
            <pc:sldMk cId="0" sldId="257"/>
            <ac:spMk id="35" creationId="{C847697C-DCF9-4644-BA43-E8A0BD08A267}"/>
          </ac:spMkLst>
        </pc:spChg>
        <pc:spChg chg="add mod">
          <ac:chgData name="André-Guy Bruneau" userId="c9f3b82d5570fc32" providerId="LiveId" clId="{C4496A7D-9A64-4B82-9835-F710A7718518}" dt="2026-09-30T14:06:21.899" v="1071"/>
          <ac:spMkLst>
            <pc:docMk/>
            <pc:sldMk cId="0" sldId="257"/>
            <ac:spMk id="36" creationId="{91D49875-7A86-4F8D-A2FE-3273ADE59B6E}"/>
          </ac:spMkLst>
        </pc:spChg>
        <pc:spChg chg="add mod">
          <ac:chgData name="André-Guy Bruneau" userId="c9f3b82d5570fc32" providerId="LiveId" clId="{C4496A7D-9A64-4B82-9835-F710A7718518}" dt="2026-09-30T14:06:21.899" v="1074"/>
          <ac:spMkLst>
            <pc:docMk/>
            <pc:sldMk cId="0" sldId="257"/>
            <ac:spMk id="37" creationId="{B44A2880-9F31-4F1F-A677-4109E8CA6EC7}"/>
          </ac:spMkLst>
        </pc:spChg>
        <pc:spChg chg="add mod">
          <ac:chgData name="André-Guy Bruneau" userId="c9f3b82d5570fc32" providerId="LiveId" clId="{C4496A7D-9A64-4B82-9835-F710A7718518}" dt="2026-09-30T14:06:21.899" v="1077"/>
          <ac:spMkLst>
            <pc:docMk/>
            <pc:sldMk cId="0" sldId="257"/>
            <ac:spMk id="38" creationId="{BF13FDB2-1DEB-42D5-B691-07CAAE49F02F}"/>
          </ac:spMkLst>
        </pc:spChg>
        <pc:spChg chg="add mod">
          <ac:chgData name="André-Guy Bruneau" userId="c9f3b82d5570fc32" providerId="LiveId" clId="{C4496A7D-9A64-4B82-9835-F710A7718518}" dt="2026-09-30T14:06:21.901" v="1080"/>
          <ac:spMkLst>
            <pc:docMk/>
            <pc:sldMk cId="0" sldId="257"/>
            <ac:spMk id="39" creationId="{9D4D29C7-A2C9-4268-804B-B8ED6DF94EC9}"/>
          </ac:spMkLst>
        </pc:spChg>
        <pc:spChg chg="add mod">
          <ac:chgData name="André-Guy Bruneau" userId="c9f3b82d5570fc32" providerId="LiveId" clId="{C4496A7D-9A64-4B82-9835-F710A7718518}" dt="2026-09-30T14:06:21.901" v="1083"/>
          <ac:spMkLst>
            <pc:docMk/>
            <pc:sldMk cId="0" sldId="257"/>
            <ac:spMk id="40" creationId="{26F329AD-7D97-46FB-B960-0435E6ED8B22}"/>
          </ac:spMkLst>
        </pc:spChg>
        <pc:spChg chg="add mod">
          <ac:chgData name="André-Guy Bruneau" userId="c9f3b82d5570fc32" providerId="LiveId" clId="{C4496A7D-9A64-4B82-9835-F710A7718518}" dt="2026-09-30T14:06:21.901" v="1086"/>
          <ac:spMkLst>
            <pc:docMk/>
            <pc:sldMk cId="0" sldId="257"/>
            <ac:spMk id="41" creationId="{C69DA029-5547-4044-9F6F-134D94D34559}"/>
          </ac:spMkLst>
        </pc:spChg>
        <pc:spChg chg="add mod">
          <ac:chgData name="André-Guy Bruneau" userId="c9f3b82d5570fc32" providerId="LiveId" clId="{C4496A7D-9A64-4B82-9835-F710A7718518}" dt="2026-09-30T14:06:21.901" v="1089"/>
          <ac:spMkLst>
            <pc:docMk/>
            <pc:sldMk cId="0" sldId="257"/>
            <ac:spMk id="42" creationId="{B45A8796-5418-49F6-AC2D-0B37F7B3E547}"/>
          </ac:spMkLst>
        </pc:spChg>
        <pc:spChg chg="add mod">
          <ac:chgData name="André-Guy Bruneau" userId="c9f3b82d5570fc32" providerId="LiveId" clId="{C4496A7D-9A64-4B82-9835-F710A7718518}" dt="2026-09-30T14:06:21.901" v="1092"/>
          <ac:spMkLst>
            <pc:docMk/>
            <pc:sldMk cId="0" sldId="257"/>
            <ac:spMk id="43" creationId="{1DB93AAA-07DB-4615-93E1-A78D56F338B1}"/>
          </ac:spMkLst>
        </pc:spChg>
        <pc:spChg chg="add mod">
          <ac:chgData name="André-Guy Bruneau" userId="c9f3b82d5570fc32" providerId="LiveId" clId="{C4496A7D-9A64-4B82-9835-F710A7718518}" dt="2026-09-30T14:06:21.902" v="1095"/>
          <ac:spMkLst>
            <pc:docMk/>
            <pc:sldMk cId="0" sldId="257"/>
            <ac:spMk id="44" creationId="{0097A472-938F-46AA-B35F-862CABBE69DF}"/>
          </ac:spMkLst>
        </pc:spChg>
        <pc:spChg chg="add mod">
          <ac:chgData name="André-Guy Bruneau" userId="c9f3b82d5570fc32" providerId="LiveId" clId="{C4496A7D-9A64-4B82-9835-F710A7718518}" dt="2026-09-30T14:06:21.902" v="1098"/>
          <ac:spMkLst>
            <pc:docMk/>
            <pc:sldMk cId="0" sldId="257"/>
            <ac:spMk id="45" creationId="{F51BB869-CB56-4A3D-9A91-A0C365B720CE}"/>
          </ac:spMkLst>
        </pc:spChg>
        <pc:spChg chg="add mod">
          <ac:chgData name="André-Guy Bruneau" userId="c9f3b82d5570fc32" providerId="LiveId" clId="{C4496A7D-9A64-4B82-9835-F710A7718518}" dt="2026-09-30T14:06:21.903" v="1101"/>
          <ac:spMkLst>
            <pc:docMk/>
            <pc:sldMk cId="0" sldId="257"/>
            <ac:spMk id="46" creationId="{66701720-FBF9-492E-B6E0-B37BA23FA22F}"/>
          </ac:spMkLst>
        </pc:spChg>
        <pc:spChg chg="add del mod">
          <ac:chgData name="André-Guy Bruneau" userId="c9f3b82d5570fc32" providerId="LiveId" clId="{C4496A7D-9A64-4B82-9835-F710A7718518}" dt="2026-09-30T14:06:21.899" v="1065"/>
          <ac:spMkLst>
            <pc:docMk/>
            <pc:sldMk cId="0" sldId="257"/>
            <ac:spMk id="47" creationId="{DA2A015A-3B97-4ADE-846A-DAF7DE18438E}"/>
          </ac:spMkLst>
        </pc:spChg>
        <pc:spChg chg="add mod">
          <ac:chgData name="André-Guy Bruneau" userId="c9f3b82d5570fc32" providerId="LiveId" clId="{C4496A7D-9A64-4B82-9835-F710A7718518}" dt="2026-09-30T14:08:28.508" v="1548"/>
          <ac:spMkLst>
            <pc:docMk/>
            <pc:sldMk cId="0" sldId="257"/>
            <ac:spMk id="49" creationId="{746442AE-29CA-4173-B5EF-4FE79002D5AC}"/>
          </ac:spMkLst>
        </pc:spChg>
        <pc:spChg chg="add mod">
          <ac:chgData name="André-Guy Bruneau" userId="c9f3b82d5570fc32" providerId="LiveId" clId="{C4496A7D-9A64-4B82-9835-F710A7718518}" dt="2026-09-30T14:08:28.508" v="1552"/>
          <ac:spMkLst>
            <pc:docMk/>
            <pc:sldMk cId="0" sldId="257"/>
            <ac:spMk id="50" creationId="{ADA5FAEA-B0BF-4006-A47B-96209B6B3E2B}"/>
          </ac:spMkLst>
        </pc:spChg>
        <pc:spChg chg="add mod">
          <ac:chgData name="André-Guy Bruneau" userId="c9f3b82d5570fc32" providerId="LiveId" clId="{C4496A7D-9A64-4B82-9835-F710A7718518}" dt="2026-09-30T14:08:28.510" v="1556"/>
          <ac:spMkLst>
            <pc:docMk/>
            <pc:sldMk cId="0" sldId="257"/>
            <ac:spMk id="51" creationId="{5B0B44DA-42AA-4000-9AF0-A0E95196B2B3}"/>
          </ac:spMkLst>
        </pc:spChg>
        <pc:spChg chg="add mod">
          <ac:chgData name="André-Guy Bruneau" userId="c9f3b82d5570fc32" providerId="LiveId" clId="{C4496A7D-9A64-4B82-9835-F710A7718518}" dt="2026-09-30T14:08:28.511" v="1560"/>
          <ac:spMkLst>
            <pc:docMk/>
            <pc:sldMk cId="0" sldId="257"/>
            <ac:spMk id="52" creationId="{E2C09C9B-4FDC-4D37-9FB2-DFBB634DFE3D}"/>
          </ac:spMkLst>
        </pc:spChg>
        <pc:spChg chg="add mod">
          <ac:chgData name="André-Guy Bruneau" userId="c9f3b82d5570fc32" providerId="LiveId" clId="{C4496A7D-9A64-4B82-9835-F710A7718518}" dt="2026-09-30T14:08:28.512" v="1564"/>
          <ac:spMkLst>
            <pc:docMk/>
            <pc:sldMk cId="0" sldId="257"/>
            <ac:spMk id="53" creationId="{8477239D-0069-4C3F-A705-794EC2C1EBEB}"/>
          </ac:spMkLst>
        </pc:spChg>
        <pc:spChg chg="add mod">
          <ac:chgData name="André-Guy Bruneau" userId="c9f3b82d5570fc32" providerId="LiveId" clId="{C4496A7D-9A64-4B82-9835-F710A7718518}" dt="2026-09-30T14:08:28.512" v="1568"/>
          <ac:spMkLst>
            <pc:docMk/>
            <pc:sldMk cId="0" sldId="257"/>
            <ac:spMk id="54" creationId="{9CB15FF7-3D5C-4E9A-9D52-6AF6EF6D07E3}"/>
          </ac:spMkLst>
        </pc:spChg>
        <pc:spChg chg="add mod">
          <ac:chgData name="André-Guy Bruneau" userId="c9f3b82d5570fc32" providerId="LiveId" clId="{C4496A7D-9A64-4B82-9835-F710A7718518}" dt="2026-09-30T14:08:28.513" v="1572"/>
          <ac:spMkLst>
            <pc:docMk/>
            <pc:sldMk cId="0" sldId="257"/>
            <ac:spMk id="55" creationId="{523F01ED-8C0A-4C7E-9D81-18BE864FE8E0}"/>
          </ac:spMkLst>
        </pc:spChg>
        <pc:spChg chg="add mod">
          <ac:chgData name="André-Guy Bruneau" userId="c9f3b82d5570fc32" providerId="LiveId" clId="{C4496A7D-9A64-4B82-9835-F710A7718518}" dt="2026-09-30T14:08:28.513" v="1576"/>
          <ac:spMkLst>
            <pc:docMk/>
            <pc:sldMk cId="0" sldId="257"/>
            <ac:spMk id="56" creationId="{EDA3336B-46A8-49C9-A450-6FCE6F24A48C}"/>
          </ac:spMkLst>
        </pc:spChg>
        <pc:spChg chg="add mod">
          <ac:chgData name="André-Guy Bruneau" userId="c9f3b82d5570fc32" providerId="LiveId" clId="{C4496A7D-9A64-4B82-9835-F710A7718518}" dt="2026-09-30T14:08:28.516" v="1580"/>
          <ac:spMkLst>
            <pc:docMk/>
            <pc:sldMk cId="0" sldId="257"/>
            <ac:spMk id="57" creationId="{149F7F01-3F17-49E5-A1E6-375CCA290A66}"/>
          </ac:spMkLst>
        </pc:spChg>
        <pc:spChg chg="add mod">
          <ac:chgData name="André-Guy Bruneau" userId="c9f3b82d5570fc32" providerId="LiveId" clId="{C4496A7D-9A64-4B82-9835-F710A7718518}" dt="2026-09-30T14:08:28.516" v="1584"/>
          <ac:spMkLst>
            <pc:docMk/>
            <pc:sldMk cId="0" sldId="257"/>
            <ac:spMk id="58" creationId="{F9ABDB27-67ED-420F-A7F4-F09FCA0623B9}"/>
          </ac:spMkLst>
        </pc:spChg>
        <pc:spChg chg="add mod">
          <ac:chgData name="André-Guy Bruneau" userId="c9f3b82d5570fc32" providerId="LiveId" clId="{C4496A7D-9A64-4B82-9835-F710A7718518}" dt="2026-09-30T14:08:28.516" v="1588"/>
          <ac:spMkLst>
            <pc:docMk/>
            <pc:sldMk cId="0" sldId="257"/>
            <ac:spMk id="59" creationId="{054247D6-AA19-4441-B018-582C718DB68F}"/>
          </ac:spMkLst>
        </pc:spChg>
        <pc:spChg chg="add mod">
          <ac:chgData name="André-Guy Bruneau" userId="c9f3b82d5570fc32" providerId="LiveId" clId="{C4496A7D-9A64-4B82-9835-F710A7718518}" dt="2026-09-30T14:08:28.516" v="1592"/>
          <ac:spMkLst>
            <pc:docMk/>
            <pc:sldMk cId="0" sldId="257"/>
            <ac:spMk id="60" creationId="{96F85A61-06C2-4B34-BFCA-5D72A4A159BD}"/>
          </ac:spMkLst>
        </pc:spChg>
        <pc:spChg chg="add mod">
          <ac:chgData name="André-Guy Bruneau" userId="c9f3b82d5570fc32" providerId="LiveId" clId="{C4496A7D-9A64-4B82-9835-F710A7718518}" dt="2026-09-30T14:08:28.519" v="1596"/>
          <ac:spMkLst>
            <pc:docMk/>
            <pc:sldMk cId="0" sldId="257"/>
            <ac:spMk id="61" creationId="{8B492EF5-EFF9-45F7-B16F-3A4D1CBEF04B}"/>
          </ac:spMkLst>
        </pc:spChg>
        <pc:grpChg chg="add del mod">
          <ac:chgData name="André-Guy Bruneau" userId="c9f3b82d5570fc32" providerId="LiveId" clId="{C4496A7D-9A64-4B82-9835-F710A7718518}" dt="2026-09-30T14:08:28.477" v="1480"/>
          <ac:grpSpMkLst>
            <pc:docMk/>
            <pc:sldMk cId="0" sldId="257"/>
            <ac:grpSpMk id="48" creationId="{09CE4465-6CB1-4454-0E50-15F2FF77D03A}"/>
          </ac:grpSpMkLst>
        </pc:grpChg>
        <pc:grpChg chg="add mod">
          <ac:chgData name="André-Guy Bruneau" userId="c9f3b82d5570fc32" providerId="LiveId" clId="{C4496A7D-9A64-4B82-9835-F710A7718518}" dt="2026-09-30T14:08:28.520" v="1598"/>
          <ac:grpSpMkLst>
            <pc:docMk/>
            <pc:sldMk cId="0" sldId="257"/>
            <ac:grpSpMk id="62" creationId="{C2B55EA9-6EB4-3CD4-D79F-7E36B5A900E8}"/>
          </ac:grpSpMkLst>
        </pc:grpChg>
        <pc:grpChg chg="del">
          <ac:chgData name="André-Guy Bruneau" userId="c9f3b82d5570fc32" providerId="LiveId" clId="{C4496A7D-9A64-4B82-9835-F710A7718518}" dt="2026-09-30T13:59:35.690" v="94"/>
          <ac:grpSpMkLst>
            <pc:docMk/>
            <pc:sldMk cId="0" sldId="257"/>
            <ac:grpSpMk id="1001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41" v="1652"/>
        <pc:sldMkLst>
          <pc:docMk/>
          <pc:sldMk cId="0" sldId="258"/>
        </pc:sldMkLst>
        <pc:spChg chg="add mod">
          <ac:chgData name="André-Guy Bruneau" userId="c9f3b82d5570fc32" providerId="LiveId" clId="{C4496A7D-9A64-4B82-9835-F710A7718518}" dt="2026-09-30T14:06:21.903" v="1105"/>
          <ac:spMkLst>
            <pc:docMk/>
            <pc:sldMk cId="0" sldId="258"/>
            <ac:spMk id="41" creationId="{407D957A-C6E0-4E79-A21D-71C905E9AB74}"/>
          </ac:spMkLst>
        </pc:spChg>
        <pc:spChg chg="add mod">
          <ac:chgData name="André-Guy Bruneau" userId="c9f3b82d5570fc32" providerId="LiveId" clId="{C4496A7D-9A64-4B82-9835-F710A7718518}" dt="2026-09-30T14:06:21.903" v="1108"/>
          <ac:spMkLst>
            <pc:docMk/>
            <pc:sldMk cId="0" sldId="258"/>
            <ac:spMk id="42" creationId="{AE117D98-E2D9-482C-94D9-086EC29030C9}"/>
          </ac:spMkLst>
        </pc:spChg>
        <pc:spChg chg="add mod">
          <ac:chgData name="André-Guy Bruneau" userId="c9f3b82d5570fc32" providerId="LiveId" clId="{C4496A7D-9A64-4B82-9835-F710A7718518}" dt="2026-09-30T14:06:21.903" v="1111"/>
          <ac:spMkLst>
            <pc:docMk/>
            <pc:sldMk cId="0" sldId="258"/>
            <ac:spMk id="43" creationId="{87506684-07D0-477E-AB54-3917EFD81ABB}"/>
          </ac:spMkLst>
        </pc:spChg>
        <pc:spChg chg="add mod">
          <ac:chgData name="André-Guy Bruneau" userId="c9f3b82d5570fc32" providerId="LiveId" clId="{C4496A7D-9A64-4B82-9835-F710A7718518}" dt="2026-09-30T14:06:21.903" v="1114"/>
          <ac:spMkLst>
            <pc:docMk/>
            <pc:sldMk cId="0" sldId="258"/>
            <ac:spMk id="44" creationId="{1228D3C6-4591-40C4-B52F-0467DDAB1D46}"/>
          </ac:spMkLst>
        </pc:spChg>
        <pc:spChg chg="add mod">
          <ac:chgData name="André-Guy Bruneau" userId="c9f3b82d5570fc32" providerId="LiveId" clId="{C4496A7D-9A64-4B82-9835-F710A7718518}" dt="2026-09-30T14:06:21.903" v="1117"/>
          <ac:spMkLst>
            <pc:docMk/>
            <pc:sldMk cId="0" sldId="258"/>
            <ac:spMk id="45" creationId="{EED1B81C-F2B5-4AA3-8BC8-EF146168E366}"/>
          </ac:spMkLst>
        </pc:spChg>
        <pc:spChg chg="add mod">
          <ac:chgData name="André-Guy Bruneau" userId="c9f3b82d5570fc32" providerId="LiveId" clId="{C4496A7D-9A64-4B82-9835-F710A7718518}" dt="2026-09-30T14:06:21.903" v="1120"/>
          <ac:spMkLst>
            <pc:docMk/>
            <pc:sldMk cId="0" sldId="258"/>
            <ac:spMk id="46" creationId="{97F6B45B-3F16-429C-A437-2F388B2A0C5E}"/>
          </ac:spMkLst>
        </pc:spChg>
        <pc:spChg chg="add mod">
          <ac:chgData name="André-Guy Bruneau" userId="c9f3b82d5570fc32" providerId="LiveId" clId="{C4496A7D-9A64-4B82-9835-F710A7718518}" dt="2026-09-30T14:06:21.903" v="1123"/>
          <ac:spMkLst>
            <pc:docMk/>
            <pc:sldMk cId="0" sldId="258"/>
            <ac:spMk id="47" creationId="{7E73F174-21AC-4AE9-ADDC-25B1C3851001}"/>
          </ac:spMkLst>
        </pc:spChg>
        <pc:spChg chg="add mod">
          <ac:chgData name="André-Guy Bruneau" userId="c9f3b82d5570fc32" providerId="LiveId" clId="{C4496A7D-9A64-4B82-9835-F710A7718518}" dt="2026-09-30T14:06:21.903" v="1126"/>
          <ac:spMkLst>
            <pc:docMk/>
            <pc:sldMk cId="0" sldId="258"/>
            <ac:spMk id="48" creationId="{E52FAEA4-062A-48FF-918B-BB22DC4934D7}"/>
          </ac:spMkLst>
        </pc:spChg>
        <pc:spChg chg="add mod">
          <ac:chgData name="André-Guy Bruneau" userId="c9f3b82d5570fc32" providerId="LiveId" clId="{C4496A7D-9A64-4B82-9835-F710A7718518}" dt="2026-09-30T14:06:21.906" v="1129"/>
          <ac:spMkLst>
            <pc:docMk/>
            <pc:sldMk cId="0" sldId="258"/>
            <ac:spMk id="49" creationId="{833C6B51-B464-4915-A017-9FA5A58239A7}"/>
          </ac:spMkLst>
        </pc:spChg>
        <pc:spChg chg="add mod">
          <ac:chgData name="André-Guy Bruneau" userId="c9f3b82d5570fc32" providerId="LiveId" clId="{C4496A7D-9A64-4B82-9835-F710A7718518}" dt="2026-09-30T14:06:21.906" v="1132"/>
          <ac:spMkLst>
            <pc:docMk/>
            <pc:sldMk cId="0" sldId="258"/>
            <ac:spMk id="50" creationId="{77634ED0-82C8-4819-AE2B-FA0940EFB3F1}"/>
          </ac:spMkLst>
        </pc:spChg>
        <pc:spChg chg="add mod">
          <ac:chgData name="André-Guy Bruneau" userId="c9f3b82d5570fc32" providerId="LiveId" clId="{C4496A7D-9A64-4B82-9835-F710A7718518}" dt="2026-09-30T14:06:21.906" v="1135"/>
          <ac:spMkLst>
            <pc:docMk/>
            <pc:sldMk cId="0" sldId="258"/>
            <ac:spMk id="51" creationId="{2F5CBFE7-A83B-48A2-81E0-F81886A5447E}"/>
          </ac:spMkLst>
        </pc:spChg>
        <pc:spChg chg="add mod">
          <ac:chgData name="André-Guy Bruneau" userId="c9f3b82d5570fc32" providerId="LiveId" clId="{C4496A7D-9A64-4B82-9835-F710A7718518}" dt="2026-09-30T14:06:21.906" v="1138"/>
          <ac:spMkLst>
            <pc:docMk/>
            <pc:sldMk cId="0" sldId="258"/>
            <ac:spMk id="52" creationId="{18F00407-0B36-4721-944A-422E0A77A130}"/>
          </ac:spMkLst>
        </pc:spChg>
        <pc:spChg chg="add del mod">
          <ac:chgData name="André-Guy Bruneau" userId="c9f3b82d5570fc32" providerId="LiveId" clId="{C4496A7D-9A64-4B82-9835-F710A7718518}" dt="2026-09-30T14:06:21.903" v="1102"/>
          <ac:spMkLst>
            <pc:docMk/>
            <pc:sldMk cId="0" sldId="258"/>
            <ac:spMk id="53" creationId="{2C51FFC9-CC36-4055-967C-DB92A855B7C1}"/>
          </ac:spMkLst>
        </pc:spChg>
        <pc:spChg chg="add mod">
          <ac:chgData name="André-Guy Bruneau" userId="c9f3b82d5570fc32" providerId="LiveId" clId="{C4496A7D-9A64-4B82-9835-F710A7718518}" dt="2026-09-30T14:08:28.525" v="1602"/>
          <ac:spMkLst>
            <pc:docMk/>
            <pc:sldMk cId="0" sldId="258"/>
            <ac:spMk id="55" creationId="{B39D3C88-CF7E-4242-87AF-0BE5AA9E2882}"/>
          </ac:spMkLst>
        </pc:spChg>
        <pc:spChg chg="add mod">
          <ac:chgData name="André-Guy Bruneau" userId="c9f3b82d5570fc32" providerId="LiveId" clId="{C4496A7D-9A64-4B82-9835-F710A7718518}" dt="2026-09-30T14:08:28.527" v="1606"/>
          <ac:spMkLst>
            <pc:docMk/>
            <pc:sldMk cId="0" sldId="258"/>
            <ac:spMk id="56" creationId="{C3A1AA37-4F34-4518-9CDF-DA130959A3EB}"/>
          </ac:spMkLst>
        </pc:spChg>
        <pc:spChg chg="add mod">
          <ac:chgData name="André-Guy Bruneau" userId="c9f3b82d5570fc32" providerId="LiveId" clId="{C4496A7D-9A64-4B82-9835-F710A7718518}" dt="2026-09-30T14:08:28.528" v="1610"/>
          <ac:spMkLst>
            <pc:docMk/>
            <pc:sldMk cId="0" sldId="258"/>
            <ac:spMk id="57" creationId="{F8253D4C-0B2F-45A9-B19E-D449DEF13A61}"/>
          </ac:spMkLst>
        </pc:spChg>
        <pc:spChg chg="add mod">
          <ac:chgData name="André-Guy Bruneau" userId="c9f3b82d5570fc32" providerId="LiveId" clId="{C4496A7D-9A64-4B82-9835-F710A7718518}" dt="2026-09-30T14:08:28.529" v="1614"/>
          <ac:spMkLst>
            <pc:docMk/>
            <pc:sldMk cId="0" sldId="258"/>
            <ac:spMk id="58" creationId="{EF111CAE-97A7-43CA-BA85-1455F2F8B113}"/>
          </ac:spMkLst>
        </pc:spChg>
        <pc:spChg chg="add mod">
          <ac:chgData name="André-Guy Bruneau" userId="c9f3b82d5570fc32" providerId="LiveId" clId="{C4496A7D-9A64-4B82-9835-F710A7718518}" dt="2026-09-30T14:08:28.529" v="1618"/>
          <ac:spMkLst>
            <pc:docMk/>
            <pc:sldMk cId="0" sldId="258"/>
            <ac:spMk id="59" creationId="{05F01748-F3A3-4ED9-BA62-A9E8C73DCD96}"/>
          </ac:spMkLst>
        </pc:spChg>
        <pc:spChg chg="add mod">
          <ac:chgData name="André-Guy Bruneau" userId="c9f3b82d5570fc32" providerId="LiveId" clId="{C4496A7D-9A64-4B82-9835-F710A7718518}" dt="2026-09-30T14:08:28.529" v="1622"/>
          <ac:spMkLst>
            <pc:docMk/>
            <pc:sldMk cId="0" sldId="258"/>
            <ac:spMk id="60" creationId="{27F5E5D9-1EA2-417C-BEA6-941DADC843FC}"/>
          </ac:spMkLst>
        </pc:spChg>
        <pc:spChg chg="add mod">
          <ac:chgData name="André-Guy Bruneau" userId="c9f3b82d5570fc32" providerId="LiveId" clId="{C4496A7D-9A64-4B82-9835-F710A7718518}" dt="2026-09-30T14:08:28.532" v="1626"/>
          <ac:spMkLst>
            <pc:docMk/>
            <pc:sldMk cId="0" sldId="258"/>
            <ac:spMk id="61" creationId="{130B5126-E04D-4881-A9C9-8FE6B92E4050}"/>
          </ac:spMkLst>
        </pc:spChg>
        <pc:spChg chg="add mod">
          <ac:chgData name="André-Guy Bruneau" userId="c9f3b82d5570fc32" providerId="LiveId" clId="{C4496A7D-9A64-4B82-9835-F710A7718518}" dt="2026-09-30T14:08:28.533" v="1630"/>
          <ac:spMkLst>
            <pc:docMk/>
            <pc:sldMk cId="0" sldId="258"/>
            <ac:spMk id="62" creationId="{2954F56B-9F23-407E-94B9-2BE42CE7C408}"/>
          </ac:spMkLst>
        </pc:spChg>
        <pc:spChg chg="add mod">
          <ac:chgData name="André-Guy Bruneau" userId="c9f3b82d5570fc32" providerId="LiveId" clId="{C4496A7D-9A64-4B82-9835-F710A7718518}" dt="2026-09-30T14:08:28.533" v="1634"/>
          <ac:spMkLst>
            <pc:docMk/>
            <pc:sldMk cId="0" sldId="258"/>
            <ac:spMk id="63" creationId="{64C066B6-BCF5-40DB-B8CC-483D0B6F6726}"/>
          </ac:spMkLst>
        </pc:spChg>
        <pc:spChg chg="add mod">
          <ac:chgData name="André-Guy Bruneau" userId="c9f3b82d5570fc32" providerId="LiveId" clId="{C4496A7D-9A64-4B82-9835-F710A7718518}" dt="2026-09-30T14:08:28.535" v="1638"/>
          <ac:spMkLst>
            <pc:docMk/>
            <pc:sldMk cId="0" sldId="258"/>
            <ac:spMk id="960" creationId="{E9949BBC-29CF-4BAA-BC65-75D8722DFD3D}"/>
          </ac:spMkLst>
        </pc:spChg>
        <pc:spChg chg="add mod">
          <ac:chgData name="André-Guy Bruneau" userId="c9f3b82d5570fc32" providerId="LiveId" clId="{C4496A7D-9A64-4B82-9835-F710A7718518}" dt="2026-09-30T14:08:28.536" v="1642"/>
          <ac:spMkLst>
            <pc:docMk/>
            <pc:sldMk cId="0" sldId="258"/>
            <ac:spMk id="961" creationId="{8325456E-638E-45F9-8DFE-5256A5DFFCFC}"/>
          </ac:spMkLst>
        </pc:spChg>
        <pc:spChg chg="add mod">
          <ac:chgData name="André-Guy Bruneau" userId="c9f3b82d5570fc32" providerId="LiveId" clId="{C4496A7D-9A64-4B82-9835-F710A7718518}" dt="2026-09-30T14:08:28.537" v="1646"/>
          <ac:spMkLst>
            <pc:docMk/>
            <pc:sldMk cId="0" sldId="258"/>
            <ac:spMk id="962" creationId="{C9091CFA-8047-4A33-9DE3-DC12428A0569}"/>
          </ac:spMkLst>
        </pc:spChg>
        <pc:spChg chg="add mod">
          <ac:chgData name="André-Guy Bruneau" userId="c9f3b82d5570fc32" providerId="LiveId" clId="{C4496A7D-9A64-4B82-9835-F710A7718518}" dt="2026-09-30T14:08:28.537" v="1650"/>
          <ac:spMkLst>
            <pc:docMk/>
            <pc:sldMk cId="0" sldId="258"/>
            <ac:spMk id="963" creationId="{33E981AD-0074-4411-9FCB-3ADCA67C0E0A}"/>
          </ac:spMkLst>
        </pc:spChg>
        <pc:grpChg chg="add del mod">
          <ac:chgData name="André-Guy Bruneau" userId="c9f3b82d5570fc32" providerId="LiveId" clId="{C4496A7D-9A64-4B82-9835-F710A7718518}" dt="2026-09-30T14:08:28.477" v="1481"/>
          <ac:grpSpMkLst>
            <pc:docMk/>
            <pc:sldMk cId="0" sldId="258"/>
            <ac:grpSpMk id="54" creationId="{84E42327-27B2-ED4A-7B6F-DD9E2B9AED9A}"/>
          </ac:grpSpMkLst>
        </pc:grpChg>
        <pc:grpChg chg="add mod">
          <ac:chgData name="André-Guy Bruneau" userId="c9f3b82d5570fc32" providerId="LiveId" clId="{C4496A7D-9A64-4B82-9835-F710A7718518}" dt="2026-09-30T14:08:28.541" v="1652"/>
          <ac:grpSpMkLst>
            <pc:docMk/>
            <pc:sldMk cId="0" sldId="258"/>
            <ac:grpSpMk id="964" creationId="{6016EA9A-74FB-C045-9662-156E96AA1E0C}"/>
          </ac:grpSpMkLst>
        </pc:grpChg>
        <pc:grpChg chg="del">
          <ac:chgData name="André-Guy Bruneau" userId="c9f3b82d5570fc32" providerId="LiveId" clId="{C4496A7D-9A64-4B82-9835-F710A7718518}" dt="2026-09-30T13:59:35.700" v="149"/>
          <ac:grpSpMkLst>
            <pc:docMk/>
            <pc:sldMk cId="0" sldId="258"/>
            <ac:grpSpMk id="1002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58" v="1706"/>
        <pc:sldMkLst>
          <pc:docMk/>
          <pc:sldMk cId="0" sldId="259"/>
        </pc:sldMkLst>
        <pc:spChg chg="add mod">
          <ac:chgData name="André-Guy Bruneau" userId="c9f3b82d5570fc32" providerId="LiveId" clId="{C4496A7D-9A64-4B82-9835-F710A7718518}" dt="2026-09-30T14:06:21.907" v="1142"/>
          <ac:spMkLst>
            <pc:docMk/>
            <pc:sldMk cId="0" sldId="259"/>
            <ac:spMk id="52" creationId="{B1B328CF-CD86-43AE-B4B0-7A71EC9227FC}"/>
          </ac:spMkLst>
        </pc:spChg>
        <pc:spChg chg="add mod">
          <ac:chgData name="André-Guy Bruneau" userId="c9f3b82d5570fc32" providerId="LiveId" clId="{C4496A7D-9A64-4B82-9835-F710A7718518}" dt="2026-09-30T14:06:21.907" v="1145"/>
          <ac:spMkLst>
            <pc:docMk/>
            <pc:sldMk cId="0" sldId="259"/>
            <ac:spMk id="53" creationId="{7269042A-472E-4BE2-AC47-0F7B0245096F}"/>
          </ac:spMkLst>
        </pc:spChg>
        <pc:spChg chg="add mod">
          <ac:chgData name="André-Guy Bruneau" userId="c9f3b82d5570fc32" providerId="LiveId" clId="{C4496A7D-9A64-4B82-9835-F710A7718518}" dt="2026-09-30T14:06:21.907" v="1148"/>
          <ac:spMkLst>
            <pc:docMk/>
            <pc:sldMk cId="0" sldId="259"/>
            <ac:spMk id="54" creationId="{AE363309-11F8-4338-83DE-586110417F1D}"/>
          </ac:spMkLst>
        </pc:spChg>
        <pc:spChg chg="add mod">
          <ac:chgData name="André-Guy Bruneau" userId="c9f3b82d5570fc32" providerId="LiveId" clId="{C4496A7D-9A64-4B82-9835-F710A7718518}" dt="2026-09-30T14:06:21.907" v="1151"/>
          <ac:spMkLst>
            <pc:docMk/>
            <pc:sldMk cId="0" sldId="259"/>
            <ac:spMk id="55" creationId="{8984556F-C118-4263-9EB4-116F12B67615}"/>
          </ac:spMkLst>
        </pc:spChg>
        <pc:spChg chg="add mod">
          <ac:chgData name="André-Guy Bruneau" userId="c9f3b82d5570fc32" providerId="LiveId" clId="{C4496A7D-9A64-4B82-9835-F710A7718518}" dt="2026-09-30T14:06:21.907" v="1154"/>
          <ac:spMkLst>
            <pc:docMk/>
            <pc:sldMk cId="0" sldId="259"/>
            <ac:spMk id="56" creationId="{93E470C8-0930-49A0-9248-89AA0E165D30}"/>
          </ac:spMkLst>
        </pc:spChg>
        <pc:spChg chg="add mod">
          <ac:chgData name="André-Guy Bruneau" userId="c9f3b82d5570fc32" providerId="LiveId" clId="{C4496A7D-9A64-4B82-9835-F710A7718518}" dt="2026-09-30T14:06:21.907" v="1157"/>
          <ac:spMkLst>
            <pc:docMk/>
            <pc:sldMk cId="0" sldId="259"/>
            <ac:spMk id="57" creationId="{83E515F2-5E43-4869-B65D-FB2E10A447B2}"/>
          </ac:spMkLst>
        </pc:spChg>
        <pc:spChg chg="add mod">
          <ac:chgData name="André-Guy Bruneau" userId="c9f3b82d5570fc32" providerId="LiveId" clId="{C4496A7D-9A64-4B82-9835-F710A7718518}" dt="2026-09-30T14:06:21.907" v="1160"/>
          <ac:spMkLst>
            <pc:docMk/>
            <pc:sldMk cId="0" sldId="259"/>
            <ac:spMk id="58" creationId="{68E54FA7-EEF5-4122-9441-B5B42F87ABF6}"/>
          </ac:spMkLst>
        </pc:spChg>
        <pc:spChg chg="add mod">
          <ac:chgData name="André-Guy Bruneau" userId="c9f3b82d5570fc32" providerId="LiveId" clId="{C4496A7D-9A64-4B82-9835-F710A7718518}" dt="2026-09-30T14:06:21.907" v="1163"/>
          <ac:spMkLst>
            <pc:docMk/>
            <pc:sldMk cId="0" sldId="259"/>
            <ac:spMk id="59" creationId="{B88952D8-A80C-482E-A277-0D63C9A25007}"/>
          </ac:spMkLst>
        </pc:spChg>
        <pc:spChg chg="add mod">
          <ac:chgData name="André-Guy Bruneau" userId="c9f3b82d5570fc32" providerId="LiveId" clId="{C4496A7D-9A64-4B82-9835-F710A7718518}" dt="2026-09-30T14:06:21.907" v="1166"/>
          <ac:spMkLst>
            <pc:docMk/>
            <pc:sldMk cId="0" sldId="259"/>
            <ac:spMk id="60" creationId="{666D22C7-ACC0-4C73-8CF2-00760D60257A}"/>
          </ac:spMkLst>
        </pc:spChg>
        <pc:spChg chg="add mod">
          <ac:chgData name="André-Guy Bruneau" userId="c9f3b82d5570fc32" providerId="LiveId" clId="{C4496A7D-9A64-4B82-9835-F710A7718518}" dt="2026-09-30T14:06:21.910" v="1169"/>
          <ac:spMkLst>
            <pc:docMk/>
            <pc:sldMk cId="0" sldId="259"/>
            <ac:spMk id="61" creationId="{7EF27815-1DF6-4470-BC07-4DFA42EACD84}"/>
          </ac:spMkLst>
        </pc:spChg>
        <pc:spChg chg="add mod">
          <ac:chgData name="André-Guy Bruneau" userId="c9f3b82d5570fc32" providerId="LiveId" clId="{C4496A7D-9A64-4B82-9835-F710A7718518}" dt="2026-09-30T14:06:21.910" v="1172"/>
          <ac:spMkLst>
            <pc:docMk/>
            <pc:sldMk cId="0" sldId="259"/>
            <ac:spMk id="62" creationId="{53252D95-F19E-4BC3-B39E-0E6C4CE45629}"/>
          </ac:spMkLst>
        </pc:spChg>
        <pc:spChg chg="add mod">
          <ac:chgData name="André-Guy Bruneau" userId="c9f3b82d5570fc32" providerId="LiveId" clId="{C4496A7D-9A64-4B82-9835-F710A7718518}" dt="2026-09-30T14:06:21.910" v="1175"/>
          <ac:spMkLst>
            <pc:docMk/>
            <pc:sldMk cId="0" sldId="259"/>
            <ac:spMk id="63" creationId="{2780BB23-4233-4246-940F-0C264BD1C657}"/>
          </ac:spMkLst>
        </pc:spChg>
        <pc:spChg chg="add del mod">
          <ac:chgData name="André-Guy Bruneau" userId="c9f3b82d5570fc32" providerId="LiveId" clId="{C4496A7D-9A64-4B82-9835-F710A7718518}" dt="2026-09-30T14:06:21.907" v="1139"/>
          <ac:spMkLst>
            <pc:docMk/>
            <pc:sldMk cId="0" sldId="259"/>
            <ac:spMk id="960" creationId="{4667F0BB-CC51-4C8F-BF2F-0FFA33305295}"/>
          </ac:spMkLst>
        </pc:spChg>
        <pc:spChg chg="add mod">
          <ac:chgData name="André-Guy Bruneau" userId="c9f3b82d5570fc32" providerId="LiveId" clId="{C4496A7D-9A64-4B82-9835-F710A7718518}" dt="2026-09-30T14:08:28.544" v="1656"/>
          <ac:spMkLst>
            <pc:docMk/>
            <pc:sldMk cId="0" sldId="259"/>
            <ac:spMk id="962" creationId="{C57DED89-8455-4DDF-ABBB-B610F14973F0}"/>
          </ac:spMkLst>
        </pc:spChg>
        <pc:spChg chg="add mod">
          <ac:chgData name="André-Guy Bruneau" userId="c9f3b82d5570fc32" providerId="LiveId" clId="{C4496A7D-9A64-4B82-9835-F710A7718518}" dt="2026-09-30T14:08:28.545" v="1660"/>
          <ac:spMkLst>
            <pc:docMk/>
            <pc:sldMk cId="0" sldId="259"/>
            <ac:spMk id="963" creationId="{D3A4EB77-49FB-444D-9727-6C84C4733124}"/>
          </ac:spMkLst>
        </pc:spChg>
        <pc:spChg chg="add mod">
          <ac:chgData name="André-Guy Bruneau" userId="c9f3b82d5570fc32" providerId="LiveId" clId="{C4496A7D-9A64-4B82-9835-F710A7718518}" dt="2026-09-30T14:08:28.545" v="1664"/>
          <ac:spMkLst>
            <pc:docMk/>
            <pc:sldMk cId="0" sldId="259"/>
            <ac:spMk id="964" creationId="{5444AFD9-245A-405E-8632-760CFBAC244E}"/>
          </ac:spMkLst>
        </pc:spChg>
        <pc:spChg chg="add mod">
          <ac:chgData name="André-Guy Bruneau" userId="c9f3b82d5570fc32" providerId="LiveId" clId="{C4496A7D-9A64-4B82-9835-F710A7718518}" dt="2026-09-30T14:08:28.545" v="1668"/>
          <ac:spMkLst>
            <pc:docMk/>
            <pc:sldMk cId="0" sldId="259"/>
            <ac:spMk id="965" creationId="{3CC44B34-BE43-441D-8E89-70B36A3B51B8}"/>
          </ac:spMkLst>
        </pc:spChg>
        <pc:spChg chg="add mod">
          <ac:chgData name="André-Guy Bruneau" userId="c9f3b82d5570fc32" providerId="LiveId" clId="{C4496A7D-9A64-4B82-9835-F710A7718518}" dt="2026-09-30T14:08:28.548" v="1672"/>
          <ac:spMkLst>
            <pc:docMk/>
            <pc:sldMk cId="0" sldId="259"/>
            <ac:spMk id="966" creationId="{A9EDFC63-E1D5-49FB-8C79-DC7B276D2213}"/>
          </ac:spMkLst>
        </pc:spChg>
        <pc:spChg chg="add mod">
          <ac:chgData name="André-Guy Bruneau" userId="c9f3b82d5570fc32" providerId="LiveId" clId="{C4496A7D-9A64-4B82-9835-F710A7718518}" dt="2026-09-30T14:08:28.549" v="1676"/>
          <ac:spMkLst>
            <pc:docMk/>
            <pc:sldMk cId="0" sldId="259"/>
            <ac:spMk id="967" creationId="{7A4400A9-BEBD-4E24-84BC-70BD1E03764A}"/>
          </ac:spMkLst>
        </pc:spChg>
        <pc:spChg chg="add mod">
          <ac:chgData name="André-Guy Bruneau" userId="c9f3b82d5570fc32" providerId="LiveId" clId="{C4496A7D-9A64-4B82-9835-F710A7718518}" dt="2026-09-30T14:08:28.549" v="1680"/>
          <ac:spMkLst>
            <pc:docMk/>
            <pc:sldMk cId="0" sldId="259"/>
            <ac:spMk id="968" creationId="{51DAC5B8-3EF9-4473-AE41-6BEAF8C84215}"/>
          </ac:spMkLst>
        </pc:spChg>
        <pc:spChg chg="add mod">
          <ac:chgData name="André-Guy Bruneau" userId="c9f3b82d5570fc32" providerId="LiveId" clId="{C4496A7D-9A64-4B82-9835-F710A7718518}" dt="2026-09-30T14:08:28.549" v="1684"/>
          <ac:spMkLst>
            <pc:docMk/>
            <pc:sldMk cId="0" sldId="259"/>
            <ac:spMk id="969" creationId="{6027BC41-4A45-4C5A-90B2-3CF52D1943C1}"/>
          </ac:spMkLst>
        </pc:spChg>
        <pc:spChg chg="add mod">
          <ac:chgData name="André-Guy Bruneau" userId="c9f3b82d5570fc32" providerId="LiveId" clId="{C4496A7D-9A64-4B82-9835-F710A7718518}" dt="2026-09-30T14:08:28.553" v="1688"/>
          <ac:spMkLst>
            <pc:docMk/>
            <pc:sldMk cId="0" sldId="259"/>
            <ac:spMk id="970" creationId="{0E80C967-74EA-4035-8D28-CDEE6D4518F7}"/>
          </ac:spMkLst>
        </pc:spChg>
        <pc:spChg chg="add mod">
          <ac:chgData name="André-Guy Bruneau" userId="c9f3b82d5570fc32" providerId="LiveId" clId="{C4496A7D-9A64-4B82-9835-F710A7718518}" dt="2026-09-30T14:08:28.554" v="1692"/>
          <ac:spMkLst>
            <pc:docMk/>
            <pc:sldMk cId="0" sldId="259"/>
            <ac:spMk id="971" creationId="{E011A900-B3FA-406E-9A45-8434F746842E}"/>
          </ac:spMkLst>
        </pc:spChg>
        <pc:spChg chg="add mod">
          <ac:chgData name="André-Guy Bruneau" userId="c9f3b82d5570fc32" providerId="LiveId" clId="{C4496A7D-9A64-4B82-9835-F710A7718518}" dt="2026-09-30T14:08:28.554" v="1696"/>
          <ac:spMkLst>
            <pc:docMk/>
            <pc:sldMk cId="0" sldId="259"/>
            <ac:spMk id="972" creationId="{D943F222-2FA5-4A71-BBD7-DD857D1B4213}"/>
          </ac:spMkLst>
        </pc:spChg>
        <pc:spChg chg="add mod">
          <ac:chgData name="André-Guy Bruneau" userId="c9f3b82d5570fc32" providerId="LiveId" clId="{C4496A7D-9A64-4B82-9835-F710A7718518}" dt="2026-09-30T14:08:28.556" v="1700"/>
          <ac:spMkLst>
            <pc:docMk/>
            <pc:sldMk cId="0" sldId="259"/>
            <ac:spMk id="973" creationId="{EA3620E7-887C-433B-B13B-A8739272E234}"/>
          </ac:spMkLst>
        </pc:spChg>
        <pc:spChg chg="add mod">
          <ac:chgData name="André-Guy Bruneau" userId="c9f3b82d5570fc32" providerId="LiveId" clId="{C4496A7D-9A64-4B82-9835-F710A7718518}" dt="2026-09-30T14:08:28.556" v="1704"/>
          <ac:spMkLst>
            <pc:docMk/>
            <pc:sldMk cId="0" sldId="259"/>
            <ac:spMk id="974" creationId="{2F938F47-883C-46D6-B3C9-E27267D65F51}"/>
          </ac:spMkLst>
        </pc:spChg>
        <pc:grpChg chg="add del mod">
          <ac:chgData name="André-Guy Bruneau" userId="c9f3b82d5570fc32" providerId="LiveId" clId="{C4496A7D-9A64-4B82-9835-F710A7718518}" dt="2026-09-30T14:08:28.477" v="1482"/>
          <ac:grpSpMkLst>
            <pc:docMk/>
            <pc:sldMk cId="0" sldId="259"/>
            <ac:grpSpMk id="961" creationId="{60CAB85D-E33B-899B-3DFD-96908D11DB48}"/>
          </ac:grpSpMkLst>
        </pc:grpChg>
        <pc:grpChg chg="add mod">
          <ac:chgData name="André-Guy Bruneau" userId="c9f3b82d5570fc32" providerId="LiveId" clId="{C4496A7D-9A64-4B82-9835-F710A7718518}" dt="2026-09-30T14:08:28.558" v="1706"/>
          <ac:grpSpMkLst>
            <pc:docMk/>
            <pc:sldMk cId="0" sldId="259"/>
            <ac:grpSpMk id="975" creationId="{6A5C0F94-EF4F-8A2F-7526-A59A8FDE7AEC}"/>
          </ac:grpSpMkLst>
        </pc:grpChg>
        <pc:grpChg chg="del">
          <ac:chgData name="André-Guy Bruneau" userId="c9f3b82d5570fc32" providerId="LiveId" clId="{C4496A7D-9A64-4B82-9835-F710A7718518}" dt="2026-09-30T13:59:35.708" v="204"/>
          <ac:grpSpMkLst>
            <pc:docMk/>
            <pc:sldMk cId="0" sldId="259"/>
            <ac:grpSpMk id="1003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595" v="1814"/>
        <pc:sldMkLst>
          <pc:docMk/>
          <pc:sldMk cId="0" sldId="260"/>
        </pc:sldMkLst>
        <pc:spChg chg="add mod">
          <ac:chgData name="André-Guy Bruneau" userId="c9f3b82d5570fc32" providerId="LiveId" clId="{C4496A7D-9A64-4B82-9835-F710A7718518}" dt="2026-09-30T14:06:21.914" v="1216"/>
          <ac:spMkLst>
            <pc:docMk/>
            <pc:sldMk cId="0" sldId="260"/>
            <ac:spMk id="36" creationId="{CDDDE8F5-2D13-4C6A-8EF0-A0A51E8F1A93}"/>
          </ac:spMkLst>
        </pc:spChg>
        <pc:spChg chg="add mod">
          <ac:chgData name="André-Guy Bruneau" userId="c9f3b82d5570fc32" providerId="LiveId" clId="{C4496A7D-9A64-4B82-9835-F710A7718518}" dt="2026-09-30T14:06:21.916" v="1219"/>
          <ac:spMkLst>
            <pc:docMk/>
            <pc:sldMk cId="0" sldId="260"/>
            <ac:spMk id="37" creationId="{764A8704-949B-4757-887A-FE35AF21D540}"/>
          </ac:spMkLst>
        </pc:spChg>
        <pc:spChg chg="add mod">
          <ac:chgData name="André-Guy Bruneau" userId="c9f3b82d5570fc32" providerId="LiveId" clId="{C4496A7D-9A64-4B82-9835-F710A7718518}" dt="2026-09-30T14:06:21.916" v="1222"/>
          <ac:spMkLst>
            <pc:docMk/>
            <pc:sldMk cId="0" sldId="260"/>
            <ac:spMk id="38" creationId="{66EB1EB5-B850-4C7D-B81C-B00BF99A9BC2}"/>
          </ac:spMkLst>
        </pc:spChg>
        <pc:spChg chg="add mod">
          <ac:chgData name="André-Guy Bruneau" userId="c9f3b82d5570fc32" providerId="LiveId" clId="{C4496A7D-9A64-4B82-9835-F710A7718518}" dt="2026-09-30T14:06:21.916" v="1225"/>
          <ac:spMkLst>
            <pc:docMk/>
            <pc:sldMk cId="0" sldId="260"/>
            <ac:spMk id="39" creationId="{960C96FA-A3EE-414C-9692-D7C204FAE380}"/>
          </ac:spMkLst>
        </pc:spChg>
        <pc:spChg chg="add mod">
          <ac:chgData name="André-Guy Bruneau" userId="c9f3b82d5570fc32" providerId="LiveId" clId="{C4496A7D-9A64-4B82-9835-F710A7718518}" dt="2026-09-30T14:06:21.916" v="1228"/>
          <ac:spMkLst>
            <pc:docMk/>
            <pc:sldMk cId="0" sldId="260"/>
            <ac:spMk id="40" creationId="{FA541110-1B98-4DE3-8C2F-864612190365}"/>
          </ac:spMkLst>
        </pc:spChg>
        <pc:spChg chg="add mod">
          <ac:chgData name="André-Guy Bruneau" userId="c9f3b82d5570fc32" providerId="LiveId" clId="{C4496A7D-9A64-4B82-9835-F710A7718518}" dt="2026-09-30T14:06:21.916" v="1231"/>
          <ac:spMkLst>
            <pc:docMk/>
            <pc:sldMk cId="0" sldId="260"/>
            <ac:spMk id="41" creationId="{E4B26E7B-DF45-4BEB-BCBD-1FE8167DBDA6}"/>
          </ac:spMkLst>
        </pc:spChg>
        <pc:spChg chg="add mod">
          <ac:chgData name="André-Guy Bruneau" userId="c9f3b82d5570fc32" providerId="LiveId" clId="{C4496A7D-9A64-4B82-9835-F710A7718518}" dt="2026-09-30T14:06:21.916" v="1234"/>
          <ac:spMkLst>
            <pc:docMk/>
            <pc:sldMk cId="0" sldId="260"/>
            <ac:spMk id="42" creationId="{EA957465-431C-4D90-8AE5-586DC87910A4}"/>
          </ac:spMkLst>
        </pc:spChg>
        <pc:spChg chg="add mod">
          <ac:chgData name="André-Guy Bruneau" userId="c9f3b82d5570fc32" providerId="LiveId" clId="{C4496A7D-9A64-4B82-9835-F710A7718518}" dt="2026-09-30T14:06:21.916" v="1237"/>
          <ac:spMkLst>
            <pc:docMk/>
            <pc:sldMk cId="0" sldId="260"/>
            <ac:spMk id="43" creationId="{06C7B1EA-59D5-4704-9AC4-B74066D8C0E9}"/>
          </ac:spMkLst>
        </pc:spChg>
        <pc:spChg chg="add mod">
          <ac:chgData name="André-Guy Bruneau" userId="c9f3b82d5570fc32" providerId="LiveId" clId="{C4496A7D-9A64-4B82-9835-F710A7718518}" dt="2026-09-30T14:06:21.916" v="1240"/>
          <ac:spMkLst>
            <pc:docMk/>
            <pc:sldMk cId="0" sldId="260"/>
            <ac:spMk id="44" creationId="{BCE56761-67BD-4A5F-88B6-3F7BE31C36D9}"/>
          </ac:spMkLst>
        </pc:spChg>
        <pc:spChg chg="add mod">
          <ac:chgData name="André-Guy Bruneau" userId="c9f3b82d5570fc32" providerId="LiveId" clId="{C4496A7D-9A64-4B82-9835-F710A7718518}" dt="2026-09-30T14:06:21.916" v="1243"/>
          <ac:spMkLst>
            <pc:docMk/>
            <pc:sldMk cId="0" sldId="260"/>
            <ac:spMk id="45" creationId="{335DDC75-B4B6-44AE-B8EC-03B09F815852}"/>
          </ac:spMkLst>
        </pc:spChg>
        <pc:spChg chg="add mod">
          <ac:chgData name="André-Guy Bruneau" userId="c9f3b82d5570fc32" providerId="LiveId" clId="{C4496A7D-9A64-4B82-9835-F710A7718518}" dt="2026-09-30T14:06:21.916" v="1246"/>
          <ac:spMkLst>
            <pc:docMk/>
            <pc:sldMk cId="0" sldId="260"/>
            <ac:spMk id="46" creationId="{43BE5BE4-4B4E-4302-B8AA-44D40F4EA119}"/>
          </ac:spMkLst>
        </pc:spChg>
        <pc:spChg chg="add mod">
          <ac:chgData name="André-Guy Bruneau" userId="c9f3b82d5570fc32" providerId="LiveId" clId="{C4496A7D-9A64-4B82-9835-F710A7718518}" dt="2026-09-30T14:06:21.916" v="1249"/>
          <ac:spMkLst>
            <pc:docMk/>
            <pc:sldMk cId="0" sldId="260"/>
            <ac:spMk id="47" creationId="{390976EA-7626-436C-86EE-AB05DA4AB1AA}"/>
          </ac:spMkLst>
        </pc:spChg>
        <pc:spChg chg="add del mod">
          <ac:chgData name="André-Guy Bruneau" userId="c9f3b82d5570fc32" providerId="LiveId" clId="{C4496A7D-9A64-4B82-9835-F710A7718518}" dt="2026-09-30T14:06:21.914" v="1213"/>
          <ac:spMkLst>
            <pc:docMk/>
            <pc:sldMk cId="0" sldId="260"/>
            <ac:spMk id="48" creationId="{99C4CD61-08E3-40ED-9EDC-870E4F2715B3}"/>
          </ac:spMkLst>
        </pc:spChg>
        <pc:spChg chg="add mod">
          <ac:chgData name="André-Guy Bruneau" userId="c9f3b82d5570fc32" providerId="LiveId" clId="{C4496A7D-9A64-4B82-9835-F710A7718518}" dt="2026-09-30T14:08:28.582" v="1764"/>
          <ac:spMkLst>
            <pc:docMk/>
            <pc:sldMk cId="0" sldId="260"/>
            <ac:spMk id="50" creationId="{DE7C969D-EE73-4098-9311-FC2B9C76B056}"/>
          </ac:spMkLst>
        </pc:spChg>
        <pc:spChg chg="add mod">
          <ac:chgData name="André-Guy Bruneau" userId="c9f3b82d5570fc32" providerId="LiveId" clId="{C4496A7D-9A64-4B82-9835-F710A7718518}" dt="2026-09-30T14:08:28.582" v="1768"/>
          <ac:spMkLst>
            <pc:docMk/>
            <pc:sldMk cId="0" sldId="260"/>
            <ac:spMk id="51" creationId="{A01E9518-E359-4689-994C-CAC06754825C}"/>
          </ac:spMkLst>
        </pc:spChg>
        <pc:spChg chg="add mod">
          <ac:chgData name="André-Guy Bruneau" userId="c9f3b82d5570fc32" providerId="LiveId" clId="{C4496A7D-9A64-4B82-9835-F710A7718518}" dt="2026-09-30T14:08:28.582" v="1772"/>
          <ac:spMkLst>
            <pc:docMk/>
            <pc:sldMk cId="0" sldId="260"/>
            <ac:spMk id="52" creationId="{54850CFE-98DA-4AA0-B47C-34CA3A53D77E}"/>
          </ac:spMkLst>
        </pc:spChg>
        <pc:spChg chg="add mod">
          <ac:chgData name="André-Guy Bruneau" userId="c9f3b82d5570fc32" providerId="LiveId" clId="{C4496A7D-9A64-4B82-9835-F710A7718518}" dt="2026-09-30T14:08:28.584" v="1776"/>
          <ac:spMkLst>
            <pc:docMk/>
            <pc:sldMk cId="0" sldId="260"/>
            <ac:spMk id="53" creationId="{E48AAF01-48B0-4809-8540-0D227786B4E0}"/>
          </ac:spMkLst>
        </pc:spChg>
        <pc:spChg chg="add mod">
          <ac:chgData name="André-Guy Bruneau" userId="c9f3b82d5570fc32" providerId="LiveId" clId="{C4496A7D-9A64-4B82-9835-F710A7718518}" dt="2026-09-30T14:08:28.584" v="1780"/>
          <ac:spMkLst>
            <pc:docMk/>
            <pc:sldMk cId="0" sldId="260"/>
            <ac:spMk id="54" creationId="{65FC6024-8873-40F1-A651-EDDB491119C5}"/>
          </ac:spMkLst>
        </pc:spChg>
        <pc:spChg chg="add mod">
          <ac:chgData name="André-Guy Bruneau" userId="c9f3b82d5570fc32" providerId="LiveId" clId="{C4496A7D-9A64-4B82-9835-F710A7718518}" dt="2026-09-30T14:08:28.586" v="1784"/>
          <ac:spMkLst>
            <pc:docMk/>
            <pc:sldMk cId="0" sldId="260"/>
            <ac:spMk id="55" creationId="{3D9A68EF-3CA7-4772-8A94-A175640D6EC5}"/>
          </ac:spMkLst>
        </pc:spChg>
        <pc:spChg chg="add mod">
          <ac:chgData name="André-Guy Bruneau" userId="c9f3b82d5570fc32" providerId="LiveId" clId="{C4496A7D-9A64-4B82-9835-F710A7718518}" dt="2026-09-30T14:08:28.587" v="1788"/>
          <ac:spMkLst>
            <pc:docMk/>
            <pc:sldMk cId="0" sldId="260"/>
            <ac:spMk id="56" creationId="{90DA562C-3CD1-4F1E-BC82-6D3AC21232BE}"/>
          </ac:spMkLst>
        </pc:spChg>
        <pc:spChg chg="add mod">
          <ac:chgData name="André-Guy Bruneau" userId="c9f3b82d5570fc32" providerId="LiveId" clId="{C4496A7D-9A64-4B82-9835-F710A7718518}" dt="2026-09-30T14:08:28.587" v="1792"/>
          <ac:spMkLst>
            <pc:docMk/>
            <pc:sldMk cId="0" sldId="260"/>
            <ac:spMk id="57" creationId="{F71A710D-F0AB-4BE9-B5C2-B4B3B3ABC725}"/>
          </ac:spMkLst>
        </pc:spChg>
        <pc:spChg chg="add mod">
          <ac:chgData name="André-Guy Bruneau" userId="c9f3b82d5570fc32" providerId="LiveId" clId="{C4496A7D-9A64-4B82-9835-F710A7718518}" dt="2026-09-30T14:08:28.589" v="1796"/>
          <ac:spMkLst>
            <pc:docMk/>
            <pc:sldMk cId="0" sldId="260"/>
            <ac:spMk id="58" creationId="{8CFA392D-EF92-4E56-B2D5-4FE618E4D55F}"/>
          </ac:spMkLst>
        </pc:spChg>
        <pc:spChg chg="add mod">
          <ac:chgData name="André-Guy Bruneau" userId="c9f3b82d5570fc32" providerId="LiveId" clId="{C4496A7D-9A64-4B82-9835-F710A7718518}" dt="2026-09-30T14:08:28.589" v="1800"/>
          <ac:spMkLst>
            <pc:docMk/>
            <pc:sldMk cId="0" sldId="260"/>
            <ac:spMk id="59" creationId="{707152D3-FFAB-48AC-A0E0-18C365597A32}"/>
          </ac:spMkLst>
        </pc:spChg>
        <pc:spChg chg="add mod">
          <ac:chgData name="André-Guy Bruneau" userId="c9f3b82d5570fc32" providerId="LiveId" clId="{C4496A7D-9A64-4B82-9835-F710A7718518}" dt="2026-09-30T14:08:28.590" v="1804"/>
          <ac:spMkLst>
            <pc:docMk/>
            <pc:sldMk cId="0" sldId="260"/>
            <ac:spMk id="60" creationId="{59552BE6-95C0-41DD-B959-B85B93072B2B}"/>
          </ac:spMkLst>
        </pc:spChg>
        <pc:spChg chg="add mod">
          <ac:chgData name="André-Guy Bruneau" userId="c9f3b82d5570fc32" providerId="LiveId" clId="{C4496A7D-9A64-4B82-9835-F710A7718518}" dt="2026-09-30T14:08:28.590" v="1808"/>
          <ac:spMkLst>
            <pc:docMk/>
            <pc:sldMk cId="0" sldId="260"/>
            <ac:spMk id="61" creationId="{CE921C86-69C0-4760-B7F8-08EA9A684D51}"/>
          </ac:spMkLst>
        </pc:spChg>
        <pc:spChg chg="add mod">
          <ac:chgData name="André-Guy Bruneau" userId="c9f3b82d5570fc32" providerId="LiveId" clId="{C4496A7D-9A64-4B82-9835-F710A7718518}" dt="2026-09-30T14:08:28.592" v="1812"/>
          <ac:spMkLst>
            <pc:docMk/>
            <pc:sldMk cId="0" sldId="260"/>
            <ac:spMk id="62" creationId="{895CF82F-1DA7-4406-BF86-046FC6611D3E}"/>
          </ac:spMkLst>
        </pc:spChg>
        <pc:grpChg chg="add del mod">
          <ac:chgData name="André-Guy Bruneau" userId="c9f3b82d5570fc32" providerId="LiveId" clId="{C4496A7D-9A64-4B82-9835-F710A7718518}" dt="2026-09-30T14:08:28.478" v="1484"/>
          <ac:grpSpMkLst>
            <pc:docMk/>
            <pc:sldMk cId="0" sldId="260"/>
            <ac:grpSpMk id="49" creationId="{ED1E8D0E-7A4F-4888-63E5-AFF3617D64F0}"/>
          </ac:grpSpMkLst>
        </pc:grpChg>
        <pc:grpChg chg="add mod">
          <ac:chgData name="André-Guy Bruneau" userId="c9f3b82d5570fc32" providerId="LiveId" clId="{C4496A7D-9A64-4B82-9835-F710A7718518}" dt="2026-09-30T14:08:28.595" v="1814"/>
          <ac:grpSpMkLst>
            <pc:docMk/>
            <pc:sldMk cId="0" sldId="260"/>
            <ac:grpSpMk id="63" creationId="{0316C2A0-84AA-9627-B6B1-DD9154681F27}"/>
          </ac:grpSpMkLst>
        </pc:grpChg>
        <pc:grpChg chg="del">
          <ac:chgData name="André-Guy Bruneau" userId="c9f3b82d5570fc32" providerId="LiveId" clId="{C4496A7D-9A64-4B82-9835-F710A7718518}" dt="2026-09-30T13:59:35.732" v="313"/>
          <ac:grpSpMkLst>
            <pc:docMk/>
            <pc:sldMk cId="0" sldId="260"/>
            <ac:grpSpMk id="1005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13" v="1868"/>
        <pc:sldMkLst>
          <pc:docMk/>
          <pc:sldMk cId="0" sldId="261"/>
        </pc:sldMkLst>
        <pc:spChg chg="add mod">
          <ac:chgData name="André-Guy Bruneau" userId="c9f3b82d5570fc32" providerId="LiveId" clId="{C4496A7D-9A64-4B82-9835-F710A7718518}" dt="2026-09-30T14:06:21.919" v="1253"/>
          <ac:spMkLst>
            <pc:docMk/>
            <pc:sldMk cId="0" sldId="261"/>
            <ac:spMk id="40" creationId="{88781BCD-7177-4FCE-B56B-911127D1A405}"/>
          </ac:spMkLst>
        </pc:spChg>
        <pc:spChg chg="add mod">
          <ac:chgData name="André-Guy Bruneau" userId="c9f3b82d5570fc32" providerId="LiveId" clId="{C4496A7D-9A64-4B82-9835-F710A7718518}" dt="2026-09-30T14:06:21.919" v="1256"/>
          <ac:spMkLst>
            <pc:docMk/>
            <pc:sldMk cId="0" sldId="261"/>
            <ac:spMk id="41" creationId="{AAA79263-B162-47F7-B6D6-3CE7E320FE59}"/>
          </ac:spMkLst>
        </pc:spChg>
        <pc:spChg chg="add mod">
          <ac:chgData name="André-Guy Bruneau" userId="c9f3b82d5570fc32" providerId="LiveId" clId="{C4496A7D-9A64-4B82-9835-F710A7718518}" dt="2026-09-30T14:06:21.919" v="1259"/>
          <ac:spMkLst>
            <pc:docMk/>
            <pc:sldMk cId="0" sldId="261"/>
            <ac:spMk id="42" creationId="{8A5238C5-A09E-41BC-A7B9-8E432641893D}"/>
          </ac:spMkLst>
        </pc:spChg>
        <pc:spChg chg="add mod">
          <ac:chgData name="André-Guy Bruneau" userId="c9f3b82d5570fc32" providerId="LiveId" clId="{C4496A7D-9A64-4B82-9835-F710A7718518}" dt="2026-09-30T14:06:21.920" v="1262"/>
          <ac:spMkLst>
            <pc:docMk/>
            <pc:sldMk cId="0" sldId="261"/>
            <ac:spMk id="43" creationId="{BBD999DB-C270-4EF6-B896-D0B1B98F97A2}"/>
          </ac:spMkLst>
        </pc:spChg>
        <pc:spChg chg="add mod">
          <ac:chgData name="André-Guy Bruneau" userId="c9f3b82d5570fc32" providerId="LiveId" clId="{C4496A7D-9A64-4B82-9835-F710A7718518}" dt="2026-09-30T14:06:21.920" v="1265"/>
          <ac:spMkLst>
            <pc:docMk/>
            <pc:sldMk cId="0" sldId="261"/>
            <ac:spMk id="44" creationId="{BBECBD0B-5C65-4466-BFDC-13AB92BF926D}"/>
          </ac:spMkLst>
        </pc:spChg>
        <pc:spChg chg="add mod">
          <ac:chgData name="André-Guy Bruneau" userId="c9f3b82d5570fc32" providerId="LiveId" clId="{C4496A7D-9A64-4B82-9835-F710A7718518}" dt="2026-09-30T14:06:21.920" v="1268"/>
          <ac:spMkLst>
            <pc:docMk/>
            <pc:sldMk cId="0" sldId="261"/>
            <ac:spMk id="45" creationId="{43B88908-4BBB-456F-B46C-513A3F7D62ED}"/>
          </ac:spMkLst>
        </pc:spChg>
        <pc:spChg chg="add mod">
          <ac:chgData name="André-Guy Bruneau" userId="c9f3b82d5570fc32" providerId="LiveId" clId="{C4496A7D-9A64-4B82-9835-F710A7718518}" dt="2026-09-30T14:06:21.920" v="1271"/>
          <ac:spMkLst>
            <pc:docMk/>
            <pc:sldMk cId="0" sldId="261"/>
            <ac:spMk id="46" creationId="{4E950CD7-AB02-46E3-8684-5C350F758DA1}"/>
          </ac:spMkLst>
        </pc:spChg>
        <pc:spChg chg="add mod">
          <ac:chgData name="André-Guy Bruneau" userId="c9f3b82d5570fc32" providerId="LiveId" clId="{C4496A7D-9A64-4B82-9835-F710A7718518}" dt="2026-09-30T14:06:21.920" v="1274"/>
          <ac:spMkLst>
            <pc:docMk/>
            <pc:sldMk cId="0" sldId="261"/>
            <ac:spMk id="47" creationId="{9237F497-D8DD-4C2D-B726-89A56527C1B4}"/>
          </ac:spMkLst>
        </pc:spChg>
        <pc:spChg chg="add mod">
          <ac:chgData name="André-Guy Bruneau" userId="c9f3b82d5570fc32" providerId="LiveId" clId="{C4496A7D-9A64-4B82-9835-F710A7718518}" dt="2026-09-30T14:06:21.920" v="1277"/>
          <ac:spMkLst>
            <pc:docMk/>
            <pc:sldMk cId="0" sldId="261"/>
            <ac:spMk id="48" creationId="{EC0D898D-18AD-4ACC-948E-92479EF2D42B}"/>
          </ac:spMkLst>
        </pc:spChg>
        <pc:spChg chg="add mod">
          <ac:chgData name="André-Guy Bruneau" userId="c9f3b82d5570fc32" providerId="LiveId" clId="{C4496A7D-9A64-4B82-9835-F710A7718518}" dt="2026-09-30T14:06:21.920" v="1280"/>
          <ac:spMkLst>
            <pc:docMk/>
            <pc:sldMk cId="0" sldId="261"/>
            <ac:spMk id="49" creationId="{E411873A-F7D8-4680-B1B4-55DF87075446}"/>
          </ac:spMkLst>
        </pc:spChg>
        <pc:spChg chg="add mod">
          <ac:chgData name="André-Guy Bruneau" userId="c9f3b82d5570fc32" providerId="LiveId" clId="{C4496A7D-9A64-4B82-9835-F710A7718518}" dt="2026-09-30T14:06:21.920" v="1283"/>
          <ac:spMkLst>
            <pc:docMk/>
            <pc:sldMk cId="0" sldId="261"/>
            <ac:spMk id="50" creationId="{86458DBB-5B4F-4933-AB18-3699E570B751}"/>
          </ac:spMkLst>
        </pc:spChg>
        <pc:spChg chg="add mod">
          <ac:chgData name="André-Guy Bruneau" userId="c9f3b82d5570fc32" providerId="LiveId" clId="{C4496A7D-9A64-4B82-9835-F710A7718518}" dt="2026-09-30T14:06:21.920" v="1286"/>
          <ac:spMkLst>
            <pc:docMk/>
            <pc:sldMk cId="0" sldId="261"/>
            <ac:spMk id="51" creationId="{655CE9B7-A908-4D7A-BE67-073429EFDC08}"/>
          </ac:spMkLst>
        </pc:spChg>
        <pc:spChg chg="add del mod">
          <ac:chgData name="André-Guy Bruneau" userId="c9f3b82d5570fc32" providerId="LiveId" clId="{C4496A7D-9A64-4B82-9835-F710A7718518}" dt="2026-09-30T14:06:21.916" v="1250"/>
          <ac:spMkLst>
            <pc:docMk/>
            <pc:sldMk cId="0" sldId="261"/>
            <ac:spMk id="52" creationId="{B6B6D4EB-78B2-406D-9DDD-41E11D7C4BDD}"/>
          </ac:spMkLst>
        </pc:spChg>
        <pc:spChg chg="add mod">
          <ac:chgData name="André-Guy Bruneau" userId="c9f3b82d5570fc32" providerId="LiveId" clId="{C4496A7D-9A64-4B82-9835-F710A7718518}" dt="2026-09-30T14:08:28.599" v="1818"/>
          <ac:spMkLst>
            <pc:docMk/>
            <pc:sldMk cId="0" sldId="261"/>
            <ac:spMk id="54" creationId="{2C5DAA98-9850-47FD-A170-7DEBEC4E8C10}"/>
          </ac:spMkLst>
        </pc:spChg>
        <pc:spChg chg="add mod">
          <ac:chgData name="André-Guy Bruneau" userId="c9f3b82d5570fc32" providerId="LiveId" clId="{C4496A7D-9A64-4B82-9835-F710A7718518}" dt="2026-09-30T14:08:28.599" v="1822"/>
          <ac:spMkLst>
            <pc:docMk/>
            <pc:sldMk cId="0" sldId="261"/>
            <ac:spMk id="55" creationId="{20142827-96A3-4F38-BF96-9FE028BA6D8C}"/>
          </ac:spMkLst>
        </pc:spChg>
        <pc:spChg chg="add mod">
          <ac:chgData name="André-Guy Bruneau" userId="c9f3b82d5570fc32" providerId="LiveId" clId="{C4496A7D-9A64-4B82-9835-F710A7718518}" dt="2026-09-30T14:08:28.601" v="1826"/>
          <ac:spMkLst>
            <pc:docMk/>
            <pc:sldMk cId="0" sldId="261"/>
            <ac:spMk id="56" creationId="{8418B891-ABC8-4D49-9834-7354676765D5}"/>
          </ac:spMkLst>
        </pc:spChg>
        <pc:spChg chg="add mod">
          <ac:chgData name="André-Guy Bruneau" userId="c9f3b82d5570fc32" providerId="LiveId" clId="{C4496A7D-9A64-4B82-9835-F710A7718518}" dt="2026-09-30T14:08:28.603" v="1830"/>
          <ac:spMkLst>
            <pc:docMk/>
            <pc:sldMk cId="0" sldId="261"/>
            <ac:spMk id="57" creationId="{0C7C8CDD-CD54-42A5-83F2-AD259BC8DEA1}"/>
          </ac:spMkLst>
        </pc:spChg>
        <pc:spChg chg="add mod">
          <ac:chgData name="André-Guy Bruneau" userId="c9f3b82d5570fc32" providerId="LiveId" clId="{C4496A7D-9A64-4B82-9835-F710A7718518}" dt="2026-09-30T14:08:28.604" v="1834"/>
          <ac:spMkLst>
            <pc:docMk/>
            <pc:sldMk cId="0" sldId="261"/>
            <ac:spMk id="58" creationId="{8804C520-C634-42F6-83E7-D91D3C4D176C}"/>
          </ac:spMkLst>
        </pc:spChg>
        <pc:spChg chg="add mod">
          <ac:chgData name="André-Guy Bruneau" userId="c9f3b82d5570fc32" providerId="LiveId" clId="{C4496A7D-9A64-4B82-9835-F710A7718518}" dt="2026-09-30T14:08:28.604" v="1838"/>
          <ac:spMkLst>
            <pc:docMk/>
            <pc:sldMk cId="0" sldId="261"/>
            <ac:spMk id="59" creationId="{56866141-41E1-4AD9-A62E-2FA96C720A75}"/>
          </ac:spMkLst>
        </pc:spChg>
        <pc:spChg chg="add mod">
          <ac:chgData name="André-Guy Bruneau" userId="c9f3b82d5570fc32" providerId="LiveId" clId="{C4496A7D-9A64-4B82-9835-F710A7718518}" dt="2026-09-30T14:08:28.604" v="1842"/>
          <ac:spMkLst>
            <pc:docMk/>
            <pc:sldMk cId="0" sldId="261"/>
            <ac:spMk id="60" creationId="{89BB7541-CA07-4B2E-BCCA-E674396A45F2}"/>
          </ac:spMkLst>
        </pc:spChg>
        <pc:spChg chg="add mod">
          <ac:chgData name="André-Guy Bruneau" userId="c9f3b82d5570fc32" providerId="LiveId" clId="{C4496A7D-9A64-4B82-9835-F710A7718518}" dt="2026-09-30T14:08:28.606" v="1846"/>
          <ac:spMkLst>
            <pc:docMk/>
            <pc:sldMk cId="0" sldId="261"/>
            <ac:spMk id="61" creationId="{A2720B85-CDE6-4D7A-BF47-BE4D0AE2FF35}"/>
          </ac:spMkLst>
        </pc:spChg>
        <pc:spChg chg="add mod">
          <ac:chgData name="André-Guy Bruneau" userId="c9f3b82d5570fc32" providerId="LiveId" clId="{C4496A7D-9A64-4B82-9835-F710A7718518}" dt="2026-09-30T14:08:28.607" v="1850"/>
          <ac:spMkLst>
            <pc:docMk/>
            <pc:sldMk cId="0" sldId="261"/>
            <ac:spMk id="62" creationId="{8AE20428-D986-46A3-A305-B4D21D03A851}"/>
          </ac:spMkLst>
        </pc:spChg>
        <pc:spChg chg="add mod">
          <ac:chgData name="André-Guy Bruneau" userId="c9f3b82d5570fc32" providerId="LiveId" clId="{C4496A7D-9A64-4B82-9835-F710A7718518}" dt="2026-09-30T14:08:28.607" v="1854"/>
          <ac:spMkLst>
            <pc:docMk/>
            <pc:sldMk cId="0" sldId="261"/>
            <ac:spMk id="63" creationId="{E3C73DB5-0196-4CF9-85A6-2DB6F7058AE6}"/>
          </ac:spMkLst>
        </pc:spChg>
        <pc:spChg chg="add mod">
          <ac:chgData name="André-Guy Bruneau" userId="c9f3b82d5570fc32" providerId="LiveId" clId="{C4496A7D-9A64-4B82-9835-F710A7718518}" dt="2026-09-30T14:08:28.609" v="1858"/>
          <ac:spMkLst>
            <pc:docMk/>
            <pc:sldMk cId="0" sldId="261"/>
            <ac:spMk id="960" creationId="{B8967D4D-91FE-4FC7-BFAE-495C9AD217A8}"/>
          </ac:spMkLst>
        </pc:spChg>
        <pc:spChg chg="add mod">
          <ac:chgData name="André-Guy Bruneau" userId="c9f3b82d5570fc32" providerId="LiveId" clId="{C4496A7D-9A64-4B82-9835-F710A7718518}" dt="2026-09-30T14:08:28.609" v="1862"/>
          <ac:spMkLst>
            <pc:docMk/>
            <pc:sldMk cId="0" sldId="261"/>
            <ac:spMk id="961" creationId="{605D4B4C-DF9B-4E47-8E45-205231C37F32}"/>
          </ac:spMkLst>
        </pc:spChg>
        <pc:spChg chg="add mod">
          <ac:chgData name="André-Guy Bruneau" userId="c9f3b82d5570fc32" providerId="LiveId" clId="{C4496A7D-9A64-4B82-9835-F710A7718518}" dt="2026-09-30T14:08:28.611" v="1866"/>
          <ac:spMkLst>
            <pc:docMk/>
            <pc:sldMk cId="0" sldId="261"/>
            <ac:spMk id="962" creationId="{B2186761-CE35-4646-919E-C83A9A711C6F}"/>
          </ac:spMkLst>
        </pc:spChg>
        <pc:grpChg chg="add del mod">
          <ac:chgData name="André-Guy Bruneau" userId="c9f3b82d5570fc32" providerId="LiveId" clId="{C4496A7D-9A64-4B82-9835-F710A7718518}" dt="2026-09-30T14:08:28.479" v="1485"/>
          <ac:grpSpMkLst>
            <pc:docMk/>
            <pc:sldMk cId="0" sldId="261"/>
            <ac:grpSpMk id="53" creationId="{E88042C8-13CE-3150-3291-46B14CDAF89B}"/>
          </ac:grpSpMkLst>
        </pc:grpChg>
        <pc:grpChg chg="add mod">
          <ac:chgData name="André-Guy Bruneau" userId="c9f3b82d5570fc32" providerId="LiveId" clId="{C4496A7D-9A64-4B82-9835-F710A7718518}" dt="2026-09-30T14:08:28.613" v="1868"/>
          <ac:grpSpMkLst>
            <pc:docMk/>
            <pc:sldMk cId="0" sldId="261"/>
            <ac:grpSpMk id="963" creationId="{A9A9B188-582D-DEA7-B42D-DE3EE1A5B564}"/>
          </ac:grpSpMkLst>
        </pc:grpChg>
        <pc:grpChg chg="del">
          <ac:chgData name="André-Guy Bruneau" userId="c9f3b82d5570fc32" providerId="LiveId" clId="{C4496A7D-9A64-4B82-9835-F710A7718518}" dt="2026-09-30T13:59:35.741" v="368"/>
          <ac:grpSpMkLst>
            <pc:docMk/>
            <pc:sldMk cId="0" sldId="261"/>
            <ac:grpSpMk id="1006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28" v="1922"/>
        <pc:sldMkLst>
          <pc:docMk/>
          <pc:sldMk cId="0" sldId="262"/>
        </pc:sldMkLst>
        <pc:spChg chg="add mod">
          <ac:chgData name="André-Guy Bruneau" userId="c9f3b82d5570fc32" providerId="LiveId" clId="{C4496A7D-9A64-4B82-9835-F710A7718518}" dt="2026-09-30T14:06:21.923" v="1290"/>
          <ac:spMkLst>
            <pc:docMk/>
            <pc:sldMk cId="0" sldId="262"/>
            <ac:spMk id="41" creationId="{B7A3A79F-E64A-4AB1-9954-BDA41FAACCED}"/>
          </ac:spMkLst>
        </pc:spChg>
        <pc:spChg chg="add mod">
          <ac:chgData name="André-Guy Bruneau" userId="c9f3b82d5570fc32" providerId="LiveId" clId="{C4496A7D-9A64-4B82-9835-F710A7718518}" dt="2026-09-30T14:06:21.923" v="1293"/>
          <ac:spMkLst>
            <pc:docMk/>
            <pc:sldMk cId="0" sldId="262"/>
            <ac:spMk id="42" creationId="{C7FDC628-FEC9-410D-A8CF-7E12847BB9DB}"/>
          </ac:spMkLst>
        </pc:spChg>
        <pc:spChg chg="add mod">
          <ac:chgData name="André-Guy Bruneau" userId="c9f3b82d5570fc32" providerId="LiveId" clId="{C4496A7D-9A64-4B82-9835-F710A7718518}" dt="2026-09-30T14:06:21.923" v="1296"/>
          <ac:spMkLst>
            <pc:docMk/>
            <pc:sldMk cId="0" sldId="262"/>
            <ac:spMk id="43" creationId="{1151CA3E-A8DA-4813-AF4B-A4F73044B29B}"/>
          </ac:spMkLst>
        </pc:spChg>
        <pc:spChg chg="add mod">
          <ac:chgData name="André-Guy Bruneau" userId="c9f3b82d5570fc32" providerId="LiveId" clId="{C4496A7D-9A64-4B82-9835-F710A7718518}" dt="2026-09-30T14:06:21.923" v="1299"/>
          <ac:spMkLst>
            <pc:docMk/>
            <pc:sldMk cId="0" sldId="262"/>
            <ac:spMk id="44" creationId="{5C6A36D5-5F69-4584-B90E-7643F0E48245}"/>
          </ac:spMkLst>
        </pc:spChg>
        <pc:spChg chg="add mod">
          <ac:chgData name="André-Guy Bruneau" userId="c9f3b82d5570fc32" providerId="LiveId" clId="{C4496A7D-9A64-4B82-9835-F710A7718518}" dt="2026-09-30T14:06:21.923" v="1302"/>
          <ac:spMkLst>
            <pc:docMk/>
            <pc:sldMk cId="0" sldId="262"/>
            <ac:spMk id="45" creationId="{FA0C71C1-372F-430D-A654-F44BC7AF4CB0}"/>
          </ac:spMkLst>
        </pc:spChg>
        <pc:spChg chg="add mod">
          <ac:chgData name="André-Guy Bruneau" userId="c9f3b82d5570fc32" providerId="LiveId" clId="{C4496A7D-9A64-4B82-9835-F710A7718518}" dt="2026-09-30T14:06:21.923" v="1305"/>
          <ac:spMkLst>
            <pc:docMk/>
            <pc:sldMk cId="0" sldId="262"/>
            <ac:spMk id="46" creationId="{E1E7554A-0DF1-4BAA-8C02-9B4E093F3B89}"/>
          </ac:spMkLst>
        </pc:spChg>
        <pc:spChg chg="add mod">
          <ac:chgData name="André-Guy Bruneau" userId="c9f3b82d5570fc32" providerId="LiveId" clId="{C4496A7D-9A64-4B82-9835-F710A7718518}" dt="2026-09-30T14:06:21.924" v="1308"/>
          <ac:spMkLst>
            <pc:docMk/>
            <pc:sldMk cId="0" sldId="262"/>
            <ac:spMk id="47" creationId="{1A9BFA2B-F405-4869-B683-085D9EDCC637}"/>
          </ac:spMkLst>
        </pc:spChg>
        <pc:spChg chg="add mod">
          <ac:chgData name="André-Guy Bruneau" userId="c9f3b82d5570fc32" providerId="LiveId" clId="{C4496A7D-9A64-4B82-9835-F710A7718518}" dt="2026-09-30T14:06:21.924" v="1311"/>
          <ac:spMkLst>
            <pc:docMk/>
            <pc:sldMk cId="0" sldId="262"/>
            <ac:spMk id="48" creationId="{A28A5DE0-863E-4160-A194-70E1A036564E}"/>
          </ac:spMkLst>
        </pc:spChg>
        <pc:spChg chg="add mod">
          <ac:chgData name="André-Guy Bruneau" userId="c9f3b82d5570fc32" providerId="LiveId" clId="{C4496A7D-9A64-4B82-9835-F710A7718518}" dt="2026-09-30T14:06:21.924" v="1314"/>
          <ac:spMkLst>
            <pc:docMk/>
            <pc:sldMk cId="0" sldId="262"/>
            <ac:spMk id="49" creationId="{08E1BDD2-75F8-4090-9E4B-024F85271C61}"/>
          </ac:spMkLst>
        </pc:spChg>
        <pc:spChg chg="add mod">
          <ac:chgData name="André-Guy Bruneau" userId="c9f3b82d5570fc32" providerId="LiveId" clId="{C4496A7D-9A64-4B82-9835-F710A7718518}" dt="2026-09-30T14:06:21.924" v="1317"/>
          <ac:spMkLst>
            <pc:docMk/>
            <pc:sldMk cId="0" sldId="262"/>
            <ac:spMk id="50" creationId="{48937B5E-1291-496C-83B1-FB07C83F3E78}"/>
          </ac:spMkLst>
        </pc:spChg>
        <pc:spChg chg="add mod">
          <ac:chgData name="André-Guy Bruneau" userId="c9f3b82d5570fc32" providerId="LiveId" clId="{C4496A7D-9A64-4B82-9835-F710A7718518}" dt="2026-09-30T14:06:21.924" v="1320"/>
          <ac:spMkLst>
            <pc:docMk/>
            <pc:sldMk cId="0" sldId="262"/>
            <ac:spMk id="51" creationId="{59DBE436-A997-4101-8122-8C21BE2A8248}"/>
          </ac:spMkLst>
        </pc:spChg>
        <pc:spChg chg="add mod">
          <ac:chgData name="André-Guy Bruneau" userId="c9f3b82d5570fc32" providerId="LiveId" clId="{C4496A7D-9A64-4B82-9835-F710A7718518}" dt="2026-09-30T14:06:21.924" v="1323"/>
          <ac:spMkLst>
            <pc:docMk/>
            <pc:sldMk cId="0" sldId="262"/>
            <ac:spMk id="52" creationId="{9F55C7F2-D56B-49E1-B38A-660C09F4F5E1}"/>
          </ac:spMkLst>
        </pc:spChg>
        <pc:spChg chg="add del mod">
          <ac:chgData name="André-Guy Bruneau" userId="c9f3b82d5570fc32" providerId="LiveId" clId="{C4496A7D-9A64-4B82-9835-F710A7718518}" dt="2026-09-30T14:06:21.920" v="1287"/>
          <ac:spMkLst>
            <pc:docMk/>
            <pc:sldMk cId="0" sldId="262"/>
            <ac:spMk id="53" creationId="{707F3DD1-97FD-4A3A-BAA1-5DCA6B9756CB}"/>
          </ac:spMkLst>
        </pc:spChg>
        <pc:spChg chg="add mod">
          <ac:chgData name="André-Guy Bruneau" userId="c9f3b82d5570fc32" providerId="LiveId" clId="{C4496A7D-9A64-4B82-9835-F710A7718518}" dt="2026-09-30T14:08:28.615" v="1872"/>
          <ac:spMkLst>
            <pc:docMk/>
            <pc:sldMk cId="0" sldId="262"/>
            <ac:spMk id="55" creationId="{EB3535EE-52B5-456E-9381-541E0E272707}"/>
          </ac:spMkLst>
        </pc:spChg>
        <pc:spChg chg="add mod">
          <ac:chgData name="André-Guy Bruneau" userId="c9f3b82d5570fc32" providerId="LiveId" clId="{C4496A7D-9A64-4B82-9835-F710A7718518}" dt="2026-09-30T14:08:28.617" v="1876"/>
          <ac:spMkLst>
            <pc:docMk/>
            <pc:sldMk cId="0" sldId="262"/>
            <ac:spMk id="56" creationId="{430F6031-5B8E-468C-83B5-0DE6738B9A5D}"/>
          </ac:spMkLst>
        </pc:spChg>
        <pc:spChg chg="add mod">
          <ac:chgData name="André-Guy Bruneau" userId="c9f3b82d5570fc32" providerId="LiveId" clId="{C4496A7D-9A64-4B82-9835-F710A7718518}" dt="2026-09-30T14:08:28.617" v="1880"/>
          <ac:spMkLst>
            <pc:docMk/>
            <pc:sldMk cId="0" sldId="262"/>
            <ac:spMk id="57" creationId="{EB0043B4-B7C2-4F88-B218-EFC64834CF98}"/>
          </ac:spMkLst>
        </pc:spChg>
        <pc:spChg chg="add mod">
          <ac:chgData name="André-Guy Bruneau" userId="c9f3b82d5570fc32" providerId="LiveId" clId="{C4496A7D-9A64-4B82-9835-F710A7718518}" dt="2026-09-30T14:08:28.619" v="1884"/>
          <ac:spMkLst>
            <pc:docMk/>
            <pc:sldMk cId="0" sldId="262"/>
            <ac:spMk id="58" creationId="{DC5CB293-E996-4A50-B58D-164F8DAE5766}"/>
          </ac:spMkLst>
        </pc:spChg>
        <pc:spChg chg="add mod">
          <ac:chgData name="André-Guy Bruneau" userId="c9f3b82d5570fc32" providerId="LiveId" clId="{C4496A7D-9A64-4B82-9835-F710A7718518}" dt="2026-09-30T14:08:28.620" v="1888"/>
          <ac:spMkLst>
            <pc:docMk/>
            <pc:sldMk cId="0" sldId="262"/>
            <ac:spMk id="59" creationId="{D1269239-2FD7-4539-99EB-B3965101E8C1}"/>
          </ac:spMkLst>
        </pc:spChg>
        <pc:spChg chg="add mod">
          <ac:chgData name="André-Guy Bruneau" userId="c9f3b82d5570fc32" providerId="LiveId" clId="{C4496A7D-9A64-4B82-9835-F710A7718518}" dt="2026-09-30T14:08:28.620" v="1892"/>
          <ac:spMkLst>
            <pc:docMk/>
            <pc:sldMk cId="0" sldId="262"/>
            <ac:spMk id="60" creationId="{23655277-7758-4629-93F8-B69F3A0B9C9D}"/>
          </ac:spMkLst>
        </pc:spChg>
        <pc:spChg chg="add mod">
          <ac:chgData name="André-Guy Bruneau" userId="c9f3b82d5570fc32" providerId="LiveId" clId="{C4496A7D-9A64-4B82-9835-F710A7718518}" dt="2026-09-30T14:08:28.620" v="1896"/>
          <ac:spMkLst>
            <pc:docMk/>
            <pc:sldMk cId="0" sldId="262"/>
            <ac:spMk id="61" creationId="{18090F38-064F-4549-829B-C156A4C83295}"/>
          </ac:spMkLst>
        </pc:spChg>
        <pc:spChg chg="add mod">
          <ac:chgData name="André-Guy Bruneau" userId="c9f3b82d5570fc32" providerId="LiveId" clId="{C4496A7D-9A64-4B82-9835-F710A7718518}" dt="2026-09-30T14:08:28.623" v="1900"/>
          <ac:spMkLst>
            <pc:docMk/>
            <pc:sldMk cId="0" sldId="262"/>
            <ac:spMk id="62" creationId="{48D0AB83-41DD-427B-8C12-01919EECDB82}"/>
          </ac:spMkLst>
        </pc:spChg>
        <pc:spChg chg="add mod">
          <ac:chgData name="André-Guy Bruneau" userId="c9f3b82d5570fc32" providerId="LiveId" clId="{C4496A7D-9A64-4B82-9835-F710A7718518}" dt="2026-09-30T14:08:28.623" v="1904"/>
          <ac:spMkLst>
            <pc:docMk/>
            <pc:sldMk cId="0" sldId="262"/>
            <ac:spMk id="63" creationId="{5EE32931-4242-4F03-A07C-B7AF3D1C482E}"/>
          </ac:spMkLst>
        </pc:spChg>
        <pc:spChg chg="add mod">
          <ac:chgData name="André-Guy Bruneau" userId="c9f3b82d5570fc32" providerId="LiveId" clId="{C4496A7D-9A64-4B82-9835-F710A7718518}" dt="2026-09-30T14:08:28.625" v="1908"/>
          <ac:spMkLst>
            <pc:docMk/>
            <pc:sldMk cId="0" sldId="262"/>
            <ac:spMk id="960" creationId="{7585436B-D541-402E-B40E-D108F7E61740}"/>
          </ac:spMkLst>
        </pc:spChg>
        <pc:spChg chg="add mod">
          <ac:chgData name="André-Guy Bruneau" userId="c9f3b82d5570fc32" providerId="LiveId" clId="{C4496A7D-9A64-4B82-9835-F710A7718518}" dt="2026-09-30T14:08:28.625" v="1912"/>
          <ac:spMkLst>
            <pc:docMk/>
            <pc:sldMk cId="0" sldId="262"/>
            <ac:spMk id="961" creationId="{27B3FED5-226D-4FDB-8D38-8B2D0F82FF4D}"/>
          </ac:spMkLst>
        </pc:spChg>
        <pc:spChg chg="add mod">
          <ac:chgData name="André-Guy Bruneau" userId="c9f3b82d5570fc32" providerId="LiveId" clId="{C4496A7D-9A64-4B82-9835-F710A7718518}" dt="2026-09-30T14:08:28.625" v="1916"/>
          <ac:spMkLst>
            <pc:docMk/>
            <pc:sldMk cId="0" sldId="262"/>
            <ac:spMk id="962" creationId="{236855F8-EF56-4884-8C88-13F6AFC6B279}"/>
          </ac:spMkLst>
        </pc:spChg>
        <pc:spChg chg="add mod">
          <ac:chgData name="André-Guy Bruneau" userId="c9f3b82d5570fc32" providerId="LiveId" clId="{C4496A7D-9A64-4B82-9835-F710A7718518}" dt="2026-09-30T14:08:28.627" v="1920"/>
          <ac:spMkLst>
            <pc:docMk/>
            <pc:sldMk cId="0" sldId="262"/>
            <ac:spMk id="963" creationId="{86DD6AD7-B9BA-4C2C-8D3E-548067F8E9A5}"/>
          </ac:spMkLst>
        </pc:spChg>
        <pc:grpChg chg="add del mod">
          <ac:chgData name="André-Guy Bruneau" userId="c9f3b82d5570fc32" providerId="LiveId" clId="{C4496A7D-9A64-4B82-9835-F710A7718518}" dt="2026-09-30T14:08:28.479" v="1486"/>
          <ac:grpSpMkLst>
            <pc:docMk/>
            <pc:sldMk cId="0" sldId="262"/>
            <ac:grpSpMk id="54" creationId="{6832472A-46EC-0D4B-C813-9516738730E4}"/>
          </ac:grpSpMkLst>
        </pc:grpChg>
        <pc:grpChg chg="add mod">
          <ac:chgData name="André-Guy Bruneau" userId="c9f3b82d5570fc32" providerId="LiveId" clId="{C4496A7D-9A64-4B82-9835-F710A7718518}" dt="2026-09-30T14:08:28.628" v="1922"/>
          <ac:grpSpMkLst>
            <pc:docMk/>
            <pc:sldMk cId="0" sldId="262"/>
            <ac:grpSpMk id="964" creationId="{4D5B4CBF-CE0A-DA0D-57AF-F91303643412}"/>
          </ac:grpSpMkLst>
        </pc:grpChg>
        <pc:grpChg chg="del">
          <ac:chgData name="André-Guy Bruneau" userId="c9f3b82d5570fc32" providerId="LiveId" clId="{C4496A7D-9A64-4B82-9835-F710A7718518}" dt="2026-09-30T13:59:35.753" v="423"/>
          <ac:grpSpMkLst>
            <pc:docMk/>
            <pc:sldMk cId="0" sldId="262"/>
            <ac:grpSpMk id="1007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45" v="1976"/>
        <pc:sldMkLst>
          <pc:docMk/>
          <pc:sldMk cId="0" sldId="263"/>
        </pc:sldMkLst>
        <pc:spChg chg="add mod">
          <ac:chgData name="André-Guy Bruneau" userId="c9f3b82d5570fc32" providerId="LiveId" clId="{C4496A7D-9A64-4B82-9835-F710A7718518}" dt="2026-09-30T14:06:21.924" v="1327"/>
          <ac:spMkLst>
            <pc:docMk/>
            <pc:sldMk cId="0" sldId="263"/>
            <ac:spMk id="39" creationId="{8805EEEC-A38A-46DD-A427-718D38AE64D0}"/>
          </ac:spMkLst>
        </pc:spChg>
        <pc:spChg chg="add mod">
          <ac:chgData name="André-Guy Bruneau" userId="c9f3b82d5570fc32" providerId="LiveId" clId="{C4496A7D-9A64-4B82-9835-F710A7718518}" dt="2026-09-30T14:06:21.924" v="1330"/>
          <ac:spMkLst>
            <pc:docMk/>
            <pc:sldMk cId="0" sldId="263"/>
            <ac:spMk id="40" creationId="{4BD1AC2E-2F49-476E-A02B-2DBAD0FB1215}"/>
          </ac:spMkLst>
        </pc:spChg>
        <pc:spChg chg="add mod">
          <ac:chgData name="André-Guy Bruneau" userId="c9f3b82d5570fc32" providerId="LiveId" clId="{C4496A7D-9A64-4B82-9835-F710A7718518}" dt="2026-09-30T14:06:21.927" v="1333"/>
          <ac:spMkLst>
            <pc:docMk/>
            <pc:sldMk cId="0" sldId="263"/>
            <ac:spMk id="41" creationId="{8F1F9EF4-6401-41B6-B6E9-C20A067A5A42}"/>
          </ac:spMkLst>
        </pc:spChg>
        <pc:spChg chg="add mod">
          <ac:chgData name="André-Guy Bruneau" userId="c9f3b82d5570fc32" providerId="LiveId" clId="{C4496A7D-9A64-4B82-9835-F710A7718518}" dt="2026-09-30T14:06:21.927" v="1336"/>
          <ac:spMkLst>
            <pc:docMk/>
            <pc:sldMk cId="0" sldId="263"/>
            <ac:spMk id="42" creationId="{FD171E53-24EC-4B96-8FEA-FE3BFCD3C75E}"/>
          </ac:spMkLst>
        </pc:spChg>
        <pc:spChg chg="add mod">
          <ac:chgData name="André-Guy Bruneau" userId="c9f3b82d5570fc32" providerId="LiveId" clId="{C4496A7D-9A64-4B82-9835-F710A7718518}" dt="2026-09-30T14:06:21.927" v="1339"/>
          <ac:spMkLst>
            <pc:docMk/>
            <pc:sldMk cId="0" sldId="263"/>
            <ac:spMk id="43" creationId="{0CEE39E4-B5D9-4161-8656-D544CF3A0906}"/>
          </ac:spMkLst>
        </pc:spChg>
        <pc:spChg chg="add mod">
          <ac:chgData name="André-Guy Bruneau" userId="c9f3b82d5570fc32" providerId="LiveId" clId="{C4496A7D-9A64-4B82-9835-F710A7718518}" dt="2026-09-30T14:06:21.928" v="1342"/>
          <ac:spMkLst>
            <pc:docMk/>
            <pc:sldMk cId="0" sldId="263"/>
            <ac:spMk id="44" creationId="{07156EAE-4AB2-4384-9CC1-04EF3F08CAE1}"/>
          </ac:spMkLst>
        </pc:spChg>
        <pc:spChg chg="add mod">
          <ac:chgData name="André-Guy Bruneau" userId="c9f3b82d5570fc32" providerId="LiveId" clId="{C4496A7D-9A64-4B82-9835-F710A7718518}" dt="2026-09-30T14:06:21.928" v="1345"/>
          <ac:spMkLst>
            <pc:docMk/>
            <pc:sldMk cId="0" sldId="263"/>
            <ac:spMk id="45" creationId="{E4D2804C-B471-4610-BC0B-35D8F70B453B}"/>
          </ac:spMkLst>
        </pc:spChg>
        <pc:spChg chg="add mod">
          <ac:chgData name="André-Guy Bruneau" userId="c9f3b82d5570fc32" providerId="LiveId" clId="{C4496A7D-9A64-4B82-9835-F710A7718518}" dt="2026-09-30T14:06:21.928" v="1348"/>
          <ac:spMkLst>
            <pc:docMk/>
            <pc:sldMk cId="0" sldId="263"/>
            <ac:spMk id="46" creationId="{F07C284B-1BE4-4D6F-8C2A-885B81004A7E}"/>
          </ac:spMkLst>
        </pc:spChg>
        <pc:spChg chg="add mod">
          <ac:chgData name="André-Guy Bruneau" userId="c9f3b82d5570fc32" providerId="LiveId" clId="{C4496A7D-9A64-4B82-9835-F710A7718518}" dt="2026-09-30T14:06:21.928" v="1351"/>
          <ac:spMkLst>
            <pc:docMk/>
            <pc:sldMk cId="0" sldId="263"/>
            <ac:spMk id="47" creationId="{289B4EDA-B9FE-46E3-BBE3-C0A2D22AA4C1}"/>
          </ac:spMkLst>
        </pc:spChg>
        <pc:spChg chg="add mod">
          <ac:chgData name="André-Guy Bruneau" userId="c9f3b82d5570fc32" providerId="LiveId" clId="{C4496A7D-9A64-4B82-9835-F710A7718518}" dt="2026-09-30T14:06:21.928" v="1354"/>
          <ac:spMkLst>
            <pc:docMk/>
            <pc:sldMk cId="0" sldId="263"/>
            <ac:spMk id="48" creationId="{2045DC53-7109-4BF3-82CA-9F54449F32B1}"/>
          </ac:spMkLst>
        </pc:spChg>
        <pc:spChg chg="add mod">
          <ac:chgData name="André-Guy Bruneau" userId="c9f3b82d5570fc32" providerId="LiveId" clId="{C4496A7D-9A64-4B82-9835-F710A7718518}" dt="2026-09-30T14:06:21.928" v="1357"/>
          <ac:spMkLst>
            <pc:docMk/>
            <pc:sldMk cId="0" sldId="263"/>
            <ac:spMk id="49" creationId="{C4B77C7C-7F07-4259-BA90-70F9A153F8CB}"/>
          </ac:spMkLst>
        </pc:spChg>
        <pc:spChg chg="add mod">
          <ac:chgData name="André-Guy Bruneau" userId="c9f3b82d5570fc32" providerId="LiveId" clId="{C4496A7D-9A64-4B82-9835-F710A7718518}" dt="2026-09-30T14:06:21.928" v="1360"/>
          <ac:spMkLst>
            <pc:docMk/>
            <pc:sldMk cId="0" sldId="263"/>
            <ac:spMk id="50" creationId="{CE261691-0102-4F38-8A01-F3D4BF634209}"/>
          </ac:spMkLst>
        </pc:spChg>
        <pc:spChg chg="add del mod">
          <ac:chgData name="André-Guy Bruneau" userId="c9f3b82d5570fc32" providerId="LiveId" clId="{C4496A7D-9A64-4B82-9835-F710A7718518}" dt="2026-09-30T14:06:21.924" v="1324"/>
          <ac:spMkLst>
            <pc:docMk/>
            <pc:sldMk cId="0" sldId="263"/>
            <ac:spMk id="51" creationId="{DF3DBF84-2B68-443E-BA05-04D1262A88AF}"/>
          </ac:spMkLst>
        </pc:spChg>
        <pc:spChg chg="add mod">
          <ac:chgData name="André-Guy Bruneau" userId="c9f3b82d5570fc32" providerId="LiveId" clId="{C4496A7D-9A64-4B82-9835-F710A7718518}" dt="2026-09-30T14:08:28.633" v="1926"/>
          <ac:spMkLst>
            <pc:docMk/>
            <pc:sldMk cId="0" sldId="263"/>
            <ac:spMk id="53" creationId="{848C1F4C-5737-4E93-84AF-913513CE1FAE}"/>
          </ac:spMkLst>
        </pc:spChg>
        <pc:spChg chg="add mod">
          <ac:chgData name="André-Guy Bruneau" userId="c9f3b82d5570fc32" providerId="LiveId" clId="{C4496A7D-9A64-4B82-9835-F710A7718518}" dt="2026-09-30T14:08:28.633" v="1930"/>
          <ac:spMkLst>
            <pc:docMk/>
            <pc:sldMk cId="0" sldId="263"/>
            <ac:spMk id="54" creationId="{56BFD072-42CB-4596-BD63-043D46F9BD64}"/>
          </ac:spMkLst>
        </pc:spChg>
        <pc:spChg chg="add mod">
          <ac:chgData name="André-Guy Bruneau" userId="c9f3b82d5570fc32" providerId="LiveId" clId="{C4496A7D-9A64-4B82-9835-F710A7718518}" dt="2026-09-30T14:08:28.633" v="1934"/>
          <ac:spMkLst>
            <pc:docMk/>
            <pc:sldMk cId="0" sldId="263"/>
            <ac:spMk id="55" creationId="{7859FCCB-E4A3-4CC8-A01E-8720E76CA124}"/>
          </ac:spMkLst>
        </pc:spChg>
        <pc:spChg chg="add mod">
          <ac:chgData name="André-Guy Bruneau" userId="c9f3b82d5570fc32" providerId="LiveId" clId="{C4496A7D-9A64-4B82-9835-F710A7718518}" dt="2026-09-30T14:08:28.635" v="1938"/>
          <ac:spMkLst>
            <pc:docMk/>
            <pc:sldMk cId="0" sldId="263"/>
            <ac:spMk id="56" creationId="{CDEF623D-C2BC-463F-ADF8-943CD199F8EE}"/>
          </ac:spMkLst>
        </pc:spChg>
        <pc:spChg chg="add mod">
          <ac:chgData name="André-Guy Bruneau" userId="c9f3b82d5570fc32" providerId="LiveId" clId="{C4496A7D-9A64-4B82-9835-F710A7718518}" dt="2026-09-30T14:08:28.636" v="1942"/>
          <ac:spMkLst>
            <pc:docMk/>
            <pc:sldMk cId="0" sldId="263"/>
            <ac:spMk id="57" creationId="{2DD815FD-656E-49BF-98E3-3022403BB0CF}"/>
          </ac:spMkLst>
        </pc:spChg>
        <pc:spChg chg="add mod">
          <ac:chgData name="André-Guy Bruneau" userId="c9f3b82d5570fc32" providerId="LiveId" clId="{C4496A7D-9A64-4B82-9835-F710A7718518}" dt="2026-09-30T14:08:28.637" v="1946"/>
          <ac:spMkLst>
            <pc:docMk/>
            <pc:sldMk cId="0" sldId="263"/>
            <ac:spMk id="58" creationId="{8D92C866-73B8-45BA-87F9-87EAF47CCC7C}"/>
          </ac:spMkLst>
        </pc:spChg>
        <pc:spChg chg="add mod">
          <ac:chgData name="André-Guy Bruneau" userId="c9f3b82d5570fc32" providerId="LiveId" clId="{C4496A7D-9A64-4B82-9835-F710A7718518}" dt="2026-09-30T14:08:28.637" v="1950"/>
          <ac:spMkLst>
            <pc:docMk/>
            <pc:sldMk cId="0" sldId="263"/>
            <ac:spMk id="59" creationId="{94272E80-B4E7-4852-951D-A0CBFAE76D12}"/>
          </ac:spMkLst>
        </pc:spChg>
        <pc:spChg chg="add mod">
          <ac:chgData name="André-Guy Bruneau" userId="c9f3b82d5570fc32" providerId="LiveId" clId="{C4496A7D-9A64-4B82-9835-F710A7718518}" dt="2026-09-30T14:08:28.637" v="1954"/>
          <ac:spMkLst>
            <pc:docMk/>
            <pc:sldMk cId="0" sldId="263"/>
            <ac:spMk id="60" creationId="{81AB1E38-E49B-4AF4-8BB2-E4531B5A3E72}"/>
          </ac:spMkLst>
        </pc:spChg>
        <pc:spChg chg="add mod">
          <ac:chgData name="André-Guy Bruneau" userId="c9f3b82d5570fc32" providerId="LiveId" clId="{C4496A7D-9A64-4B82-9835-F710A7718518}" dt="2026-09-30T14:08:28.640" v="1958"/>
          <ac:spMkLst>
            <pc:docMk/>
            <pc:sldMk cId="0" sldId="263"/>
            <ac:spMk id="61" creationId="{7C24E83E-494F-4231-BF27-E405F423AB31}"/>
          </ac:spMkLst>
        </pc:spChg>
        <pc:spChg chg="add mod">
          <ac:chgData name="André-Guy Bruneau" userId="c9f3b82d5570fc32" providerId="LiveId" clId="{C4496A7D-9A64-4B82-9835-F710A7718518}" dt="2026-09-30T14:08:28.640" v="1962"/>
          <ac:spMkLst>
            <pc:docMk/>
            <pc:sldMk cId="0" sldId="263"/>
            <ac:spMk id="62" creationId="{A549AC8D-6D2B-44DA-9146-23A6F75BD8C8}"/>
          </ac:spMkLst>
        </pc:spChg>
        <pc:spChg chg="add mod">
          <ac:chgData name="André-Guy Bruneau" userId="c9f3b82d5570fc32" providerId="LiveId" clId="{C4496A7D-9A64-4B82-9835-F710A7718518}" dt="2026-09-30T14:08:28.640" v="1966"/>
          <ac:spMkLst>
            <pc:docMk/>
            <pc:sldMk cId="0" sldId="263"/>
            <ac:spMk id="63" creationId="{6CEB98F4-FD3E-4E66-8AE6-E5A600AFD9E9}"/>
          </ac:spMkLst>
        </pc:spChg>
        <pc:spChg chg="add mod">
          <ac:chgData name="André-Guy Bruneau" userId="c9f3b82d5570fc32" providerId="LiveId" clId="{C4496A7D-9A64-4B82-9835-F710A7718518}" dt="2026-09-30T14:08:28.642" v="1970"/>
          <ac:spMkLst>
            <pc:docMk/>
            <pc:sldMk cId="0" sldId="263"/>
            <ac:spMk id="960" creationId="{F97244D3-7EA1-4E73-A649-37AEC07ACE27}"/>
          </ac:spMkLst>
        </pc:spChg>
        <pc:spChg chg="add mod">
          <ac:chgData name="André-Guy Bruneau" userId="c9f3b82d5570fc32" providerId="LiveId" clId="{C4496A7D-9A64-4B82-9835-F710A7718518}" dt="2026-09-30T14:08:28.642" v="1974"/>
          <ac:spMkLst>
            <pc:docMk/>
            <pc:sldMk cId="0" sldId="263"/>
            <ac:spMk id="961" creationId="{B02092C4-1B6C-4B8E-981A-BC2190FEE5A8}"/>
          </ac:spMkLst>
        </pc:spChg>
        <pc:grpChg chg="add del mod">
          <ac:chgData name="André-Guy Bruneau" userId="c9f3b82d5570fc32" providerId="LiveId" clId="{C4496A7D-9A64-4B82-9835-F710A7718518}" dt="2026-09-30T14:08:28.479" v="1487"/>
          <ac:grpSpMkLst>
            <pc:docMk/>
            <pc:sldMk cId="0" sldId="263"/>
            <ac:grpSpMk id="52" creationId="{B9FD6872-4A97-828E-2917-9F0B5626B23D}"/>
          </ac:grpSpMkLst>
        </pc:grpChg>
        <pc:grpChg chg="add mod">
          <ac:chgData name="André-Guy Bruneau" userId="c9f3b82d5570fc32" providerId="LiveId" clId="{C4496A7D-9A64-4B82-9835-F710A7718518}" dt="2026-09-30T14:08:28.645" v="1976"/>
          <ac:grpSpMkLst>
            <pc:docMk/>
            <pc:sldMk cId="0" sldId="263"/>
            <ac:grpSpMk id="962" creationId="{431191A1-D6A4-EC12-BD49-4A879059D9FA}"/>
          </ac:grpSpMkLst>
        </pc:grpChg>
        <pc:grpChg chg="del">
          <ac:chgData name="André-Guy Bruneau" userId="c9f3b82d5570fc32" providerId="LiveId" clId="{C4496A7D-9A64-4B82-9835-F710A7718518}" dt="2026-09-30T13:59:35.765" v="478"/>
          <ac:grpSpMkLst>
            <pc:docMk/>
            <pc:sldMk cId="0" sldId="263"/>
            <ac:grpSpMk id="1008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62" v="2030"/>
        <pc:sldMkLst>
          <pc:docMk/>
          <pc:sldMk cId="0" sldId="264"/>
        </pc:sldMkLst>
        <pc:spChg chg="add mod">
          <ac:chgData name="André-Guy Bruneau" userId="c9f3b82d5570fc32" providerId="LiveId" clId="{C4496A7D-9A64-4B82-9835-F710A7718518}" dt="2026-09-30T14:06:21.928" v="1364"/>
          <ac:spMkLst>
            <pc:docMk/>
            <pc:sldMk cId="0" sldId="264"/>
            <ac:spMk id="47" creationId="{8CF8E359-0A0E-43E6-A521-ABC8B876568F}"/>
          </ac:spMkLst>
        </pc:spChg>
        <pc:spChg chg="add mod">
          <ac:chgData name="André-Guy Bruneau" userId="c9f3b82d5570fc32" providerId="LiveId" clId="{C4496A7D-9A64-4B82-9835-F710A7718518}" dt="2026-09-30T14:06:21.928" v="1367"/>
          <ac:spMkLst>
            <pc:docMk/>
            <pc:sldMk cId="0" sldId="264"/>
            <ac:spMk id="48" creationId="{B682DF9C-E3B3-40AE-A54B-A5D4FF6B96A7}"/>
          </ac:spMkLst>
        </pc:spChg>
        <pc:spChg chg="add mod">
          <ac:chgData name="André-Guy Bruneau" userId="c9f3b82d5570fc32" providerId="LiveId" clId="{C4496A7D-9A64-4B82-9835-F710A7718518}" dt="2026-09-30T14:06:21.931" v="1370"/>
          <ac:spMkLst>
            <pc:docMk/>
            <pc:sldMk cId="0" sldId="264"/>
            <ac:spMk id="49" creationId="{D9B5DD69-B3A5-4D1C-B406-AA55F1E1ED8B}"/>
          </ac:spMkLst>
        </pc:spChg>
        <pc:spChg chg="add mod">
          <ac:chgData name="André-Guy Bruneau" userId="c9f3b82d5570fc32" providerId="LiveId" clId="{C4496A7D-9A64-4B82-9835-F710A7718518}" dt="2026-09-30T14:06:21.931" v="1373"/>
          <ac:spMkLst>
            <pc:docMk/>
            <pc:sldMk cId="0" sldId="264"/>
            <ac:spMk id="50" creationId="{F231A380-58C1-4711-B05A-0A2487B72DCE}"/>
          </ac:spMkLst>
        </pc:spChg>
        <pc:spChg chg="add mod">
          <ac:chgData name="André-Guy Bruneau" userId="c9f3b82d5570fc32" providerId="LiveId" clId="{C4496A7D-9A64-4B82-9835-F710A7718518}" dt="2026-09-30T14:06:21.931" v="1376"/>
          <ac:spMkLst>
            <pc:docMk/>
            <pc:sldMk cId="0" sldId="264"/>
            <ac:spMk id="51" creationId="{2093E53A-32E2-401D-B879-68393F6C425C}"/>
          </ac:spMkLst>
        </pc:spChg>
        <pc:spChg chg="add mod">
          <ac:chgData name="André-Guy Bruneau" userId="c9f3b82d5570fc32" providerId="LiveId" clId="{C4496A7D-9A64-4B82-9835-F710A7718518}" dt="2026-09-30T14:06:21.931" v="1379"/>
          <ac:spMkLst>
            <pc:docMk/>
            <pc:sldMk cId="0" sldId="264"/>
            <ac:spMk id="52" creationId="{CC08D6CA-4EAC-495C-B0E8-F490A435F757}"/>
          </ac:spMkLst>
        </pc:spChg>
        <pc:spChg chg="add mod">
          <ac:chgData name="André-Guy Bruneau" userId="c9f3b82d5570fc32" providerId="LiveId" clId="{C4496A7D-9A64-4B82-9835-F710A7718518}" dt="2026-09-30T14:06:21.931" v="1382"/>
          <ac:spMkLst>
            <pc:docMk/>
            <pc:sldMk cId="0" sldId="264"/>
            <ac:spMk id="53" creationId="{434A8EB2-FF73-436E-96CC-046EBE2A0D9F}"/>
          </ac:spMkLst>
        </pc:spChg>
        <pc:spChg chg="add mod">
          <ac:chgData name="André-Guy Bruneau" userId="c9f3b82d5570fc32" providerId="LiveId" clId="{C4496A7D-9A64-4B82-9835-F710A7718518}" dt="2026-09-30T14:06:21.931" v="1385"/>
          <ac:spMkLst>
            <pc:docMk/>
            <pc:sldMk cId="0" sldId="264"/>
            <ac:spMk id="54" creationId="{DECCB756-E482-4F33-B76A-4CA859387993}"/>
          </ac:spMkLst>
        </pc:spChg>
        <pc:spChg chg="add mod">
          <ac:chgData name="André-Guy Bruneau" userId="c9f3b82d5570fc32" providerId="LiveId" clId="{C4496A7D-9A64-4B82-9835-F710A7718518}" dt="2026-09-30T14:06:21.932" v="1388"/>
          <ac:spMkLst>
            <pc:docMk/>
            <pc:sldMk cId="0" sldId="264"/>
            <ac:spMk id="55" creationId="{8FF8A299-7F0B-4FFC-9FB9-6D4D79BEBD81}"/>
          </ac:spMkLst>
        </pc:spChg>
        <pc:spChg chg="add mod">
          <ac:chgData name="André-Guy Bruneau" userId="c9f3b82d5570fc32" providerId="LiveId" clId="{C4496A7D-9A64-4B82-9835-F710A7718518}" dt="2026-09-30T14:06:21.932" v="1391"/>
          <ac:spMkLst>
            <pc:docMk/>
            <pc:sldMk cId="0" sldId="264"/>
            <ac:spMk id="56" creationId="{0314A12B-EC37-4C97-947D-7127AC263BA4}"/>
          </ac:spMkLst>
        </pc:spChg>
        <pc:spChg chg="add mod">
          <ac:chgData name="André-Guy Bruneau" userId="c9f3b82d5570fc32" providerId="LiveId" clId="{C4496A7D-9A64-4B82-9835-F710A7718518}" dt="2026-09-30T14:06:21.932" v="1394"/>
          <ac:spMkLst>
            <pc:docMk/>
            <pc:sldMk cId="0" sldId="264"/>
            <ac:spMk id="57" creationId="{05E660CD-D42B-4185-8EDC-E833C27FAF4E}"/>
          </ac:spMkLst>
        </pc:spChg>
        <pc:spChg chg="add mod">
          <ac:chgData name="André-Guy Bruneau" userId="c9f3b82d5570fc32" providerId="LiveId" clId="{C4496A7D-9A64-4B82-9835-F710A7718518}" dt="2026-09-30T14:06:21.932" v="1397"/>
          <ac:spMkLst>
            <pc:docMk/>
            <pc:sldMk cId="0" sldId="264"/>
            <ac:spMk id="58" creationId="{D72893B2-734C-4D20-A58A-8D61262E2F2B}"/>
          </ac:spMkLst>
        </pc:spChg>
        <pc:spChg chg="add del mod">
          <ac:chgData name="André-Guy Bruneau" userId="c9f3b82d5570fc32" providerId="LiveId" clId="{C4496A7D-9A64-4B82-9835-F710A7718518}" dt="2026-09-30T14:06:21.928" v="1361"/>
          <ac:spMkLst>
            <pc:docMk/>
            <pc:sldMk cId="0" sldId="264"/>
            <ac:spMk id="59" creationId="{0AD8E088-68F5-4F76-B037-B3809529EAED}"/>
          </ac:spMkLst>
        </pc:spChg>
        <pc:spChg chg="add mod">
          <ac:chgData name="André-Guy Bruneau" userId="c9f3b82d5570fc32" providerId="LiveId" clId="{C4496A7D-9A64-4B82-9835-F710A7718518}" dt="2026-09-30T14:08:28.649" v="1980"/>
          <ac:spMkLst>
            <pc:docMk/>
            <pc:sldMk cId="0" sldId="264"/>
            <ac:spMk id="61" creationId="{7C4A9E14-6E7B-4BAE-81B7-DD43A1EDB2A8}"/>
          </ac:spMkLst>
        </pc:spChg>
        <pc:spChg chg="add mod">
          <ac:chgData name="André-Guy Bruneau" userId="c9f3b82d5570fc32" providerId="LiveId" clId="{C4496A7D-9A64-4B82-9835-F710A7718518}" dt="2026-09-30T14:08:28.649" v="1984"/>
          <ac:spMkLst>
            <pc:docMk/>
            <pc:sldMk cId="0" sldId="264"/>
            <ac:spMk id="62" creationId="{BC084EEA-B326-41A4-B5F6-1C16C65F9526}"/>
          </ac:spMkLst>
        </pc:spChg>
        <pc:spChg chg="add mod">
          <ac:chgData name="André-Guy Bruneau" userId="c9f3b82d5570fc32" providerId="LiveId" clId="{C4496A7D-9A64-4B82-9835-F710A7718518}" dt="2026-09-30T14:08:28.651" v="1988"/>
          <ac:spMkLst>
            <pc:docMk/>
            <pc:sldMk cId="0" sldId="264"/>
            <ac:spMk id="63" creationId="{699E52D2-499A-4532-9E94-2221237B5B92}"/>
          </ac:spMkLst>
        </pc:spChg>
        <pc:spChg chg="add mod">
          <ac:chgData name="André-Guy Bruneau" userId="c9f3b82d5570fc32" providerId="LiveId" clId="{C4496A7D-9A64-4B82-9835-F710A7718518}" dt="2026-09-30T14:08:28.653" v="1992"/>
          <ac:spMkLst>
            <pc:docMk/>
            <pc:sldMk cId="0" sldId="264"/>
            <ac:spMk id="960" creationId="{C3D7FF61-C991-4C4D-B7F2-333BE7421639}"/>
          </ac:spMkLst>
        </pc:spChg>
        <pc:spChg chg="add mod">
          <ac:chgData name="André-Guy Bruneau" userId="c9f3b82d5570fc32" providerId="LiveId" clId="{C4496A7D-9A64-4B82-9835-F710A7718518}" dt="2026-09-30T14:08:28.653" v="1996"/>
          <ac:spMkLst>
            <pc:docMk/>
            <pc:sldMk cId="0" sldId="264"/>
            <ac:spMk id="961" creationId="{086AB448-4AAD-43B9-BDEF-A83F8E2F9B18}"/>
          </ac:spMkLst>
        </pc:spChg>
        <pc:spChg chg="add mod">
          <ac:chgData name="André-Guy Bruneau" userId="c9f3b82d5570fc32" providerId="LiveId" clId="{C4496A7D-9A64-4B82-9835-F710A7718518}" dt="2026-09-30T14:08:28.653" v="2000"/>
          <ac:spMkLst>
            <pc:docMk/>
            <pc:sldMk cId="0" sldId="264"/>
            <ac:spMk id="962" creationId="{3374160A-CA01-40B6-8B3F-1C5C82FD7E4D}"/>
          </ac:spMkLst>
        </pc:spChg>
        <pc:spChg chg="add mod">
          <ac:chgData name="André-Guy Bruneau" userId="c9f3b82d5570fc32" providerId="LiveId" clId="{C4496A7D-9A64-4B82-9835-F710A7718518}" dt="2026-09-30T14:08:28.656" v="2004"/>
          <ac:spMkLst>
            <pc:docMk/>
            <pc:sldMk cId="0" sldId="264"/>
            <ac:spMk id="963" creationId="{CF49B8F9-274E-4F57-ABBC-1177F5F91BED}"/>
          </ac:spMkLst>
        </pc:spChg>
        <pc:spChg chg="add mod">
          <ac:chgData name="André-Guy Bruneau" userId="c9f3b82d5570fc32" providerId="LiveId" clId="{C4496A7D-9A64-4B82-9835-F710A7718518}" dt="2026-09-30T14:08:28.657" v="2008"/>
          <ac:spMkLst>
            <pc:docMk/>
            <pc:sldMk cId="0" sldId="264"/>
            <ac:spMk id="964" creationId="{1D4E5827-BE5A-4D1B-9704-E335474DE535}"/>
          </ac:spMkLst>
        </pc:spChg>
        <pc:spChg chg="add mod">
          <ac:chgData name="André-Guy Bruneau" userId="c9f3b82d5570fc32" providerId="LiveId" clId="{C4496A7D-9A64-4B82-9835-F710A7718518}" dt="2026-09-30T14:08:28.657" v="2012"/>
          <ac:spMkLst>
            <pc:docMk/>
            <pc:sldMk cId="0" sldId="264"/>
            <ac:spMk id="965" creationId="{D729ECD3-B121-46A4-8AE0-43DF38F2B556}"/>
          </ac:spMkLst>
        </pc:spChg>
        <pc:spChg chg="add mod">
          <ac:chgData name="André-Guy Bruneau" userId="c9f3b82d5570fc32" providerId="LiveId" clId="{C4496A7D-9A64-4B82-9835-F710A7718518}" dt="2026-09-30T14:08:28.657" v="2016"/>
          <ac:spMkLst>
            <pc:docMk/>
            <pc:sldMk cId="0" sldId="264"/>
            <ac:spMk id="966" creationId="{8E2FCDB5-1C76-4542-A537-DF7A57FD5A8E}"/>
          </ac:spMkLst>
        </pc:spChg>
        <pc:spChg chg="add mod">
          <ac:chgData name="André-Guy Bruneau" userId="c9f3b82d5570fc32" providerId="LiveId" clId="{C4496A7D-9A64-4B82-9835-F710A7718518}" dt="2026-09-30T14:08:28.659" v="2020"/>
          <ac:spMkLst>
            <pc:docMk/>
            <pc:sldMk cId="0" sldId="264"/>
            <ac:spMk id="967" creationId="{7DFB1F69-155D-49CA-9E2D-81854C2008FC}"/>
          </ac:spMkLst>
        </pc:spChg>
        <pc:spChg chg="add mod">
          <ac:chgData name="André-Guy Bruneau" userId="c9f3b82d5570fc32" providerId="LiveId" clId="{C4496A7D-9A64-4B82-9835-F710A7718518}" dt="2026-09-30T14:08:28.659" v="2024"/>
          <ac:spMkLst>
            <pc:docMk/>
            <pc:sldMk cId="0" sldId="264"/>
            <ac:spMk id="968" creationId="{7AB91A1D-2A72-4D84-B7BA-38FC3B35DD85}"/>
          </ac:spMkLst>
        </pc:spChg>
        <pc:spChg chg="add mod">
          <ac:chgData name="André-Guy Bruneau" userId="c9f3b82d5570fc32" providerId="LiveId" clId="{C4496A7D-9A64-4B82-9835-F710A7718518}" dt="2026-09-30T14:08:28.661" v="2028"/>
          <ac:spMkLst>
            <pc:docMk/>
            <pc:sldMk cId="0" sldId="264"/>
            <ac:spMk id="969" creationId="{071F0B47-64B7-479E-95D2-D5C056692F97}"/>
          </ac:spMkLst>
        </pc:spChg>
        <pc:grpChg chg="add del mod">
          <ac:chgData name="André-Guy Bruneau" userId="c9f3b82d5570fc32" providerId="LiveId" clId="{C4496A7D-9A64-4B82-9835-F710A7718518}" dt="2026-09-30T14:08:28.479" v="1488"/>
          <ac:grpSpMkLst>
            <pc:docMk/>
            <pc:sldMk cId="0" sldId="264"/>
            <ac:grpSpMk id="60" creationId="{643CDF14-D799-7D44-7688-459FD6BFE3E9}"/>
          </ac:grpSpMkLst>
        </pc:grpChg>
        <pc:grpChg chg="add mod">
          <ac:chgData name="André-Guy Bruneau" userId="c9f3b82d5570fc32" providerId="LiveId" clId="{C4496A7D-9A64-4B82-9835-F710A7718518}" dt="2026-09-30T14:08:28.662" v="2030"/>
          <ac:grpSpMkLst>
            <pc:docMk/>
            <pc:sldMk cId="0" sldId="264"/>
            <ac:grpSpMk id="970" creationId="{7B909481-D615-B3A6-E18C-43D0A0A1D0DF}"/>
          </ac:grpSpMkLst>
        </pc:grpChg>
        <pc:grpChg chg="del">
          <ac:chgData name="André-Guy Bruneau" userId="c9f3b82d5570fc32" providerId="LiveId" clId="{C4496A7D-9A64-4B82-9835-F710A7718518}" dt="2026-09-30T13:59:35.775" v="533"/>
          <ac:grpSpMkLst>
            <pc:docMk/>
            <pc:sldMk cId="0" sldId="264"/>
            <ac:grpSpMk id="1009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8:28.682" v="2084"/>
        <pc:sldMkLst>
          <pc:docMk/>
          <pc:sldMk cId="0" sldId="265"/>
        </pc:sldMkLst>
        <pc:spChg chg="add mod">
          <ac:chgData name="André-Guy Bruneau" userId="c9f3b82d5570fc32" providerId="LiveId" clId="{C4496A7D-9A64-4B82-9835-F710A7718518}" dt="2026-09-30T14:06:21.932" v="1401"/>
          <ac:spMkLst>
            <pc:docMk/>
            <pc:sldMk cId="0" sldId="265"/>
            <ac:spMk id="39" creationId="{FB675B45-C906-4E5A-94FD-8851171AE3C8}"/>
          </ac:spMkLst>
        </pc:spChg>
        <pc:spChg chg="add mod">
          <ac:chgData name="André-Guy Bruneau" userId="c9f3b82d5570fc32" providerId="LiveId" clId="{C4496A7D-9A64-4B82-9835-F710A7718518}" dt="2026-09-30T14:06:21.934" v="1404"/>
          <ac:spMkLst>
            <pc:docMk/>
            <pc:sldMk cId="0" sldId="265"/>
            <ac:spMk id="40" creationId="{DF55F91E-49CE-444A-A4E1-7B81A3D5CE81}"/>
          </ac:spMkLst>
        </pc:spChg>
        <pc:spChg chg="add mod">
          <ac:chgData name="André-Guy Bruneau" userId="c9f3b82d5570fc32" providerId="LiveId" clId="{C4496A7D-9A64-4B82-9835-F710A7718518}" dt="2026-09-30T14:06:21.934" v="1407"/>
          <ac:spMkLst>
            <pc:docMk/>
            <pc:sldMk cId="0" sldId="265"/>
            <ac:spMk id="41" creationId="{03F1A9A2-93CD-4B84-AF64-CAB5D629D392}"/>
          </ac:spMkLst>
        </pc:spChg>
        <pc:spChg chg="add mod">
          <ac:chgData name="André-Guy Bruneau" userId="c9f3b82d5570fc32" providerId="LiveId" clId="{C4496A7D-9A64-4B82-9835-F710A7718518}" dt="2026-09-30T14:06:21.934" v="1410"/>
          <ac:spMkLst>
            <pc:docMk/>
            <pc:sldMk cId="0" sldId="265"/>
            <ac:spMk id="42" creationId="{C3889FBA-445B-485E-86DD-1309EE1D78BA}"/>
          </ac:spMkLst>
        </pc:spChg>
        <pc:spChg chg="add mod">
          <ac:chgData name="André-Guy Bruneau" userId="c9f3b82d5570fc32" providerId="LiveId" clId="{C4496A7D-9A64-4B82-9835-F710A7718518}" dt="2026-09-30T14:06:21.934" v="1413"/>
          <ac:spMkLst>
            <pc:docMk/>
            <pc:sldMk cId="0" sldId="265"/>
            <ac:spMk id="43" creationId="{A5B3AEA1-957B-4F62-9778-4E875B0FBF54}"/>
          </ac:spMkLst>
        </pc:spChg>
        <pc:spChg chg="add mod">
          <ac:chgData name="André-Guy Bruneau" userId="c9f3b82d5570fc32" providerId="LiveId" clId="{C4496A7D-9A64-4B82-9835-F710A7718518}" dt="2026-09-30T14:06:21.935" v="1416"/>
          <ac:spMkLst>
            <pc:docMk/>
            <pc:sldMk cId="0" sldId="265"/>
            <ac:spMk id="44" creationId="{255676E1-794D-49E6-947D-70284B243D11}"/>
          </ac:spMkLst>
        </pc:spChg>
        <pc:spChg chg="add mod">
          <ac:chgData name="André-Guy Bruneau" userId="c9f3b82d5570fc32" providerId="LiveId" clId="{C4496A7D-9A64-4B82-9835-F710A7718518}" dt="2026-09-30T14:06:21.935" v="1419"/>
          <ac:spMkLst>
            <pc:docMk/>
            <pc:sldMk cId="0" sldId="265"/>
            <ac:spMk id="45" creationId="{2D46A7B5-C8DD-4032-8F5E-81AA16061683}"/>
          </ac:spMkLst>
        </pc:spChg>
        <pc:spChg chg="add mod">
          <ac:chgData name="André-Guy Bruneau" userId="c9f3b82d5570fc32" providerId="LiveId" clId="{C4496A7D-9A64-4B82-9835-F710A7718518}" dt="2026-09-30T14:06:21.935" v="1422"/>
          <ac:spMkLst>
            <pc:docMk/>
            <pc:sldMk cId="0" sldId="265"/>
            <ac:spMk id="46" creationId="{43C00C98-853D-4007-8966-FF52B8A6C9D0}"/>
          </ac:spMkLst>
        </pc:spChg>
        <pc:spChg chg="add mod">
          <ac:chgData name="André-Guy Bruneau" userId="c9f3b82d5570fc32" providerId="LiveId" clId="{C4496A7D-9A64-4B82-9835-F710A7718518}" dt="2026-09-30T14:06:21.936" v="1425"/>
          <ac:spMkLst>
            <pc:docMk/>
            <pc:sldMk cId="0" sldId="265"/>
            <ac:spMk id="47" creationId="{C7FF4EFF-DB8A-4E7F-A6B0-DF05022AE9F5}"/>
          </ac:spMkLst>
        </pc:spChg>
        <pc:spChg chg="add mod">
          <ac:chgData name="André-Guy Bruneau" userId="c9f3b82d5570fc32" providerId="LiveId" clId="{C4496A7D-9A64-4B82-9835-F710A7718518}" dt="2026-09-30T14:06:21.936" v="1428"/>
          <ac:spMkLst>
            <pc:docMk/>
            <pc:sldMk cId="0" sldId="265"/>
            <ac:spMk id="48" creationId="{44670D04-632B-40C4-A4C3-AD5383098334}"/>
          </ac:spMkLst>
        </pc:spChg>
        <pc:spChg chg="add mod">
          <ac:chgData name="André-Guy Bruneau" userId="c9f3b82d5570fc32" providerId="LiveId" clId="{C4496A7D-9A64-4B82-9835-F710A7718518}" dt="2026-09-30T14:06:21.936" v="1431"/>
          <ac:spMkLst>
            <pc:docMk/>
            <pc:sldMk cId="0" sldId="265"/>
            <ac:spMk id="49" creationId="{9B89C144-60C8-4DC5-916C-FE932B2C087F}"/>
          </ac:spMkLst>
        </pc:spChg>
        <pc:spChg chg="add mod">
          <ac:chgData name="André-Guy Bruneau" userId="c9f3b82d5570fc32" providerId="LiveId" clId="{C4496A7D-9A64-4B82-9835-F710A7718518}" dt="2026-09-30T14:06:21.936" v="1434"/>
          <ac:spMkLst>
            <pc:docMk/>
            <pc:sldMk cId="0" sldId="265"/>
            <ac:spMk id="50" creationId="{99544B96-4A67-432B-9CEF-6C98AB92C1E6}"/>
          </ac:spMkLst>
        </pc:spChg>
        <pc:spChg chg="add del mod">
          <ac:chgData name="André-Guy Bruneau" userId="c9f3b82d5570fc32" providerId="LiveId" clId="{C4496A7D-9A64-4B82-9835-F710A7718518}" dt="2026-09-30T14:06:21.932" v="1398"/>
          <ac:spMkLst>
            <pc:docMk/>
            <pc:sldMk cId="0" sldId="265"/>
            <ac:spMk id="51" creationId="{65EB4BB1-889F-486A-854C-C5606D3C07FC}"/>
          </ac:spMkLst>
        </pc:spChg>
        <pc:spChg chg="add mod">
          <ac:chgData name="André-Guy Bruneau" userId="c9f3b82d5570fc32" providerId="LiveId" clId="{C4496A7D-9A64-4B82-9835-F710A7718518}" dt="2026-09-30T14:08:28.667" v="2034"/>
          <ac:spMkLst>
            <pc:docMk/>
            <pc:sldMk cId="0" sldId="265"/>
            <ac:spMk id="53" creationId="{259D21C2-E439-4FE5-BEB1-08B7BBCB238F}"/>
          </ac:spMkLst>
        </pc:spChg>
        <pc:spChg chg="add mod">
          <ac:chgData name="André-Guy Bruneau" userId="c9f3b82d5570fc32" providerId="LiveId" clId="{C4496A7D-9A64-4B82-9835-F710A7718518}" dt="2026-09-30T14:08:28.669" v="2038"/>
          <ac:spMkLst>
            <pc:docMk/>
            <pc:sldMk cId="0" sldId="265"/>
            <ac:spMk id="54" creationId="{B2FD6ABC-BBE7-4279-96C3-1B76BADB781D}"/>
          </ac:spMkLst>
        </pc:spChg>
        <pc:spChg chg="add mod">
          <ac:chgData name="André-Guy Bruneau" userId="c9f3b82d5570fc32" providerId="LiveId" clId="{C4496A7D-9A64-4B82-9835-F710A7718518}" dt="2026-09-30T14:08:28.670" v="2042"/>
          <ac:spMkLst>
            <pc:docMk/>
            <pc:sldMk cId="0" sldId="265"/>
            <ac:spMk id="55" creationId="{D1B5764B-EC54-4C8A-B1DF-6DBCE925B057}"/>
          </ac:spMkLst>
        </pc:spChg>
        <pc:spChg chg="add mod">
          <ac:chgData name="André-Guy Bruneau" userId="c9f3b82d5570fc32" providerId="LiveId" clId="{C4496A7D-9A64-4B82-9835-F710A7718518}" dt="2026-09-30T14:08:28.670" v="2046"/>
          <ac:spMkLst>
            <pc:docMk/>
            <pc:sldMk cId="0" sldId="265"/>
            <ac:spMk id="56" creationId="{91F32C3C-CD39-4C92-BE94-477B8AFF089A}"/>
          </ac:spMkLst>
        </pc:spChg>
        <pc:spChg chg="add mod">
          <ac:chgData name="André-Guy Bruneau" userId="c9f3b82d5570fc32" providerId="LiveId" clId="{C4496A7D-9A64-4B82-9835-F710A7718518}" dt="2026-09-30T14:08:28.672" v="2050"/>
          <ac:spMkLst>
            <pc:docMk/>
            <pc:sldMk cId="0" sldId="265"/>
            <ac:spMk id="57" creationId="{B9C67AB8-47A2-44DA-A214-A484E63EEA6D}"/>
          </ac:spMkLst>
        </pc:spChg>
        <pc:spChg chg="add mod">
          <ac:chgData name="André-Guy Bruneau" userId="c9f3b82d5570fc32" providerId="LiveId" clId="{C4496A7D-9A64-4B82-9835-F710A7718518}" dt="2026-09-30T14:08:28.672" v="2054"/>
          <ac:spMkLst>
            <pc:docMk/>
            <pc:sldMk cId="0" sldId="265"/>
            <ac:spMk id="58" creationId="{5D882858-1C6A-414F-99E6-8C98837E21D0}"/>
          </ac:spMkLst>
        </pc:spChg>
        <pc:spChg chg="add mod">
          <ac:chgData name="André-Guy Bruneau" userId="c9f3b82d5570fc32" providerId="LiveId" clId="{C4496A7D-9A64-4B82-9835-F710A7718518}" dt="2026-09-30T14:08:28.674" v="2058"/>
          <ac:spMkLst>
            <pc:docMk/>
            <pc:sldMk cId="0" sldId="265"/>
            <ac:spMk id="59" creationId="{E41F42CA-90D8-4394-8DB0-0DDB486935C0}"/>
          </ac:spMkLst>
        </pc:spChg>
        <pc:spChg chg="add mod">
          <ac:chgData name="André-Guy Bruneau" userId="c9f3b82d5570fc32" providerId="LiveId" clId="{C4496A7D-9A64-4B82-9835-F710A7718518}" dt="2026-09-30T14:08:28.674" v="2062"/>
          <ac:spMkLst>
            <pc:docMk/>
            <pc:sldMk cId="0" sldId="265"/>
            <ac:spMk id="60" creationId="{0EFA9254-6457-4080-B1B5-B6D63FF15419}"/>
          </ac:spMkLst>
        </pc:spChg>
        <pc:spChg chg="add mod">
          <ac:chgData name="André-Guy Bruneau" userId="c9f3b82d5570fc32" providerId="LiveId" clId="{C4496A7D-9A64-4B82-9835-F710A7718518}" dt="2026-09-30T14:08:28.674" v="2066"/>
          <ac:spMkLst>
            <pc:docMk/>
            <pc:sldMk cId="0" sldId="265"/>
            <ac:spMk id="61" creationId="{D5AF02FC-90C1-4270-9C47-D0451DE03272}"/>
          </ac:spMkLst>
        </pc:spChg>
        <pc:spChg chg="add mod">
          <ac:chgData name="André-Guy Bruneau" userId="c9f3b82d5570fc32" providerId="LiveId" clId="{C4496A7D-9A64-4B82-9835-F710A7718518}" dt="2026-09-30T14:08:28.676" v="2070"/>
          <ac:spMkLst>
            <pc:docMk/>
            <pc:sldMk cId="0" sldId="265"/>
            <ac:spMk id="62" creationId="{B2575E13-818C-435A-9CE4-68D471BC7495}"/>
          </ac:spMkLst>
        </pc:spChg>
        <pc:spChg chg="add mod">
          <ac:chgData name="André-Guy Bruneau" userId="c9f3b82d5570fc32" providerId="LiveId" clId="{C4496A7D-9A64-4B82-9835-F710A7718518}" dt="2026-09-30T14:08:28.678" v="2074"/>
          <ac:spMkLst>
            <pc:docMk/>
            <pc:sldMk cId="0" sldId="265"/>
            <ac:spMk id="63" creationId="{3DCA44FF-6549-4E2B-A430-259876AA5DDB}"/>
          </ac:spMkLst>
        </pc:spChg>
        <pc:spChg chg="add mod">
          <ac:chgData name="André-Guy Bruneau" userId="c9f3b82d5570fc32" providerId="LiveId" clId="{C4496A7D-9A64-4B82-9835-F710A7718518}" dt="2026-09-30T14:08:28.678" v="2078"/>
          <ac:spMkLst>
            <pc:docMk/>
            <pc:sldMk cId="0" sldId="265"/>
            <ac:spMk id="960" creationId="{64F95D2C-11EF-41D0-B883-77FAB05FFC4F}"/>
          </ac:spMkLst>
        </pc:spChg>
        <pc:spChg chg="add mod">
          <ac:chgData name="André-Guy Bruneau" userId="c9f3b82d5570fc32" providerId="LiveId" clId="{C4496A7D-9A64-4B82-9835-F710A7718518}" dt="2026-09-30T14:08:28.678" v="2082"/>
          <ac:spMkLst>
            <pc:docMk/>
            <pc:sldMk cId="0" sldId="265"/>
            <ac:spMk id="961" creationId="{823FC7E8-CF76-41E8-978F-82E4C69509A3}"/>
          </ac:spMkLst>
        </pc:spChg>
        <pc:grpChg chg="add del mod">
          <ac:chgData name="André-Guy Bruneau" userId="c9f3b82d5570fc32" providerId="LiveId" clId="{C4496A7D-9A64-4B82-9835-F710A7718518}" dt="2026-09-30T14:08:28.479" v="1489"/>
          <ac:grpSpMkLst>
            <pc:docMk/>
            <pc:sldMk cId="0" sldId="265"/>
            <ac:grpSpMk id="52" creationId="{8731F237-B8DD-5BC3-1FDC-2419887AAFF7}"/>
          </ac:grpSpMkLst>
        </pc:grpChg>
        <pc:grpChg chg="add mod">
          <ac:chgData name="André-Guy Bruneau" userId="c9f3b82d5570fc32" providerId="LiveId" clId="{C4496A7D-9A64-4B82-9835-F710A7718518}" dt="2026-09-30T14:08:28.682" v="2084"/>
          <ac:grpSpMkLst>
            <pc:docMk/>
            <pc:sldMk cId="0" sldId="265"/>
            <ac:grpSpMk id="962" creationId="{9575FC4F-F5E5-5B82-4598-DB3755808361}"/>
          </ac:grpSpMkLst>
        </pc:grpChg>
        <pc:grpChg chg="del">
          <ac:chgData name="André-Guy Bruneau" userId="c9f3b82d5570fc32" providerId="LiveId" clId="{C4496A7D-9A64-4B82-9835-F710A7718518}" dt="2026-09-30T13:59:35.787" v="588"/>
          <ac:grpSpMkLst>
            <pc:docMk/>
            <pc:sldMk cId="0" sldId="265"/>
            <ac:grpSpMk id="1010" creationId="{00000000-0000-0000-0000-000000000000}"/>
          </ac:grpSpMkLst>
        </pc:grpChg>
      </pc:sldChg>
      <pc:sldChg chg="addSp delSp modSp del mod">
        <pc:chgData name="André-Guy Bruneau" userId="c9f3b82d5570fc32" providerId="LiveId" clId="{C4496A7D-9A64-4B82-9835-F710A7718518}" dt="2026-09-30T13:17:14.814" v="12"/>
        <pc:sldMkLst>
          <pc:docMk/>
          <pc:sldMk cId="0" sldId="266"/>
        </pc:sldMkLst>
        <pc:spChg chg="add del mod">
          <ac:chgData name="André-Guy Bruneau" userId="c9f3b82d5570fc32" providerId="LiveId" clId="{C4496A7D-9A64-4B82-9835-F710A7718518}" dt="2026-09-30T13:16:14.620" v="2"/>
          <ac:spMkLst>
            <pc:docMk/>
            <pc:sldMk cId="0" sldId="266"/>
            <ac:spMk id="20" creationId="{8F259AAA-D81E-AEA1-D0CE-82D822F0195F}"/>
          </ac:spMkLst>
        </pc:spChg>
        <pc:picChg chg="del">
          <ac:chgData name="André-Guy Bruneau" userId="c9f3b82d5570fc32" providerId="LiveId" clId="{C4496A7D-9A64-4B82-9835-F710A7718518}" dt="2026-09-30T13:16:18.694" v="5" actId="478"/>
          <ac:picMkLst>
            <pc:docMk/>
            <pc:sldMk cId="0" sldId="266"/>
            <ac:picMk id="7" creationId="{00000000-0000-0000-0000-000000000000}"/>
          </ac:picMkLst>
        </pc:picChg>
        <pc:picChg chg="add mod">
          <ac:chgData name="André-Guy Bruneau" userId="c9f3b82d5570fc32" providerId="LiveId" clId="{C4496A7D-9A64-4B82-9835-F710A7718518}" dt="2026-09-30T13:16:30.914" v="10" actId="1076"/>
          <ac:picMkLst>
            <pc:docMk/>
            <pc:sldMk cId="0" sldId="266"/>
            <ac:picMk id="21" creationId="{985A64D6-6A44-6121-75FC-921BEAB2605B}"/>
          </ac:picMkLst>
        </pc:picChg>
      </pc:sldChg>
      <pc:sldChg chg="addSp delSp modSp add mod">
        <pc:chgData name="André-Guy Bruneau" userId="c9f3b82d5570fc32" providerId="LiveId" clId="{C4496A7D-9A64-4B82-9835-F710A7718518}" dt="2026-09-30T14:08:28.720" v="2192"/>
        <pc:sldMkLst>
          <pc:docMk/>
          <pc:sldMk cId="4079065204" sldId="267"/>
        </pc:sldMkLst>
        <pc:spChg chg="mod">
          <ac:chgData name="André-Guy Bruneau" userId="c9f3b82d5570fc32" providerId="LiveId" clId="{C4496A7D-9A64-4B82-9835-F710A7718518}" dt="2026-09-30T14:00:55.672" v="855" actId="6549"/>
          <ac:spMkLst>
            <pc:docMk/>
            <pc:sldMk cId="4079065204" sldId="267"/>
            <ac:spMk id="3" creationId="{00000000-0000-0000-0000-000000000000}"/>
          </ac:spMkLst>
        </pc:spChg>
        <pc:spChg chg="del">
          <ac:chgData name="André-Guy Bruneau" userId="c9f3b82d5570fc32" providerId="LiveId" clId="{C4496A7D-9A64-4B82-9835-F710A7718518}" dt="2026-09-30T14:01:01.142" v="856" actId="478"/>
          <ac:spMkLst>
            <pc:docMk/>
            <pc:sldMk cId="4079065204" sldId="267"/>
            <ac:spMk id="4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30T14:06:21.936" v="1438"/>
          <ac:spMkLst>
            <pc:docMk/>
            <pc:sldMk cId="4079065204" sldId="267"/>
            <ac:spMk id="7" creationId="{01661079-2BDF-4745-B058-5F457ED2C3B4}"/>
          </ac:spMkLst>
        </pc:spChg>
        <pc:spChg chg="add mod">
          <ac:chgData name="André-Guy Bruneau" userId="c9f3b82d5570fc32" providerId="LiveId" clId="{C4496A7D-9A64-4B82-9835-F710A7718518}" dt="2026-09-30T14:06:21.936" v="1441"/>
          <ac:spMkLst>
            <pc:docMk/>
            <pc:sldMk cId="4079065204" sldId="267"/>
            <ac:spMk id="20" creationId="{D42F89E9-40D7-4D90-B5E4-06D7C50DAC56}"/>
          </ac:spMkLst>
        </pc:spChg>
        <pc:spChg chg="add mod">
          <ac:chgData name="André-Guy Bruneau" userId="c9f3b82d5570fc32" providerId="LiveId" clId="{C4496A7D-9A64-4B82-9835-F710A7718518}" dt="2026-09-30T14:06:21.936" v="1444"/>
          <ac:spMkLst>
            <pc:docMk/>
            <pc:sldMk cId="4079065204" sldId="267"/>
            <ac:spMk id="22" creationId="{65DF7894-4440-4CB7-A8E9-229B7D2FD94C}"/>
          </ac:spMkLst>
        </pc:spChg>
        <pc:spChg chg="add mod">
          <ac:chgData name="André-Guy Bruneau" userId="c9f3b82d5570fc32" providerId="LiveId" clId="{C4496A7D-9A64-4B82-9835-F710A7718518}" dt="2026-09-30T14:06:21.936" v="1447"/>
          <ac:spMkLst>
            <pc:docMk/>
            <pc:sldMk cId="4079065204" sldId="267"/>
            <ac:spMk id="23" creationId="{DCB81A21-02F8-4B95-9C34-898961CA6745}"/>
          </ac:spMkLst>
        </pc:spChg>
        <pc:spChg chg="add mod">
          <ac:chgData name="André-Guy Bruneau" userId="c9f3b82d5570fc32" providerId="LiveId" clId="{C4496A7D-9A64-4B82-9835-F710A7718518}" dt="2026-09-30T14:06:21.936" v="1450"/>
          <ac:spMkLst>
            <pc:docMk/>
            <pc:sldMk cId="4079065204" sldId="267"/>
            <ac:spMk id="24" creationId="{AF007710-8E4B-4C47-B333-7D2E49399178}"/>
          </ac:spMkLst>
        </pc:spChg>
        <pc:spChg chg="add mod">
          <ac:chgData name="André-Guy Bruneau" userId="c9f3b82d5570fc32" providerId="LiveId" clId="{C4496A7D-9A64-4B82-9835-F710A7718518}" dt="2026-09-30T14:06:21.936" v="1453"/>
          <ac:spMkLst>
            <pc:docMk/>
            <pc:sldMk cId="4079065204" sldId="267"/>
            <ac:spMk id="25" creationId="{A4AADDE2-1E94-4F4A-9ACB-8670615A4E37}"/>
          </ac:spMkLst>
        </pc:spChg>
        <pc:spChg chg="add mod">
          <ac:chgData name="André-Guy Bruneau" userId="c9f3b82d5570fc32" providerId="LiveId" clId="{C4496A7D-9A64-4B82-9835-F710A7718518}" dt="2026-09-30T14:06:21.939" v="1456"/>
          <ac:spMkLst>
            <pc:docMk/>
            <pc:sldMk cId="4079065204" sldId="267"/>
            <ac:spMk id="26" creationId="{B7E30EBD-4A89-4072-BEE5-742C99C604EE}"/>
          </ac:spMkLst>
        </pc:spChg>
        <pc:spChg chg="add mod">
          <ac:chgData name="André-Guy Bruneau" userId="c9f3b82d5570fc32" providerId="LiveId" clId="{C4496A7D-9A64-4B82-9835-F710A7718518}" dt="2026-09-30T14:06:21.939" v="1459"/>
          <ac:spMkLst>
            <pc:docMk/>
            <pc:sldMk cId="4079065204" sldId="267"/>
            <ac:spMk id="27" creationId="{1212E819-AE92-459B-9819-9148B3219F9A}"/>
          </ac:spMkLst>
        </pc:spChg>
        <pc:spChg chg="add mod">
          <ac:chgData name="André-Guy Bruneau" userId="c9f3b82d5570fc32" providerId="LiveId" clId="{C4496A7D-9A64-4B82-9835-F710A7718518}" dt="2026-09-30T14:06:21.939" v="1462"/>
          <ac:spMkLst>
            <pc:docMk/>
            <pc:sldMk cId="4079065204" sldId="267"/>
            <ac:spMk id="28" creationId="{2E1EB68E-F50D-4753-A0C2-88705496ABDA}"/>
          </ac:spMkLst>
        </pc:spChg>
        <pc:spChg chg="add mod">
          <ac:chgData name="André-Guy Bruneau" userId="c9f3b82d5570fc32" providerId="LiveId" clId="{C4496A7D-9A64-4B82-9835-F710A7718518}" dt="2026-09-30T14:06:21.939" v="1465"/>
          <ac:spMkLst>
            <pc:docMk/>
            <pc:sldMk cId="4079065204" sldId="267"/>
            <ac:spMk id="29" creationId="{2964979C-5A00-4998-8C2F-038C89FFDEEA}"/>
          </ac:spMkLst>
        </pc:spChg>
        <pc:spChg chg="add mod">
          <ac:chgData name="André-Guy Bruneau" userId="c9f3b82d5570fc32" providerId="LiveId" clId="{C4496A7D-9A64-4B82-9835-F710A7718518}" dt="2026-09-30T14:06:21.939" v="1468"/>
          <ac:spMkLst>
            <pc:docMk/>
            <pc:sldMk cId="4079065204" sldId="267"/>
            <ac:spMk id="30" creationId="{CBC5EE45-D370-4C64-94E1-2EDBBB336C65}"/>
          </ac:spMkLst>
        </pc:spChg>
        <pc:spChg chg="add mod">
          <ac:chgData name="André-Guy Bruneau" userId="c9f3b82d5570fc32" providerId="LiveId" clId="{C4496A7D-9A64-4B82-9835-F710A7718518}" dt="2026-09-30T14:06:21.939" v="1471"/>
          <ac:spMkLst>
            <pc:docMk/>
            <pc:sldMk cId="4079065204" sldId="267"/>
            <ac:spMk id="31" creationId="{A6E15103-1131-4E69-A2B8-C2AFAE371789}"/>
          </ac:spMkLst>
        </pc:spChg>
        <pc:spChg chg="add del mod">
          <ac:chgData name="André-Guy Bruneau" userId="c9f3b82d5570fc32" providerId="LiveId" clId="{C4496A7D-9A64-4B82-9835-F710A7718518}" dt="2026-09-30T14:06:21.936" v="1435"/>
          <ac:spMkLst>
            <pc:docMk/>
            <pc:sldMk cId="4079065204" sldId="267"/>
            <ac:spMk id="32" creationId="{B23EBD94-D213-4314-A28C-C64FD6D26EAB}"/>
          </ac:spMkLst>
        </pc:spChg>
        <pc:spChg chg="add mod">
          <ac:chgData name="André-Guy Bruneau" userId="c9f3b82d5570fc32" providerId="LiveId" clId="{C4496A7D-9A64-4B82-9835-F710A7718518}" dt="2026-09-30T14:08:28.705" v="2142"/>
          <ac:spMkLst>
            <pc:docMk/>
            <pc:sldMk cId="4079065204" sldId="267"/>
            <ac:spMk id="34" creationId="{61CE6509-DEEB-420E-AF05-8812595A2DE1}"/>
          </ac:spMkLst>
        </pc:spChg>
        <pc:spChg chg="add mod">
          <ac:chgData name="André-Guy Bruneau" userId="c9f3b82d5570fc32" providerId="LiveId" clId="{C4496A7D-9A64-4B82-9835-F710A7718518}" dt="2026-09-30T14:08:28.707" v="2146"/>
          <ac:spMkLst>
            <pc:docMk/>
            <pc:sldMk cId="4079065204" sldId="267"/>
            <ac:spMk id="35" creationId="{D6D398BA-55AD-4C0E-A655-E2CBFB430803}"/>
          </ac:spMkLst>
        </pc:spChg>
        <pc:spChg chg="add mod">
          <ac:chgData name="André-Guy Bruneau" userId="c9f3b82d5570fc32" providerId="LiveId" clId="{C4496A7D-9A64-4B82-9835-F710A7718518}" dt="2026-09-30T14:08:28.707" v="2150"/>
          <ac:spMkLst>
            <pc:docMk/>
            <pc:sldMk cId="4079065204" sldId="267"/>
            <ac:spMk id="36" creationId="{6B533768-0A21-41BF-B1EF-5328AF59B1DB}"/>
          </ac:spMkLst>
        </pc:spChg>
        <pc:spChg chg="add mod">
          <ac:chgData name="André-Guy Bruneau" userId="c9f3b82d5570fc32" providerId="LiveId" clId="{C4496A7D-9A64-4B82-9835-F710A7718518}" dt="2026-09-30T14:08:28.707" v="2154"/>
          <ac:spMkLst>
            <pc:docMk/>
            <pc:sldMk cId="4079065204" sldId="267"/>
            <ac:spMk id="37" creationId="{84E391E1-091A-414C-9581-48A664B53639}"/>
          </ac:spMkLst>
        </pc:spChg>
        <pc:spChg chg="add mod">
          <ac:chgData name="André-Guy Bruneau" userId="c9f3b82d5570fc32" providerId="LiveId" clId="{C4496A7D-9A64-4B82-9835-F710A7718518}" dt="2026-09-30T14:08:28.709" v="2158"/>
          <ac:spMkLst>
            <pc:docMk/>
            <pc:sldMk cId="4079065204" sldId="267"/>
            <ac:spMk id="38" creationId="{2D4C07AB-25F1-42BB-968B-A9BE91AE902B}"/>
          </ac:spMkLst>
        </pc:spChg>
        <pc:spChg chg="add mod">
          <ac:chgData name="André-Guy Bruneau" userId="c9f3b82d5570fc32" providerId="LiveId" clId="{C4496A7D-9A64-4B82-9835-F710A7718518}" dt="2026-09-30T14:08:28.711" v="2162"/>
          <ac:spMkLst>
            <pc:docMk/>
            <pc:sldMk cId="4079065204" sldId="267"/>
            <ac:spMk id="39" creationId="{5BB5FB2D-81B8-4DA8-A670-0982582587C1}"/>
          </ac:spMkLst>
        </pc:spChg>
        <pc:spChg chg="add mod">
          <ac:chgData name="André-Guy Bruneau" userId="c9f3b82d5570fc32" providerId="LiveId" clId="{C4496A7D-9A64-4B82-9835-F710A7718518}" dt="2026-09-30T14:08:28.712" v="2166"/>
          <ac:spMkLst>
            <pc:docMk/>
            <pc:sldMk cId="4079065204" sldId="267"/>
            <ac:spMk id="40" creationId="{F654DC4D-0190-46C5-9203-BC21A62C365B}"/>
          </ac:spMkLst>
        </pc:spChg>
        <pc:spChg chg="add mod">
          <ac:chgData name="André-Guy Bruneau" userId="c9f3b82d5570fc32" providerId="LiveId" clId="{C4496A7D-9A64-4B82-9835-F710A7718518}" dt="2026-09-30T14:08:28.713" v="2170"/>
          <ac:spMkLst>
            <pc:docMk/>
            <pc:sldMk cId="4079065204" sldId="267"/>
            <ac:spMk id="41" creationId="{2EFBBD29-CBD2-400D-B884-EC08C1A69BA2}"/>
          </ac:spMkLst>
        </pc:spChg>
        <pc:spChg chg="add mod">
          <ac:chgData name="André-Guy Bruneau" userId="c9f3b82d5570fc32" providerId="LiveId" clId="{C4496A7D-9A64-4B82-9835-F710A7718518}" dt="2026-09-30T14:08:28.713" v="2174"/>
          <ac:spMkLst>
            <pc:docMk/>
            <pc:sldMk cId="4079065204" sldId="267"/>
            <ac:spMk id="42" creationId="{22BD46F2-F591-4E41-878C-C9ECD7428A9D}"/>
          </ac:spMkLst>
        </pc:spChg>
        <pc:spChg chg="add mod">
          <ac:chgData name="André-Guy Bruneau" userId="c9f3b82d5570fc32" providerId="LiveId" clId="{C4496A7D-9A64-4B82-9835-F710A7718518}" dt="2026-09-30T14:08:28.715" v="2178"/>
          <ac:spMkLst>
            <pc:docMk/>
            <pc:sldMk cId="4079065204" sldId="267"/>
            <ac:spMk id="43" creationId="{852A00CF-D461-4117-BA24-295C2DD7CABA}"/>
          </ac:spMkLst>
        </pc:spChg>
        <pc:spChg chg="add mod">
          <ac:chgData name="André-Guy Bruneau" userId="c9f3b82d5570fc32" providerId="LiveId" clId="{C4496A7D-9A64-4B82-9835-F710A7718518}" dt="2026-09-30T14:08:28.715" v="2182"/>
          <ac:spMkLst>
            <pc:docMk/>
            <pc:sldMk cId="4079065204" sldId="267"/>
            <ac:spMk id="44" creationId="{8F3165C9-9286-4F9E-80E5-0B03945755FF}"/>
          </ac:spMkLst>
        </pc:spChg>
        <pc:spChg chg="add mod">
          <ac:chgData name="André-Guy Bruneau" userId="c9f3b82d5570fc32" providerId="LiveId" clId="{C4496A7D-9A64-4B82-9835-F710A7718518}" dt="2026-09-30T14:08:28.717" v="2186"/>
          <ac:spMkLst>
            <pc:docMk/>
            <pc:sldMk cId="4079065204" sldId="267"/>
            <ac:spMk id="45" creationId="{7D34766C-2849-4F86-B270-564DA1A48372}"/>
          </ac:spMkLst>
        </pc:spChg>
        <pc:spChg chg="add mod">
          <ac:chgData name="André-Guy Bruneau" userId="c9f3b82d5570fc32" providerId="LiveId" clId="{C4496A7D-9A64-4B82-9835-F710A7718518}" dt="2026-09-30T14:08:28.717" v="2190"/>
          <ac:spMkLst>
            <pc:docMk/>
            <pc:sldMk cId="4079065204" sldId="267"/>
            <ac:spMk id="46" creationId="{CB0A70A0-C3AC-4B3F-B555-BA9580BA4216}"/>
          </ac:spMkLst>
        </pc:spChg>
        <pc:grpChg chg="add del mod">
          <ac:chgData name="André-Guy Bruneau" userId="c9f3b82d5570fc32" providerId="LiveId" clId="{C4496A7D-9A64-4B82-9835-F710A7718518}" dt="2026-09-30T14:08:28.479" v="1490"/>
          <ac:grpSpMkLst>
            <pc:docMk/>
            <pc:sldMk cId="4079065204" sldId="267"/>
            <ac:grpSpMk id="33" creationId="{BB9DAB09-E1E3-8358-8A6B-49E652740C3E}"/>
          </ac:grpSpMkLst>
        </pc:grpChg>
        <pc:grpChg chg="add mod">
          <ac:chgData name="André-Guy Bruneau" userId="c9f3b82d5570fc32" providerId="LiveId" clId="{C4496A7D-9A64-4B82-9835-F710A7718518}" dt="2026-09-30T14:08:28.720" v="2192"/>
          <ac:grpSpMkLst>
            <pc:docMk/>
            <pc:sldMk cId="4079065204" sldId="267"/>
            <ac:grpSpMk id="47" creationId="{A47DC5C3-AF4B-8FB5-3A45-21192C4E3534}"/>
          </ac:grpSpMkLst>
        </pc:grpChg>
        <pc:grpChg chg="del">
          <ac:chgData name="André-Guy Bruneau" userId="c9f3b82d5570fc32" providerId="LiveId" clId="{C4496A7D-9A64-4B82-9835-F710A7718518}" dt="2026-09-30T13:59:35.795" v="643"/>
          <ac:grpSpMkLst>
            <pc:docMk/>
            <pc:sldMk cId="4079065204" sldId="267"/>
            <ac:grpSpMk id="1011" creationId="{00000000-0000-0000-0000-000000000000}"/>
          </ac:grpSpMkLst>
        </pc:grpChg>
      </pc:sldChg>
      <pc:sldChg chg="addSp delSp modSp add del mod setBg">
        <pc:chgData name="André-Guy Bruneau" userId="c9f3b82d5570fc32" providerId="LiveId" clId="{C4496A7D-9A64-4B82-9835-F710A7718518}" dt="2026-09-30T13:54:37.836" v="34" actId="47"/>
        <pc:sldMkLst>
          <pc:docMk/>
          <pc:sldMk cId="1503508383" sldId="268"/>
        </pc:sldMkLst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" creationId="{DC2505FB-BFD1-5E18-411B-262AD56CDB1C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5" creationId="{0C61188A-34DD-4896-36BA-97B9973FAE9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6" creationId="{24288331-C4FE-AC97-11AB-9B78AAA5275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7" creationId="{EA9D6CAD-0FF9-272F-072F-16DD8E62DC6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9" creationId="{069D40DF-D2D3-3E9F-2BD5-81370EB9FA8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4" creationId="{1023FE5B-109F-849B-A039-06A1AE2544C1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7" creationId="{E56CDCB7-5827-83FF-61D8-D2ADA0D526A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8" creationId="{1F89C76F-8EAF-A3EC-FAE4-E6660B16207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1" creationId="{CAE55145-1186-C366-A0B9-8BEC4DF00BB3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5" creationId="{855C49C6-32FE-24BB-2735-DC28065DA7A0}"/>
          </ac:spMkLst>
        </pc:spChg>
        <pc:spChg chg="add">
          <ac:chgData name="André-Guy Bruneau" userId="c9f3b82d5570fc32" providerId="LiveId" clId="{C4496A7D-9A64-4B82-9835-F710A7718518}" dt="2026-09-30T13:49:56.626" v="16" actId="26606"/>
          <ac:spMkLst>
            <pc:docMk/>
            <pc:sldMk cId="1503508383" sldId="268"/>
            <ac:spMk id="58" creationId="{216BB327-7AA9-4EC5-815F-9D8E6BC53E34}"/>
          </ac:spMkLst>
        </pc:spChg>
        <pc:picChg chg="add del mod">
          <ac:chgData name="André-Guy Bruneau" userId="c9f3b82d5570fc32" providerId="LiveId" clId="{C4496A7D-9A64-4B82-9835-F710A7718518}" dt="2026-09-30T13:54:28.452" v="33" actId="478"/>
          <ac:picMkLst>
            <pc:docMk/>
            <pc:sldMk cId="1503508383" sldId="268"/>
            <ac:picMk id="53" creationId="{53F28682-B49A-388A-C580-2CD143502889}"/>
          </ac:picMkLst>
        </pc:picChg>
        <pc:picChg chg="add del">
          <ac:chgData name="André-Guy Bruneau" userId="c9f3b82d5570fc32" providerId="LiveId" clId="{C4496A7D-9A64-4B82-9835-F710A7718518}" dt="2026-09-30T13:52:27.235" v="18" actId="22"/>
          <ac:picMkLst>
            <pc:docMk/>
            <pc:sldMk cId="1503508383" sldId="268"/>
            <ac:picMk id="55" creationId="{D9018B00-2220-2863-27B6-9F5868382CD1}"/>
          </ac:picMkLst>
        </pc:picChg>
      </pc:sldChg>
      <pc:sldChg chg="addSp delSp modSp add del mod ord setBg delDesignElem">
        <pc:chgData name="André-Guy Bruneau" userId="c9f3b82d5570fc32" providerId="LiveId" clId="{C4496A7D-9A64-4B82-9835-F710A7718518}" dt="2026-09-30T14:05:49.879" v="1027" actId="47"/>
        <pc:sldMkLst>
          <pc:docMk/>
          <pc:sldMk cId="1357812566" sldId="269"/>
        </pc:sldMkLst>
        <pc:spChg chg="add mod">
          <ac:chgData name="André-Guy Bruneau" userId="c9f3b82d5570fc32" providerId="LiveId" clId="{C4496A7D-9A64-4B82-9835-F710A7718518}" dt="2026-09-30T14:01:39.937" v="1001"/>
          <ac:spMkLst>
            <pc:docMk/>
            <pc:sldMk cId="1357812566" sldId="269"/>
            <ac:spMk id="8" creationId="{471C2ADD-3FC4-40E5-98CD-8FEB682264B6}"/>
          </ac:spMkLst>
        </pc:spChg>
        <pc:spChg chg="add mod">
          <ac:chgData name="André-Guy Bruneau" userId="c9f3b82d5570fc32" providerId="LiveId" clId="{C4496A7D-9A64-4B82-9835-F710A7718518}" dt="2026-09-30T14:01:39.937" v="1002"/>
          <ac:spMkLst>
            <pc:docMk/>
            <pc:sldMk cId="1357812566" sldId="269"/>
            <ac:spMk id="9" creationId="{B8FA0CA7-E7B9-4F01-94D0-B02FC74421F5}"/>
          </ac:spMkLst>
        </pc:spChg>
        <pc:spChg chg="add mod">
          <ac:chgData name="André-Guy Bruneau" userId="c9f3b82d5570fc32" providerId="LiveId" clId="{C4496A7D-9A64-4B82-9835-F710A7718518}" dt="2026-09-30T14:01:39.937" v="1003"/>
          <ac:spMkLst>
            <pc:docMk/>
            <pc:sldMk cId="1357812566" sldId="269"/>
            <ac:spMk id="10" creationId="{0A756100-5D95-4A45-AFF2-8212692068F5}"/>
          </ac:spMkLst>
        </pc:spChg>
        <pc:spChg chg="add mod">
          <ac:chgData name="André-Guy Bruneau" userId="c9f3b82d5570fc32" providerId="LiveId" clId="{C4496A7D-9A64-4B82-9835-F710A7718518}" dt="2026-09-30T14:01:39.941" v="1004"/>
          <ac:spMkLst>
            <pc:docMk/>
            <pc:sldMk cId="1357812566" sldId="269"/>
            <ac:spMk id="11" creationId="{F2EF48A3-A2DE-44E6-B5DE-088C9AC26A05}"/>
          </ac:spMkLst>
        </pc:spChg>
        <pc:spChg chg="add mod">
          <ac:chgData name="André-Guy Bruneau" userId="c9f3b82d5570fc32" providerId="LiveId" clId="{C4496A7D-9A64-4B82-9835-F710A7718518}" dt="2026-09-30T14:01:39.941" v="1005"/>
          <ac:spMkLst>
            <pc:docMk/>
            <pc:sldMk cId="1357812566" sldId="269"/>
            <ac:spMk id="12" creationId="{193F8FEA-CA0B-4284-8762-CC7249CC3BB7}"/>
          </ac:spMkLst>
        </pc:spChg>
        <pc:spChg chg="add mod">
          <ac:chgData name="André-Guy Bruneau" userId="c9f3b82d5570fc32" providerId="LiveId" clId="{C4496A7D-9A64-4B82-9835-F710A7718518}" dt="2026-09-30T14:01:39.941" v="1006"/>
          <ac:spMkLst>
            <pc:docMk/>
            <pc:sldMk cId="1357812566" sldId="269"/>
            <ac:spMk id="13" creationId="{D00A42C3-2CB4-4E87-B522-50D0B1CBB770}"/>
          </ac:spMkLst>
        </pc:spChg>
        <pc:spChg chg="add mod">
          <ac:chgData name="André-Guy Bruneau" userId="c9f3b82d5570fc32" providerId="LiveId" clId="{C4496A7D-9A64-4B82-9835-F710A7718518}" dt="2026-09-30T14:01:39.941" v="1007"/>
          <ac:spMkLst>
            <pc:docMk/>
            <pc:sldMk cId="1357812566" sldId="269"/>
            <ac:spMk id="14" creationId="{1532C10B-35C2-483F-BE8C-85300EF953B8}"/>
          </ac:spMkLst>
        </pc:spChg>
        <pc:spChg chg="add mod">
          <ac:chgData name="André-Guy Bruneau" userId="c9f3b82d5570fc32" providerId="LiveId" clId="{C4496A7D-9A64-4B82-9835-F710A7718518}" dt="2026-09-30T14:01:39.942" v="1008"/>
          <ac:spMkLst>
            <pc:docMk/>
            <pc:sldMk cId="1357812566" sldId="269"/>
            <ac:spMk id="15" creationId="{7C321E11-2858-4A31-9F81-DD9338EE4D11}"/>
          </ac:spMkLst>
        </pc:spChg>
        <pc:spChg chg="add mod">
          <ac:chgData name="André-Guy Bruneau" userId="c9f3b82d5570fc32" providerId="LiveId" clId="{C4496A7D-9A64-4B82-9835-F710A7718518}" dt="2026-09-30T14:01:39.942" v="1009"/>
          <ac:spMkLst>
            <pc:docMk/>
            <pc:sldMk cId="1357812566" sldId="269"/>
            <ac:spMk id="16" creationId="{E07AD625-F346-4588-8F47-D7AEF13D0E02}"/>
          </ac:spMkLst>
        </pc:spChg>
        <pc:spChg chg="add mod">
          <ac:chgData name="André-Guy Bruneau" userId="c9f3b82d5570fc32" providerId="LiveId" clId="{C4496A7D-9A64-4B82-9835-F710A7718518}" dt="2026-09-30T14:01:39.942" v="1010"/>
          <ac:spMkLst>
            <pc:docMk/>
            <pc:sldMk cId="1357812566" sldId="269"/>
            <ac:spMk id="17" creationId="{561E440B-6B71-4542-A772-9C27215C4C8A}"/>
          </ac:spMkLst>
        </pc:spChg>
        <pc:spChg chg="add mod">
          <ac:chgData name="André-Guy Bruneau" userId="c9f3b82d5570fc32" providerId="LiveId" clId="{C4496A7D-9A64-4B82-9835-F710A7718518}" dt="2026-09-30T14:01:39.942" v="1011"/>
          <ac:spMkLst>
            <pc:docMk/>
            <pc:sldMk cId="1357812566" sldId="269"/>
            <ac:spMk id="18" creationId="{83434417-37AD-486E-BC26-1D1A6037DF8B}"/>
          </ac:spMkLst>
        </pc:spChg>
        <pc:spChg chg="add mod">
          <ac:chgData name="André-Guy Bruneau" userId="c9f3b82d5570fc32" providerId="LiveId" clId="{C4496A7D-9A64-4B82-9835-F710A7718518}" dt="2026-09-30T14:01:39.942" v="1012"/>
          <ac:spMkLst>
            <pc:docMk/>
            <pc:sldMk cId="1357812566" sldId="269"/>
            <ac:spMk id="19" creationId="{8E97008A-548C-40D9-B593-4CB084F46228}"/>
          </ac:spMkLst>
        </pc:spChg>
        <pc:spChg chg="add mod">
          <ac:chgData name="André-Guy Bruneau" userId="c9f3b82d5570fc32" providerId="LiveId" clId="{C4496A7D-9A64-4B82-9835-F710A7718518}" dt="2026-09-30T14:01:39.942" v="1013"/>
          <ac:spMkLst>
            <pc:docMk/>
            <pc:sldMk cId="1357812566" sldId="269"/>
            <ac:spMk id="20" creationId="{7F4C8B0C-F613-42BA-A5E7-3AF7B210B117}"/>
          </ac:spMkLst>
        </pc:spChg>
        <pc:spChg chg="del">
          <ac:chgData name="André-Guy Bruneau" userId="c9f3b82d5570fc32" providerId="LiveId" clId="{C4496A7D-9A64-4B82-9835-F710A7718518}" dt="2026-09-30T13:52:30.227" v="20"/>
          <ac:spMkLst>
            <pc:docMk/>
            <pc:sldMk cId="1357812566" sldId="269"/>
            <ac:spMk id="58" creationId="{15550D54-6131-816A-67C3-89CAD6C0359F}"/>
          </ac:spMkLst>
        </pc:spChg>
        <pc:grpChg chg="add mod">
          <ac:chgData name="André-Guy Bruneau" userId="c9f3b82d5570fc32" providerId="LiveId" clId="{C4496A7D-9A64-4B82-9835-F710A7718518}" dt="2026-09-30T13:59:35.811" v="751"/>
          <ac:grpSpMkLst>
            <pc:docMk/>
            <pc:sldMk cId="1357812566" sldId="269"/>
            <ac:grpSpMk id="21" creationId="{1DE1EDDA-16F7-004A-0840-9F8C237D1FE6}"/>
          </ac:grpSpMkLst>
        </pc:grpChg>
        <pc:picChg chg="add del">
          <ac:chgData name="André-Guy Bruneau" userId="c9f3b82d5570fc32" providerId="LiveId" clId="{C4496A7D-9A64-4B82-9835-F710A7718518}" dt="2026-09-30T13:53:16.545" v="28" actId="478"/>
          <ac:picMkLst>
            <pc:docMk/>
            <pc:sldMk cId="1357812566" sldId="269"/>
            <ac:picMk id="3" creationId="{83411C0A-1B07-3B81-FCE9-497D0650E520}"/>
          </ac:picMkLst>
        </pc:picChg>
        <pc:picChg chg="add del mod">
          <ac:chgData name="André-Guy Bruneau" userId="c9f3b82d5570fc32" providerId="LiveId" clId="{C4496A7D-9A64-4B82-9835-F710A7718518}" dt="2026-09-30T13:53:11.851" v="27" actId="478"/>
          <ac:picMkLst>
            <pc:docMk/>
            <pc:sldMk cId="1357812566" sldId="269"/>
            <ac:picMk id="5" creationId="{25498C34-A875-E4BF-D86F-5127C3C36DEC}"/>
          </ac:picMkLst>
        </pc:picChg>
        <pc:picChg chg="add mod">
          <ac:chgData name="André-Guy Bruneau" userId="c9f3b82d5570fc32" providerId="LiveId" clId="{C4496A7D-9A64-4B82-9835-F710A7718518}" dt="2026-09-30T14:00:48.419" v="834"/>
          <ac:picMkLst>
            <pc:docMk/>
            <pc:sldMk cId="1357812566" sldId="269"/>
            <ac:picMk id="7" creationId="{585A3AFD-6347-EA8D-0B58-FC82321CC6BC}"/>
          </ac:picMkLst>
        </pc:picChg>
        <pc:picChg chg="del">
          <ac:chgData name="André-Guy Bruneau" userId="c9f3b82d5570fc32" providerId="LiveId" clId="{C4496A7D-9A64-4B82-9835-F710A7718518}" dt="2026-09-30T13:52:43.338" v="23" actId="478"/>
          <ac:picMkLst>
            <pc:docMk/>
            <pc:sldMk cId="1357812566" sldId="269"/>
            <ac:picMk id="53" creationId="{C6B69EC6-D856-C3DE-8F07-C44A2DF8E440}"/>
          </ac:picMkLst>
        </pc:picChg>
      </pc:sldChg>
      <pc:sldChg chg="addSp delSp modSp add mod setBg">
        <pc:chgData name="André-Guy Bruneau" userId="c9f3b82d5570fc32" providerId="LiveId" clId="{C4496A7D-9A64-4B82-9835-F710A7718518}" dt="2026-09-30T14:08:28.577" v="1760"/>
        <pc:sldMkLst>
          <pc:docMk/>
          <pc:sldMk cId="4046815704" sldId="270"/>
        </pc:sldMkLst>
        <pc:spChg chg="add mod">
          <ac:chgData name="André-Guy Bruneau" userId="c9f3b82d5570fc32" providerId="LiveId" clId="{C4496A7D-9A64-4B82-9835-F710A7718518}" dt="2026-09-30T14:06:21.911" v="1179"/>
          <ac:spMkLst>
            <pc:docMk/>
            <pc:sldMk cId="4046815704" sldId="270"/>
            <ac:spMk id="4" creationId="{1934A611-5A8E-4381-BD37-33427D0312C1}"/>
          </ac:spMkLst>
        </pc:spChg>
        <pc:spChg chg="add mod">
          <ac:chgData name="André-Guy Bruneau" userId="c9f3b82d5570fc32" providerId="LiveId" clId="{C4496A7D-9A64-4B82-9835-F710A7718518}" dt="2026-09-30T14:06:21.912" v="1182"/>
          <ac:spMkLst>
            <pc:docMk/>
            <pc:sldMk cId="4046815704" sldId="270"/>
            <ac:spMk id="5" creationId="{D1A6A13C-64B2-4A14-9461-538BD88CAF3B}"/>
          </ac:spMkLst>
        </pc:spChg>
        <pc:spChg chg="add mod">
          <ac:chgData name="André-Guy Bruneau" userId="c9f3b82d5570fc32" providerId="LiveId" clId="{C4496A7D-9A64-4B82-9835-F710A7718518}" dt="2026-09-30T14:06:21.912" v="1185"/>
          <ac:spMkLst>
            <pc:docMk/>
            <pc:sldMk cId="4046815704" sldId="270"/>
            <ac:spMk id="6" creationId="{59479EEA-463B-4FFE-9947-EA6EE97C1147}"/>
          </ac:spMkLst>
        </pc:spChg>
        <pc:spChg chg="add">
          <ac:chgData name="André-Guy Bruneau" userId="c9f3b82d5570fc32" providerId="LiveId" clId="{C4496A7D-9A64-4B82-9835-F710A7718518}" dt="2026-09-30T13:55:10.315" v="38" actId="26606"/>
          <ac:spMkLst>
            <pc:docMk/>
            <pc:sldMk cId="4046815704" sldId="270"/>
            <ac:spMk id="8" creationId="{216BB327-7AA9-4EC5-815F-9D8E6BC53E34}"/>
          </ac:spMkLst>
        </pc:spChg>
        <pc:spChg chg="add mod">
          <ac:chgData name="André-Guy Bruneau" userId="c9f3b82d5570fc32" providerId="LiveId" clId="{C4496A7D-9A64-4B82-9835-F710A7718518}" dt="2026-09-30T14:06:21.912" v="1188"/>
          <ac:spMkLst>
            <pc:docMk/>
            <pc:sldMk cId="4046815704" sldId="270"/>
            <ac:spMk id="9" creationId="{B0F80DE7-DBC8-49D3-886F-FFC27CA190EB}"/>
          </ac:spMkLst>
        </pc:spChg>
        <pc:spChg chg="add mod">
          <ac:chgData name="André-Guy Bruneau" userId="c9f3b82d5570fc32" providerId="LiveId" clId="{C4496A7D-9A64-4B82-9835-F710A7718518}" dt="2026-09-30T14:06:21.912" v="1191"/>
          <ac:spMkLst>
            <pc:docMk/>
            <pc:sldMk cId="4046815704" sldId="270"/>
            <ac:spMk id="10" creationId="{8F45568F-231E-4BFF-9A4D-EC5F259308D2}"/>
          </ac:spMkLst>
        </pc:spChg>
        <pc:spChg chg="add mod">
          <ac:chgData name="André-Guy Bruneau" userId="c9f3b82d5570fc32" providerId="LiveId" clId="{C4496A7D-9A64-4B82-9835-F710A7718518}" dt="2026-09-30T14:06:21.912" v="1194"/>
          <ac:spMkLst>
            <pc:docMk/>
            <pc:sldMk cId="4046815704" sldId="270"/>
            <ac:spMk id="11" creationId="{8D228455-BA71-414C-ACFB-E4734E66DAB2}"/>
          </ac:spMkLst>
        </pc:spChg>
        <pc:spChg chg="add mod">
          <ac:chgData name="André-Guy Bruneau" userId="c9f3b82d5570fc32" providerId="LiveId" clId="{C4496A7D-9A64-4B82-9835-F710A7718518}" dt="2026-09-30T14:06:21.912" v="1197"/>
          <ac:spMkLst>
            <pc:docMk/>
            <pc:sldMk cId="4046815704" sldId="270"/>
            <ac:spMk id="12" creationId="{B7ABD26C-FC94-4227-9DCB-C27C2EB2540D}"/>
          </ac:spMkLst>
        </pc:spChg>
        <pc:spChg chg="add mod">
          <ac:chgData name="André-Guy Bruneau" userId="c9f3b82d5570fc32" providerId="LiveId" clId="{C4496A7D-9A64-4B82-9835-F710A7718518}" dt="2026-09-30T14:06:21.912" v="1200"/>
          <ac:spMkLst>
            <pc:docMk/>
            <pc:sldMk cId="4046815704" sldId="270"/>
            <ac:spMk id="13" creationId="{2AAA62D9-6BD6-42F7-B33F-E01497D2BEED}"/>
          </ac:spMkLst>
        </pc:spChg>
        <pc:spChg chg="add mod">
          <ac:chgData name="André-Guy Bruneau" userId="c9f3b82d5570fc32" providerId="LiveId" clId="{C4496A7D-9A64-4B82-9835-F710A7718518}" dt="2026-09-30T14:06:21.912" v="1203"/>
          <ac:spMkLst>
            <pc:docMk/>
            <pc:sldMk cId="4046815704" sldId="270"/>
            <ac:spMk id="14" creationId="{1F922D1E-6D85-4B6D-A848-B24849C3D998}"/>
          </ac:spMkLst>
        </pc:spChg>
        <pc:spChg chg="add mod">
          <ac:chgData name="André-Guy Bruneau" userId="c9f3b82d5570fc32" providerId="LiveId" clId="{C4496A7D-9A64-4B82-9835-F710A7718518}" dt="2026-09-30T14:06:21.914" v="1206"/>
          <ac:spMkLst>
            <pc:docMk/>
            <pc:sldMk cId="4046815704" sldId="270"/>
            <ac:spMk id="15" creationId="{6FC99DB5-080D-4208-B8BA-268A523D1922}"/>
          </ac:spMkLst>
        </pc:spChg>
        <pc:spChg chg="add mod">
          <ac:chgData name="André-Guy Bruneau" userId="c9f3b82d5570fc32" providerId="LiveId" clId="{C4496A7D-9A64-4B82-9835-F710A7718518}" dt="2026-09-30T14:06:21.914" v="1209"/>
          <ac:spMkLst>
            <pc:docMk/>
            <pc:sldMk cId="4046815704" sldId="270"/>
            <ac:spMk id="16" creationId="{3159D894-6ED5-4CE2-9F56-9529DD1F9CEE}"/>
          </ac:spMkLst>
        </pc:spChg>
        <pc:spChg chg="add mod">
          <ac:chgData name="André-Guy Bruneau" userId="c9f3b82d5570fc32" providerId="LiveId" clId="{C4496A7D-9A64-4B82-9835-F710A7718518}" dt="2026-09-30T14:06:21.914" v="1212"/>
          <ac:spMkLst>
            <pc:docMk/>
            <pc:sldMk cId="4046815704" sldId="270"/>
            <ac:spMk id="17" creationId="{F4FB8AEE-9815-44E9-B73F-2FB3646FD0EA}"/>
          </ac:spMkLst>
        </pc:spChg>
        <pc:spChg chg="add del mod">
          <ac:chgData name="André-Guy Bruneau" userId="c9f3b82d5570fc32" providerId="LiveId" clId="{C4496A7D-9A64-4B82-9835-F710A7718518}" dt="2026-09-30T14:06:21.910" v="1176"/>
          <ac:spMkLst>
            <pc:docMk/>
            <pc:sldMk cId="4046815704" sldId="270"/>
            <ac:spMk id="18" creationId="{3B4A240F-BD63-4FA6-BCD2-7C24C9FBC394}"/>
          </ac:spMkLst>
        </pc:spChg>
        <pc:spChg chg="add mod">
          <ac:chgData name="André-Guy Bruneau" userId="c9f3b82d5570fc32" providerId="LiveId" clId="{C4496A7D-9A64-4B82-9835-F710A7718518}" dt="2026-09-30T14:08:28.563" v="1710"/>
          <ac:spMkLst>
            <pc:docMk/>
            <pc:sldMk cId="4046815704" sldId="270"/>
            <ac:spMk id="20" creationId="{189EDD8E-C51F-4CAF-BE28-FCEF8E74C7DA}"/>
          </ac:spMkLst>
        </pc:spChg>
        <pc:spChg chg="add mod">
          <ac:chgData name="André-Guy Bruneau" userId="c9f3b82d5570fc32" providerId="LiveId" clId="{C4496A7D-9A64-4B82-9835-F710A7718518}" dt="2026-09-30T14:08:28.563" v="1714"/>
          <ac:spMkLst>
            <pc:docMk/>
            <pc:sldMk cId="4046815704" sldId="270"/>
            <ac:spMk id="21" creationId="{DCF3CB33-D586-4783-BE2D-83A651EAC845}"/>
          </ac:spMkLst>
        </pc:spChg>
        <pc:spChg chg="add mod">
          <ac:chgData name="André-Guy Bruneau" userId="c9f3b82d5570fc32" providerId="LiveId" clId="{C4496A7D-9A64-4B82-9835-F710A7718518}" dt="2026-09-30T14:08:28.565" v="1718"/>
          <ac:spMkLst>
            <pc:docMk/>
            <pc:sldMk cId="4046815704" sldId="270"/>
            <ac:spMk id="22" creationId="{1B978799-DF62-42DD-83D6-5F1B6B54FCEE}"/>
          </ac:spMkLst>
        </pc:spChg>
        <pc:spChg chg="add mod">
          <ac:chgData name="André-Guy Bruneau" userId="c9f3b82d5570fc32" providerId="LiveId" clId="{C4496A7D-9A64-4B82-9835-F710A7718518}" dt="2026-09-30T14:08:28.566" v="1722"/>
          <ac:spMkLst>
            <pc:docMk/>
            <pc:sldMk cId="4046815704" sldId="270"/>
            <ac:spMk id="23" creationId="{49884C10-4B66-4031-908A-AA630B647FC4}"/>
          </ac:spMkLst>
        </pc:spChg>
        <pc:spChg chg="add mod">
          <ac:chgData name="André-Guy Bruneau" userId="c9f3b82d5570fc32" providerId="LiveId" clId="{C4496A7D-9A64-4B82-9835-F710A7718518}" dt="2026-09-30T14:08:28.566" v="1726"/>
          <ac:spMkLst>
            <pc:docMk/>
            <pc:sldMk cId="4046815704" sldId="270"/>
            <ac:spMk id="24" creationId="{FA55E176-8472-4F89-970D-E0E2CA6009CE}"/>
          </ac:spMkLst>
        </pc:spChg>
        <pc:spChg chg="add mod">
          <ac:chgData name="André-Guy Bruneau" userId="c9f3b82d5570fc32" providerId="LiveId" clId="{C4496A7D-9A64-4B82-9835-F710A7718518}" dt="2026-09-30T14:08:28.566" v="1730"/>
          <ac:spMkLst>
            <pc:docMk/>
            <pc:sldMk cId="4046815704" sldId="270"/>
            <ac:spMk id="25" creationId="{BBCCA158-83B4-4A73-B0B8-91C9C28EB775}"/>
          </ac:spMkLst>
        </pc:spChg>
        <pc:spChg chg="add mod">
          <ac:chgData name="André-Guy Bruneau" userId="c9f3b82d5570fc32" providerId="LiveId" clId="{C4496A7D-9A64-4B82-9835-F710A7718518}" dt="2026-09-30T14:08:28.569" v="1734"/>
          <ac:spMkLst>
            <pc:docMk/>
            <pc:sldMk cId="4046815704" sldId="270"/>
            <ac:spMk id="26" creationId="{44BDD9AC-E48D-482A-8FF8-8B96AEE9A7CA}"/>
          </ac:spMkLst>
        </pc:spChg>
        <pc:spChg chg="add mod">
          <ac:chgData name="André-Guy Bruneau" userId="c9f3b82d5570fc32" providerId="LiveId" clId="{C4496A7D-9A64-4B82-9835-F710A7718518}" dt="2026-09-30T14:08:28.570" v="1738"/>
          <ac:spMkLst>
            <pc:docMk/>
            <pc:sldMk cId="4046815704" sldId="270"/>
            <ac:spMk id="27" creationId="{6EAC7F9B-BA10-468B-ABC8-7F78DA3BD2AB}"/>
          </ac:spMkLst>
        </pc:spChg>
        <pc:spChg chg="add mod">
          <ac:chgData name="André-Guy Bruneau" userId="c9f3b82d5570fc32" providerId="LiveId" clId="{C4496A7D-9A64-4B82-9835-F710A7718518}" dt="2026-09-30T14:08:28.570" v="1742"/>
          <ac:spMkLst>
            <pc:docMk/>
            <pc:sldMk cId="4046815704" sldId="270"/>
            <ac:spMk id="28" creationId="{D48E1540-F991-48C8-B137-0E35011E783A}"/>
          </ac:spMkLst>
        </pc:spChg>
        <pc:spChg chg="add mod">
          <ac:chgData name="André-Guy Bruneau" userId="c9f3b82d5570fc32" providerId="LiveId" clId="{C4496A7D-9A64-4B82-9835-F710A7718518}" dt="2026-09-30T14:08:28.572" v="1746"/>
          <ac:spMkLst>
            <pc:docMk/>
            <pc:sldMk cId="4046815704" sldId="270"/>
            <ac:spMk id="29" creationId="{AC1379D2-6B50-48CA-932C-23BA91D0ED48}"/>
          </ac:spMkLst>
        </pc:spChg>
        <pc:spChg chg="add mod">
          <ac:chgData name="André-Guy Bruneau" userId="c9f3b82d5570fc32" providerId="LiveId" clId="{C4496A7D-9A64-4B82-9835-F710A7718518}" dt="2026-09-30T14:08:28.573" v="1750"/>
          <ac:spMkLst>
            <pc:docMk/>
            <pc:sldMk cId="4046815704" sldId="270"/>
            <ac:spMk id="30" creationId="{A2EB0B48-515C-48C4-9951-689B34B4F49A}"/>
          </ac:spMkLst>
        </pc:spChg>
        <pc:spChg chg="add mod">
          <ac:chgData name="André-Guy Bruneau" userId="c9f3b82d5570fc32" providerId="LiveId" clId="{C4496A7D-9A64-4B82-9835-F710A7718518}" dt="2026-09-30T14:08:28.573" v="1754"/>
          <ac:spMkLst>
            <pc:docMk/>
            <pc:sldMk cId="4046815704" sldId="270"/>
            <ac:spMk id="31" creationId="{9A5A479D-3819-4A2A-9CD8-BEE97AF2204F}"/>
          </ac:spMkLst>
        </pc:spChg>
        <pc:spChg chg="add mod">
          <ac:chgData name="André-Guy Bruneau" userId="c9f3b82d5570fc32" providerId="LiveId" clId="{C4496A7D-9A64-4B82-9835-F710A7718518}" dt="2026-09-30T14:08:28.573" v="1758"/>
          <ac:spMkLst>
            <pc:docMk/>
            <pc:sldMk cId="4046815704" sldId="270"/>
            <ac:spMk id="32" creationId="{8A6AD77B-6351-446A-981D-F621A8779D98}"/>
          </ac:spMkLst>
        </pc:spChg>
        <pc:grpChg chg="add del mod">
          <ac:chgData name="André-Guy Bruneau" userId="c9f3b82d5570fc32" providerId="LiveId" clId="{C4496A7D-9A64-4B82-9835-F710A7718518}" dt="2026-09-30T14:08:28.478" v="1483"/>
          <ac:grpSpMkLst>
            <pc:docMk/>
            <pc:sldMk cId="4046815704" sldId="270"/>
            <ac:grpSpMk id="19" creationId="{CBD55AF5-11E0-4B5C-AD09-BAE2D21F2D26}"/>
          </ac:grpSpMkLst>
        </pc:grpChg>
        <pc:grpChg chg="add mod">
          <ac:chgData name="André-Guy Bruneau" userId="c9f3b82d5570fc32" providerId="LiveId" clId="{C4496A7D-9A64-4B82-9835-F710A7718518}" dt="2026-09-30T14:08:28.577" v="1760"/>
          <ac:grpSpMkLst>
            <pc:docMk/>
            <pc:sldMk cId="4046815704" sldId="270"/>
            <ac:grpSpMk id="33" creationId="{4AFA2091-0431-2227-13A2-9D4633B6A5B3}"/>
          </ac:grpSpMkLst>
        </pc:grpChg>
        <pc:picChg chg="add mod">
          <ac:chgData name="André-Guy Bruneau" userId="c9f3b82d5570fc32" providerId="LiveId" clId="{C4496A7D-9A64-4B82-9835-F710A7718518}" dt="2026-09-30T13:55:10.315" v="38" actId="26606"/>
          <ac:picMkLst>
            <pc:docMk/>
            <pc:sldMk cId="4046815704" sldId="270"/>
            <ac:picMk id="3" creationId="{1E90C983-2659-D7A4-AF36-EE9B84C735B9}"/>
          </ac:picMkLst>
        </pc:picChg>
        <pc:picChg chg="del">
          <ac:chgData name="André-Guy Bruneau" userId="c9f3b82d5570fc32" providerId="LiveId" clId="{C4496A7D-9A64-4B82-9835-F710A7718518}" dt="2026-09-30T13:54:49.442" v="36" actId="478"/>
          <ac:picMkLst>
            <pc:docMk/>
            <pc:sldMk cId="4046815704" sldId="270"/>
            <ac:picMk id="7" creationId="{0A7C0489-EB0A-4009-D9A4-DEC8F9C7DFB4}"/>
          </ac:picMkLst>
        </pc:picChg>
      </pc:sldChg>
      <pc:sldChg chg="addSp delSp modSp add mod ord setBg">
        <pc:chgData name="André-Guy Bruneau" userId="c9f3b82d5570fc32" providerId="LiveId" clId="{C4496A7D-9A64-4B82-9835-F710A7718518}" dt="2026-09-30T14:08:28.701" v="2138"/>
        <pc:sldMkLst>
          <pc:docMk/>
          <pc:sldMk cId="3898411873" sldId="271"/>
        </pc:sldMkLst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2" creationId="{4A4F4248-CC3D-3BBA-3890-89474C1DE560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3" creationId="{671107D6-37C7-100F-DA34-AB418915263C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5" creationId="{ED8E6BC7-37D1-5B5D-48EB-357BC740EED2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6" creationId="{C52C1600-A129-76DF-ED4B-178EEC323191}"/>
          </ac:spMkLst>
        </pc:spChg>
        <pc:spChg chg="del">
          <ac:chgData name="André-Guy Bruneau" userId="c9f3b82d5570fc32" providerId="LiveId" clId="{C4496A7D-9A64-4B82-9835-F710A7718518}" dt="2026-09-30T14:07:32.731" v="1473" actId="478"/>
          <ac:spMkLst>
            <pc:docMk/>
            <pc:sldMk cId="3898411873" sldId="271"/>
            <ac:spMk id="8" creationId="{954D6186-632C-6123-5344-FFACE80E2571}"/>
          </ac:spMkLst>
        </pc:spChg>
        <pc:spChg chg="add mod">
          <ac:chgData name="André-Guy Bruneau" userId="c9f3b82d5570fc32" providerId="LiveId" clId="{C4496A7D-9A64-4B82-9835-F710A7718518}" dt="2026-09-30T14:08:28.686" v="2088"/>
          <ac:spMkLst>
            <pc:docMk/>
            <pc:sldMk cId="3898411873" sldId="271"/>
            <ac:spMk id="10" creationId="{38D194F6-6304-4A89-A723-6B74B6747344}"/>
          </ac:spMkLst>
        </pc:spChg>
        <pc:spChg chg="add mod">
          <ac:chgData name="André-Guy Bruneau" userId="c9f3b82d5570fc32" providerId="LiveId" clId="{C4496A7D-9A64-4B82-9835-F710A7718518}" dt="2026-09-30T14:08:28.687" v="2092"/>
          <ac:spMkLst>
            <pc:docMk/>
            <pc:sldMk cId="3898411873" sldId="271"/>
            <ac:spMk id="11" creationId="{8D061991-3F87-4947-BC08-726C84AC9E81}"/>
          </ac:spMkLst>
        </pc:spChg>
        <pc:spChg chg="add mod">
          <ac:chgData name="André-Guy Bruneau" userId="c9f3b82d5570fc32" providerId="LiveId" clId="{C4496A7D-9A64-4B82-9835-F710A7718518}" dt="2026-09-30T14:08:28.687" v="2096"/>
          <ac:spMkLst>
            <pc:docMk/>
            <pc:sldMk cId="3898411873" sldId="271"/>
            <ac:spMk id="12" creationId="{1DEE0619-84B1-4DE8-B386-B00A25421EAC}"/>
          </ac:spMkLst>
        </pc:spChg>
        <pc:spChg chg="add mod">
          <ac:chgData name="André-Guy Bruneau" userId="c9f3b82d5570fc32" providerId="LiveId" clId="{C4496A7D-9A64-4B82-9835-F710A7718518}" dt="2026-09-30T14:08:28.687" v="2100"/>
          <ac:spMkLst>
            <pc:docMk/>
            <pc:sldMk cId="3898411873" sldId="271"/>
            <ac:spMk id="13" creationId="{B5530CA8-9113-4360-B995-D02C91C9DB2E}"/>
          </ac:spMkLst>
        </pc:spChg>
        <pc:spChg chg="add mod">
          <ac:chgData name="André-Guy Bruneau" userId="c9f3b82d5570fc32" providerId="LiveId" clId="{C4496A7D-9A64-4B82-9835-F710A7718518}" dt="2026-09-30T14:08:28.689" v="2104"/>
          <ac:spMkLst>
            <pc:docMk/>
            <pc:sldMk cId="3898411873" sldId="271"/>
            <ac:spMk id="14" creationId="{FBDB58F7-0FA0-44C5-BAB8-D5776154B350}"/>
          </ac:spMkLst>
        </pc:spChg>
        <pc:spChg chg="add mod">
          <ac:chgData name="André-Guy Bruneau" userId="c9f3b82d5570fc32" providerId="LiveId" clId="{C4496A7D-9A64-4B82-9835-F710A7718518}" dt="2026-09-30T14:08:28.690" v="2108"/>
          <ac:spMkLst>
            <pc:docMk/>
            <pc:sldMk cId="3898411873" sldId="271"/>
            <ac:spMk id="15" creationId="{CE224B99-1E51-47CE-9EF3-6CE410659282}"/>
          </ac:spMkLst>
        </pc:spChg>
        <pc:spChg chg="add mod">
          <ac:chgData name="André-Guy Bruneau" userId="c9f3b82d5570fc32" providerId="LiveId" clId="{C4496A7D-9A64-4B82-9835-F710A7718518}" dt="2026-09-30T14:08:28.690" v="2112"/>
          <ac:spMkLst>
            <pc:docMk/>
            <pc:sldMk cId="3898411873" sldId="271"/>
            <ac:spMk id="16" creationId="{8C928F01-C832-4BD9-8019-0DE59223698D}"/>
          </ac:spMkLst>
        </pc:spChg>
        <pc:spChg chg="add mod">
          <ac:chgData name="André-Guy Bruneau" userId="c9f3b82d5570fc32" providerId="LiveId" clId="{C4496A7D-9A64-4B82-9835-F710A7718518}" dt="2026-09-30T14:08:28.692" v="2116"/>
          <ac:spMkLst>
            <pc:docMk/>
            <pc:sldMk cId="3898411873" sldId="271"/>
            <ac:spMk id="17" creationId="{BC8C71CD-695A-4B24-B9EC-37D8CCA25D9C}"/>
          </ac:spMkLst>
        </pc:spChg>
        <pc:spChg chg="add mod">
          <ac:chgData name="André-Guy Bruneau" userId="c9f3b82d5570fc32" providerId="LiveId" clId="{C4496A7D-9A64-4B82-9835-F710A7718518}" dt="2026-09-30T14:08:28.692" v="2120"/>
          <ac:spMkLst>
            <pc:docMk/>
            <pc:sldMk cId="3898411873" sldId="271"/>
            <ac:spMk id="18" creationId="{9FDA5619-1842-4929-B62E-D0D97DBA8E45}"/>
          </ac:spMkLst>
        </pc:spChg>
        <pc:spChg chg="add mod">
          <ac:chgData name="André-Guy Bruneau" userId="c9f3b82d5570fc32" providerId="LiveId" clId="{C4496A7D-9A64-4B82-9835-F710A7718518}" dt="2026-09-30T14:08:28.694" v="2124"/>
          <ac:spMkLst>
            <pc:docMk/>
            <pc:sldMk cId="3898411873" sldId="271"/>
            <ac:spMk id="19" creationId="{CF49229F-4A53-406E-9098-2B365566080E}"/>
          </ac:spMkLst>
        </pc:spChg>
        <pc:spChg chg="add mod">
          <ac:chgData name="André-Guy Bruneau" userId="c9f3b82d5570fc32" providerId="LiveId" clId="{C4496A7D-9A64-4B82-9835-F710A7718518}" dt="2026-09-30T14:08:28.695" v="2128"/>
          <ac:spMkLst>
            <pc:docMk/>
            <pc:sldMk cId="3898411873" sldId="271"/>
            <ac:spMk id="32" creationId="{F6426989-C570-402E-9513-6710DB6C0705}"/>
          </ac:spMkLst>
        </pc:spChg>
        <pc:spChg chg="add mod">
          <ac:chgData name="André-Guy Bruneau" userId="c9f3b82d5570fc32" providerId="LiveId" clId="{C4496A7D-9A64-4B82-9835-F710A7718518}" dt="2026-09-30T14:08:28.695" v="2132"/>
          <ac:spMkLst>
            <pc:docMk/>
            <pc:sldMk cId="3898411873" sldId="271"/>
            <ac:spMk id="34" creationId="{DF4536BC-20F9-4881-A36B-B9918A06A465}"/>
          </ac:spMkLst>
        </pc:spChg>
        <pc:spChg chg="add mod">
          <ac:chgData name="André-Guy Bruneau" userId="c9f3b82d5570fc32" providerId="LiveId" clId="{C4496A7D-9A64-4B82-9835-F710A7718518}" dt="2026-09-30T14:08:28.697" v="2136"/>
          <ac:spMkLst>
            <pc:docMk/>
            <pc:sldMk cId="3898411873" sldId="271"/>
            <ac:spMk id="35" creationId="{52647B9C-2FAC-4354-A5A8-7AC8C23B84CA}"/>
          </ac:spMkLst>
        </pc:spChg>
        <pc:grpChg chg="del">
          <ac:chgData name="André-Guy Bruneau" userId="c9f3b82d5570fc32" providerId="LiveId" clId="{C4496A7D-9A64-4B82-9835-F710A7718518}" dt="2026-09-30T14:07:32.731" v="1473" actId="478"/>
          <ac:grpSpMkLst>
            <pc:docMk/>
            <pc:sldMk cId="3898411873" sldId="271"/>
            <ac:grpSpMk id="33" creationId="{5BB157F6-8A9F-3F71-1F9E-6B517E35DF95}"/>
          </ac:grpSpMkLst>
        </pc:grpChg>
        <pc:grpChg chg="add mod">
          <ac:chgData name="André-Guy Bruneau" userId="c9f3b82d5570fc32" providerId="LiveId" clId="{C4496A7D-9A64-4B82-9835-F710A7718518}" dt="2026-09-30T14:08:28.701" v="2138"/>
          <ac:grpSpMkLst>
            <pc:docMk/>
            <pc:sldMk cId="3898411873" sldId="271"/>
            <ac:grpSpMk id="36" creationId="{2B911351-189D-A7A2-8AA8-FB95B4755D07}"/>
          </ac:grpSpMkLst>
        </pc:grpChg>
        <pc:picChg chg="add mod">
          <ac:chgData name="André-Guy Bruneau" userId="c9f3b82d5570fc32" providerId="LiveId" clId="{C4496A7D-9A64-4B82-9835-F710A7718518}" dt="2026-09-30T14:07:48.893" v="1478" actId="14100"/>
          <ac:picMkLst>
            <pc:docMk/>
            <pc:sldMk cId="3898411873" sldId="271"/>
            <ac:picMk id="9" creationId="{D8E4BEF1-7A4E-DB88-8210-811468065523}"/>
          </ac:picMkLst>
        </pc:picChg>
        <pc:picChg chg="del">
          <ac:chgData name="André-Guy Bruneau" userId="c9f3b82d5570fc32" providerId="LiveId" clId="{C4496A7D-9A64-4B82-9835-F710A7718518}" dt="2026-09-30T14:07:32.731" v="1473" actId="478"/>
          <ac:picMkLst>
            <pc:docMk/>
            <pc:sldMk cId="3898411873" sldId="271"/>
            <ac:picMk id="21" creationId="{2FDF06FA-FE32-4DBA-3FED-33CAE255E5B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404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Lectures recommandées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Stephen Yuille, Le sentier de la vie. La richesse du Psaume 119 (Europresse);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John Owen, Communion with God (Puritan Paperbacks, abrégé par R. J. K. Law).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9BFF-66D0-1C28-0E9D-B29B97AFA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54F25-451A-6F2E-CA28-527C558E1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CEAE-89A8-3E48-B0D6-DE4266556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126F-A611-1F62-2E31-3E2B6966C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17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0C5F7-6A4A-CABE-E1C8-DCD24FB71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9DE4E-8E3C-A0B5-1990-3C3247B46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FE233-3BD1-20FE-BBD1-0AA59AE2D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C03E9-9754-8A46-573B-22345995AE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100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705" cy="1422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9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75E40B8C-B756-5ADD-C690-394FCD70A715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3" name="Progression 1">
              <a:extLst>
                <a:ext uri="{FF2B5EF4-FFF2-40B4-BE49-F238E27FC236}">
                  <a16:creationId xmlns:a16="http://schemas.microsoft.com/office/drawing/2014/main" id="{573C9D7C-2C0C-4380-9C73-156D4BCB1AEA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2">
              <a:extLst>
                <a:ext uri="{FF2B5EF4-FFF2-40B4-BE49-F238E27FC236}">
                  <a16:creationId xmlns:a16="http://schemas.microsoft.com/office/drawing/2014/main" id="{B5F14220-C41D-4126-8686-121F56D3FA4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3">
              <a:extLst>
                <a:ext uri="{FF2B5EF4-FFF2-40B4-BE49-F238E27FC236}">
                  <a16:creationId xmlns:a16="http://schemas.microsoft.com/office/drawing/2014/main" id="{E1E72C7D-CCA3-4C7C-B70C-FA541416E9B9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4">
              <a:extLst>
                <a:ext uri="{FF2B5EF4-FFF2-40B4-BE49-F238E27FC236}">
                  <a16:creationId xmlns:a16="http://schemas.microsoft.com/office/drawing/2014/main" id="{F34C3F87-E766-4144-9C63-CAA4250396D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5">
              <a:extLst>
                <a:ext uri="{FF2B5EF4-FFF2-40B4-BE49-F238E27FC236}">
                  <a16:creationId xmlns:a16="http://schemas.microsoft.com/office/drawing/2014/main" id="{59E26637-C39A-4967-B051-4B28BE10D82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6">
              <a:extLst>
                <a:ext uri="{FF2B5EF4-FFF2-40B4-BE49-F238E27FC236}">
                  <a16:creationId xmlns:a16="http://schemas.microsoft.com/office/drawing/2014/main" id="{5C4B7743-0655-43D9-A0C3-4AAB2E32503A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7">
              <a:extLst>
                <a:ext uri="{FF2B5EF4-FFF2-40B4-BE49-F238E27FC236}">
                  <a16:creationId xmlns:a16="http://schemas.microsoft.com/office/drawing/2014/main" id="{B3927525-D0D6-41ED-8865-8BBFA0488BD1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8">
              <a:extLst>
                <a:ext uri="{FF2B5EF4-FFF2-40B4-BE49-F238E27FC236}">
                  <a16:creationId xmlns:a16="http://schemas.microsoft.com/office/drawing/2014/main" id="{98790F2C-4353-42C2-9909-9129E8CBFEE3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9">
              <a:extLst>
                <a:ext uri="{FF2B5EF4-FFF2-40B4-BE49-F238E27FC236}">
                  <a16:creationId xmlns:a16="http://schemas.microsoft.com/office/drawing/2014/main" id="{864BFC9B-580E-48A6-847B-7E98E393FE00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10">
              <a:extLst>
                <a:ext uri="{FF2B5EF4-FFF2-40B4-BE49-F238E27FC236}">
                  <a16:creationId xmlns:a16="http://schemas.microsoft.com/office/drawing/2014/main" id="{DAEAD271-E2AC-4B4F-84A9-FD420AA57D2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11">
              <a:extLst>
                <a:ext uri="{FF2B5EF4-FFF2-40B4-BE49-F238E27FC236}">
                  <a16:creationId xmlns:a16="http://schemas.microsoft.com/office/drawing/2014/main" id="{3ECBFBD9-74F3-419C-9380-35E719806FCD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12">
              <a:extLst>
                <a:ext uri="{FF2B5EF4-FFF2-40B4-BE49-F238E27FC236}">
                  <a16:creationId xmlns:a16="http://schemas.microsoft.com/office/drawing/2014/main" id="{7919A8C2-5A9D-483D-84F8-33B8ABD7871B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3">
              <a:extLst>
                <a:ext uri="{FF2B5EF4-FFF2-40B4-BE49-F238E27FC236}">
                  <a16:creationId xmlns:a16="http://schemas.microsoft.com/office/drawing/2014/main" id="{137AE50B-5DAE-4AB2-B92B-9CA07FAC023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728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2" name="Couverture du livre" descr="Couverture du livre « Le sentier de la vie – La richesse du Psaume 119 », de Stephen Yuille (Europress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070" y="2374265"/>
            <a:ext cx="1741170" cy="2785872"/>
          </a:xfrm>
          <a:prstGeom prst="rect">
            <a:avLst/>
          </a:prstGeom>
        </p:spPr>
      </p:pic>
      <p:pic>
        <p:nvPicPr>
          <p:cNvPr id="34" name="Couverture du livre (Owen)" descr="Couverture du livre « Communion with God », de John Owen (Puritan Paperbac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499" y="2419223"/>
            <a:ext cx="1847977" cy="2785872"/>
          </a:xfrm>
          <a:prstGeom prst="rect">
            <a:avLst/>
          </a:prstGeom>
        </p:spPr>
      </p:pic>
      <p:grpSp>
        <p:nvGrpSpPr>
          <p:cNvPr id="62" name="Barre de progression">
            <a:extLst>
              <a:ext uri="{FF2B5EF4-FFF2-40B4-BE49-F238E27FC236}">
                <a16:creationId xmlns:a16="http://schemas.microsoft.com/office/drawing/2014/main" id="{C2B55EA9-6EB4-3CD4-D79F-7E36B5A900E8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9" name="Progression 1">
              <a:extLst>
                <a:ext uri="{FF2B5EF4-FFF2-40B4-BE49-F238E27FC236}">
                  <a16:creationId xmlns:a16="http://schemas.microsoft.com/office/drawing/2014/main" id="{746442AE-29CA-4173-B5EF-4FE79002D5AC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2">
              <a:extLst>
                <a:ext uri="{FF2B5EF4-FFF2-40B4-BE49-F238E27FC236}">
                  <a16:creationId xmlns:a16="http://schemas.microsoft.com/office/drawing/2014/main" id="{ADA5FAEA-B0BF-4006-A47B-96209B6B3E2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3">
              <a:extLst>
                <a:ext uri="{FF2B5EF4-FFF2-40B4-BE49-F238E27FC236}">
                  <a16:creationId xmlns:a16="http://schemas.microsoft.com/office/drawing/2014/main" id="{5B0B44DA-42AA-4000-9AF0-A0E95196B2B3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4">
              <a:extLst>
                <a:ext uri="{FF2B5EF4-FFF2-40B4-BE49-F238E27FC236}">
                  <a16:creationId xmlns:a16="http://schemas.microsoft.com/office/drawing/2014/main" id="{E2C09C9B-4FDC-4D37-9FB2-DFBB634DFE3D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5">
              <a:extLst>
                <a:ext uri="{FF2B5EF4-FFF2-40B4-BE49-F238E27FC236}">
                  <a16:creationId xmlns:a16="http://schemas.microsoft.com/office/drawing/2014/main" id="{8477239D-0069-4C3F-A705-794EC2C1EBEB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6">
              <a:extLst>
                <a:ext uri="{FF2B5EF4-FFF2-40B4-BE49-F238E27FC236}">
                  <a16:creationId xmlns:a16="http://schemas.microsoft.com/office/drawing/2014/main" id="{9CB15FF7-3D5C-4E9A-9D52-6AF6EF6D07E3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7">
              <a:extLst>
                <a:ext uri="{FF2B5EF4-FFF2-40B4-BE49-F238E27FC236}">
                  <a16:creationId xmlns:a16="http://schemas.microsoft.com/office/drawing/2014/main" id="{523F01ED-8C0A-4C7E-9D81-18BE864FE8E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8">
              <a:extLst>
                <a:ext uri="{FF2B5EF4-FFF2-40B4-BE49-F238E27FC236}">
                  <a16:creationId xmlns:a16="http://schemas.microsoft.com/office/drawing/2014/main" id="{EDA3336B-46A8-49C9-A450-6FCE6F24A48C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9">
              <a:extLst>
                <a:ext uri="{FF2B5EF4-FFF2-40B4-BE49-F238E27FC236}">
                  <a16:creationId xmlns:a16="http://schemas.microsoft.com/office/drawing/2014/main" id="{149F7F01-3F17-49E5-A1E6-375CCA290A6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10">
              <a:extLst>
                <a:ext uri="{FF2B5EF4-FFF2-40B4-BE49-F238E27FC236}">
                  <a16:creationId xmlns:a16="http://schemas.microsoft.com/office/drawing/2014/main" id="{F9ABDB27-67ED-420F-A7F4-F09FCA0623B9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11">
              <a:extLst>
                <a:ext uri="{FF2B5EF4-FFF2-40B4-BE49-F238E27FC236}">
                  <a16:creationId xmlns:a16="http://schemas.microsoft.com/office/drawing/2014/main" id="{054247D6-AA19-4441-B018-582C718DB68F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12">
              <a:extLst>
                <a:ext uri="{FF2B5EF4-FFF2-40B4-BE49-F238E27FC236}">
                  <a16:creationId xmlns:a16="http://schemas.microsoft.com/office/drawing/2014/main" id="{96F85A61-06C2-4B34-BFCA-5D72A4A159BD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13">
              <a:extLst>
                <a:ext uri="{FF2B5EF4-FFF2-40B4-BE49-F238E27FC236}">
                  <a16:creationId xmlns:a16="http://schemas.microsoft.com/office/drawing/2014/main" id="{8B492EF5-EFF9-45F7-B16F-3A4D1CBEF04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/ eikôn</a:t>
            </a: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964" name="Barre de progression">
            <a:extLst>
              <a:ext uri="{FF2B5EF4-FFF2-40B4-BE49-F238E27FC236}">
                <a16:creationId xmlns:a16="http://schemas.microsoft.com/office/drawing/2014/main" id="{6016EA9A-74FB-C045-9662-156E96AA1E0C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5" name="Progression 1">
              <a:extLst>
                <a:ext uri="{FF2B5EF4-FFF2-40B4-BE49-F238E27FC236}">
                  <a16:creationId xmlns:a16="http://schemas.microsoft.com/office/drawing/2014/main" id="{B39D3C88-CF7E-4242-87AF-0BE5AA9E2882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2">
              <a:extLst>
                <a:ext uri="{FF2B5EF4-FFF2-40B4-BE49-F238E27FC236}">
                  <a16:creationId xmlns:a16="http://schemas.microsoft.com/office/drawing/2014/main" id="{C3A1AA37-4F34-4518-9CDF-DA130959A3E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3">
              <a:extLst>
                <a:ext uri="{FF2B5EF4-FFF2-40B4-BE49-F238E27FC236}">
                  <a16:creationId xmlns:a16="http://schemas.microsoft.com/office/drawing/2014/main" id="{F8253D4C-0B2F-45A9-B19E-D449DEF13A61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4">
              <a:extLst>
                <a:ext uri="{FF2B5EF4-FFF2-40B4-BE49-F238E27FC236}">
                  <a16:creationId xmlns:a16="http://schemas.microsoft.com/office/drawing/2014/main" id="{EF111CAE-97A7-43CA-BA85-1455F2F8B113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5">
              <a:extLst>
                <a:ext uri="{FF2B5EF4-FFF2-40B4-BE49-F238E27FC236}">
                  <a16:creationId xmlns:a16="http://schemas.microsoft.com/office/drawing/2014/main" id="{05F01748-F3A3-4ED9-BA62-A9E8C73DCD96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6">
              <a:extLst>
                <a:ext uri="{FF2B5EF4-FFF2-40B4-BE49-F238E27FC236}">
                  <a16:creationId xmlns:a16="http://schemas.microsoft.com/office/drawing/2014/main" id="{27F5E5D9-1EA2-417C-BEA6-941DADC843FC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7">
              <a:extLst>
                <a:ext uri="{FF2B5EF4-FFF2-40B4-BE49-F238E27FC236}">
                  <a16:creationId xmlns:a16="http://schemas.microsoft.com/office/drawing/2014/main" id="{130B5126-E04D-4881-A9C9-8FE6B92E405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8">
              <a:extLst>
                <a:ext uri="{FF2B5EF4-FFF2-40B4-BE49-F238E27FC236}">
                  <a16:creationId xmlns:a16="http://schemas.microsoft.com/office/drawing/2014/main" id="{2954F56B-9F23-407E-94B9-2BE42CE7C408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9">
              <a:extLst>
                <a:ext uri="{FF2B5EF4-FFF2-40B4-BE49-F238E27FC236}">
                  <a16:creationId xmlns:a16="http://schemas.microsoft.com/office/drawing/2014/main" id="{64C066B6-BCF5-40DB-B8CC-483D0B6F672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0">
              <a:extLst>
                <a:ext uri="{FF2B5EF4-FFF2-40B4-BE49-F238E27FC236}">
                  <a16:creationId xmlns:a16="http://schemas.microsoft.com/office/drawing/2014/main" id="{E9949BBC-29CF-4BAA-BC65-75D8722DFD3D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1">
              <a:extLst>
                <a:ext uri="{FF2B5EF4-FFF2-40B4-BE49-F238E27FC236}">
                  <a16:creationId xmlns:a16="http://schemas.microsoft.com/office/drawing/2014/main" id="{8325456E-638E-45F9-8DFE-5256A5DFFCFC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2">
              <a:extLst>
                <a:ext uri="{FF2B5EF4-FFF2-40B4-BE49-F238E27FC236}">
                  <a16:creationId xmlns:a16="http://schemas.microsoft.com/office/drawing/2014/main" id="{C9091CFA-8047-4A33-9DE3-DC12428A056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13">
              <a:extLst>
                <a:ext uri="{FF2B5EF4-FFF2-40B4-BE49-F238E27FC236}">
                  <a16:creationId xmlns:a16="http://schemas.microsoft.com/office/drawing/2014/main" id="{33E981AD-0074-4411-9FCB-3ADCA67C0E0A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0583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 : 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altLang="en-US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5" name="Image 0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8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1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5" name="Image 2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29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0" name="Image 3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2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5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6" name="Image 5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1004" name="Schéma Trinité"/>
          <p:cNvGrpSpPr/>
          <p:nvPr/>
        </p:nvGrpSpPr>
        <p:grpSpPr>
          <a:xfrm>
            <a:off x="97155" y="1595120"/>
            <a:ext cx="4475988" cy="4027805"/>
            <a:chOff x="97155" y="1595120"/>
            <a:chExt cx="4475988" cy="4027805"/>
          </a:xfrm>
        </p:grpSpPr>
        <p:pic>
          <p:nvPicPr>
            <p:cNvPr id="49" name="Trinité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55" y="1595120"/>
              <a:ext cx="4475988" cy="4027805"/>
            </a:xfrm>
            <a:prstGeom prst="rect">
              <a:avLst/>
            </a:prstGeom>
          </p:spPr>
        </p:pic>
        <p:sp>
          <p:nvSpPr>
            <p:cNvPr id="50" name="Légende : Périchorèse"/>
            <p:cNvSpPr txBox="1"/>
            <p:nvPr/>
          </p:nvSpPr>
          <p:spPr>
            <a:xfrm>
              <a:off x="972312" y="4995799"/>
              <a:ext cx="2632202" cy="485648"/>
            </a:xfrm>
            <a:prstGeom prst="rect">
              <a:avLst/>
            </a:prstGeom>
            <a:noFill/>
            <a:ln/>
          </p:spPr>
          <p:txBody>
            <a:bodyPr wrap="none" rtlCol="0" anchor="ctr"/>
            <a:lstStyle/>
            <a:p>
              <a:pPr marL="0" indent="0" algn="ctr">
                <a:buNone/>
              </a:pPr>
              <a:r>
                <a:rPr lang="fr-CA" altLang="en-US" sz="2400" b="1" i="1" dirty="0">
                  <a:solidFill>
                    <a:srgbClr val="E874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Périchorèse</a:t>
              </a:r>
              <a:endParaRPr lang="fr-CA" sz="2400" dirty="0"/>
            </a:p>
          </p:txBody>
        </p:sp>
      </p:grpSp>
      <p:sp>
        <p:nvSpPr>
          <p:cNvPr id="51" name="Légende : Relation Divine"/>
          <p:cNvSpPr txBox="1"/>
          <p:nvPr/>
        </p:nvSpPr>
        <p:spPr>
          <a:xfrm>
            <a:off x="1013206" y="1691259"/>
            <a:ext cx="2632202" cy="4856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fr-CA" altLang="en-US" sz="24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 Divine</a:t>
            </a:r>
            <a:endParaRPr lang="fr-CA" sz="2400" dirty="0"/>
          </a:p>
        </p:txBody>
      </p:sp>
      <p:grpSp>
        <p:nvGrpSpPr>
          <p:cNvPr id="975" name="Barre de progression">
            <a:extLst>
              <a:ext uri="{FF2B5EF4-FFF2-40B4-BE49-F238E27FC236}">
                <a16:creationId xmlns:a16="http://schemas.microsoft.com/office/drawing/2014/main" id="{6A5C0F94-EF4F-8A2F-7526-A59A8FDE7AEC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962" name="Progression 1">
              <a:extLst>
                <a:ext uri="{FF2B5EF4-FFF2-40B4-BE49-F238E27FC236}">
                  <a16:creationId xmlns:a16="http://schemas.microsoft.com/office/drawing/2014/main" id="{C57DED89-8455-4DDF-ABBB-B610F14973F0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2">
              <a:extLst>
                <a:ext uri="{FF2B5EF4-FFF2-40B4-BE49-F238E27FC236}">
                  <a16:creationId xmlns:a16="http://schemas.microsoft.com/office/drawing/2014/main" id="{D3A4EB77-49FB-444D-9727-6C84C4733124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4" name="Progression 3">
              <a:extLst>
                <a:ext uri="{FF2B5EF4-FFF2-40B4-BE49-F238E27FC236}">
                  <a16:creationId xmlns:a16="http://schemas.microsoft.com/office/drawing/2014/main" id="{5444AFD9-245A-405E-8632-760CFBAC244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5" name="Progression 4">
              <a:extLst>
                <a:ext uri="{FF2B5EF4-FFF2-40B4-BE49-F238E27FC236}">
                  <a16:creationId xmlns:a16="http://schemas.microsoft.com/office/drawing/2014/main" id="{3CC44B34-BE43-441D-8E89-70B36A3B51B8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6" name="Progression 5">
              <a:extLst>
                <a:ext uri="{FF2B5EF4-FFF2-40B4-BE49-F238E27FC236}">
                  <a16:creationId xmlns:a16="http://schemas.microsoft.com/office/drawing/2014/main" id="{A9EDFC63-E1D5-49FB-8C79-DC7B276D2213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7" name="Progression 6">
              <a:extLst>
                <a:ext uri="{FF2B5EF4-FFF2-40B4-BE49-F238E27FC236}">
                  <a16:creationId xmlns:a16="http://schemas.microsoft.com/office/drawing/2014/main" id="{7A4400A9-BEBD-4E24-84BC-70BD1E03764A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8" name="Progression 7">
              <a:extLst>
                <a:ext uri="{FF2B5EF4-FFF2-40B4-BE49-F238E27FC236}">
                  <a16:creationId xmlns:a16="http://schemas.microsoft.com/office/drawing/2014/main" id="{51DAC5B8-3EF9-4473-AE41-6BEAF8C84215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9" name="Progression 8">
              <a:extLst>
                <a:ext uri="{FF2B5EF4-FFF2-40B4-BE49-F238E27FC236}">
                  <a16:creationId xmlns:a16="http://schemas.microsoft.com/office/drawing/2014/main" id="{6027BC41-4A45-4C5A-90B2-3CF52D1943C1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0" name="Progression 9">
              <a:extLst>
                <a:ext uri="{FF2B5EF4-FFF2-40B4-BE49-F238E27FC236}">
                  <a16:creationId xmlns:a16="http://schemas.microsoft.com/office/drawing/2014/main" id="{0E80C967-74EA-4035-8D28-CDEE6D4518F7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1" name="Progression 10">
              <a:extLst>
                <a:ext uri="{FF2B5EF4-FFF2-40B4-BE49-F238E27FC236}">
                  <a16:creationId xmlns:a16="http://schemas.microsoft.com/office/drawing/2014/main" id="{E011A900-B3FA-406E-9A45-8434F746842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2" name="Progression 11">
              <a:extLst>
                <a:ext uri="{FF2B5EF4-FFF2-40B4-BE49-F238E27FC236}">
                  <a16:creationId xmlns:a16="http://schemas.microsoft.com/office/drawing/2014/main" id="{D943F222-2FA5-4A71-BBD7-DD857D1B4213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3" name="Progression 12">
              <a:extLst>
                <a:ext uri="{FF2B5EF4-FFF2-40B4-BE49-F238E27FC236}">
                  <a16:creationId xmlns:a16="http://schemas.microsoft.com/office/drawing/2014/main" id="{EA3620E7-887C-433B-B13B-A8739272E234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74" name="Progression 13">
              <a:extLst>
                <a:ext uri="{FF2B5EF4-FFF2-40B4-BE49-F238E27FC236}">
                  <a16:creationId xmlns:a16="http://schemas.microsoft.com/office/drawing/2014/main" id="{2F938F47-883C-46D6-B3C9-E27267D65F51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EC415-4AA1-5BF9-C071-5101C9E2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E90C983-2659-D7A4-AF36-EE9B84C73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2" r="9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16BB327-7AA9-4EC5-815F-9D8E6BC5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4AFA2091-0431-2227-13A2-9D4633B6A5B3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20" name="Progression 1">
              <a:extLst>
                <a:ext uri="{FF2B5EF4-FFF2-40B4-BE49-F238E27FC236}">
                  <a16:creationId xmlns:a16="http://schemas.microsoft.com/office/drawing/2014/main" id="{189EDD8E-C51F-4CAF-BE28-FCEF8E74C7DA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1" name="Progression 2">
              <a:extLst>
                <a:ext uri="{FF2B5EF4-FFF2-40B4-BE49-F238E27FC236}">
                  <a16:creationId xmlns:a16="http://schemas.microsoft.com/office/drawing/2014/main" id="{DCF3CB33-D586-4783-BE2D-83A651EAC84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2" name="Progression 3">
              <a:extLst>
                <a:ext uri="{FF2B5EF4-FFF2-40B4-BE49-F238E27FC236}">
                  <a16:creationId xmlns:a16="http://schemas.microsoft.com/office/drawing/2014/main" id="{1B978799-DF62-42DD-83D6-5F1B6B54FCE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4">
              <a:extLst>
                <a:ext uri="{FF2B5EF4-FFF2-40B4-BE49-F238E27FC236}">
                  <a16:creationId xmlns:a16="http://schemas.microsoft.com/office/drawing/2014/main" id="{49884C10-4B66-4031-908A-AA630B647FC4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4" name="Progression 5">
              <a:extLst>
                <a:ext uri="{FF2B5EF4-FFF2-40B4-BE49-F238E27FC236}">
                  <a16:creationId xmlns:a16="http://schemas.microsoft.com/office/drawing/2014/main" id="{FA55E176-8472-4F89-970D-E0E2CA6009CE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6">
              <a:extLst>
                <a:ext uri="{FF2B5EF4-FFF2-40B4-BE49-F238E27FC236}">
                  <a16:creationId xmlns:a16="http://schemas.microsoft.com/office/drawing/2014/main" id="{BBCCA158-83B4-4A73-B0B8-91C9C28EB77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7">
              <a:extLst>
                <a:ext uri="{FF2B5EF4-FFF2-40B4-BE49-F238E27FC236}">
                  <a16:creationId xmlns:a16="http://schemas.microsoft.com/office/drawing/2014/main" id="{44BDD9AC-E48D-482A-8FF8-8B96AEE9A7CA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8">
              <a:extLst>
                <a:ext uri="{FF2B5EF4-FFF2-40B4-BE49-F238E27FC236}">
                  <a16:creationId xmlns:a16="http://schemas.microsoft.com/office/drawing/2014/main" id="{6EAC7F9B-BA10-468B-ABC8-7F78DA3BD2AB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9">
              <a:extLst>
                <a:ext uri="{FF2B5EF4-FFF2-40B4-BE49-F238E27FC236}">
                  <a16:creationId xmlns:a16="http://schemas.microsoft.com/office/drawing/2014/main" id="{D48E1540-F991-48C8-B137-0E35011E783A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10">
              <a:extLst>
                <a:ext uri="{FF2B5EF4-FFF2-40B4-BE49-F238E27FC236}">
                  <a16:creationId xmlns:a16="http://schemas.microsoft.com/office/drawing/2014/main" id="{AC1379D2-6B50-48CA-932C-23BA91D0ED48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11">
              <a:extLst>
                <a:ext uri="{FF2B5EF4-FFF2-40B4-BE49-F238E27FC236}">
                  <a16:creationId xmlns:a16="http://schemas.microsoft.com/office/drawing/2014/main" id="{A2EB0B48-515C-48C4-9951-689B34B4F49A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12">
              <a:extLst>
                <a:ext uri="{FF2B5EF4-FFF2-40B4-BE49-F238E27FC236}">
                  <a16:creationId xmlns:a16="http://schemas.microsoft.com/office/drawing/2014/main" id="{9A5A479D-3819-4A2A-9CD8-BEE97AF2204F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3">
              <a:extLst>
                <a:ext uri="{FF2B5EF4-FFF2-40B4-BE49-F238E27FC236}">
                  <a16:creationId xmlns:a16="http://schemas.microsoft.com/office/drawing/2014/main" id="{8A6AD77B-6351-446A-981D-F621A8779D98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46815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63" name="Barre de progression">
            <a:extLst>
              <a:ext uri="{FF2B5EF4-FFF2-40B4-BE49-F238E27FC236}">
                <a16:creationId xmlns:a16="http://schemas.microsoft.com/office/drawing/2014/main" id="{0316C2A0-84AA-9627-B6B1-DD9154681F27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0" name="Progression 1">
              <a:extLst>
                <a:ext uri="{FF2B5EF4-FFF2-40B4-BE49-F238E27FC236}">
                  <a16:creationId xmlns:a16="http://schemas.microsoft.com/office/drawing/2014/main" id="{DE7C969D-EE73-4098-9311-FC2B9C76B056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2">
              <a:extLst>
                <a:ext uri="{FF2B5EF4-FFF2-40B4-BE49-F238E27FC236}">
                  <a16:creationId xmlns:a16="http://schemas.microsoft.com/office/drawing/2014/main" id="{A01E9518-E359-4689-994C-CAC06754825C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3">
              <a:extLst>
                <a:ext uri="{FF2B5EF4-FFF2-40B4-BE49-F238E27FC236}">
                  <a16:creationId xmlns:a16="http://schemas.microsoft.com/office/drawing/2014/main" id="{54850CFE-98DA-4AA0-B47C-34CA3A53D77E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4">
              <a:extLst>
                <a:ext uri="{FF2B5EF4-FFF2-40B4-BE49-F238E27FC236}">
                  <a16:creationId xmlns:a16="http://schemas.microsoft.com/office/drawing/2014/main" id="{E48AAF01-48B0-4809-8540-0D227786B4E0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5">
              <a:extLst>
                <a:ext uri="{FF2B5EF4-FFF2-40B4-BE49-F238E27FC236}">
                  <a16:creationId xmlns:a16="http://schemas.microsoft.com/office/drawing/2014/main" id="{65FC6024-8873-40F1-A651-EDDB491119C5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6">
              <a:extLst>
                <a:ext uri="{FF2B5EF4-FFF2-40B4-BE49-F238E27FC236}">
                  <a16:creationId xmlns:a16="http://schemas.microsoft.com/office/drawing/2014/main" id="{3D9A68EF-3CA7-4772-8A94-A175640D6EC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7">
              <a:extLst>
                <a:ext uri="{FF2B5EF4-FFF2-40B4-BE49-F238E27FC236}">
                  <a16:creationId xmlns:a16="http://schemas.microsoft.com/office/drawing/2014/main" id="{90DA562C-3CD1-4F1E-BC82-6D3AC21232BE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8">
              <a:extLst>
                <a:ext uri="{FF2B5EF4-FFF2-40B4-BE49-F238E27FC236}">
                  <a16:creationId xmlns:a16="http://schemas.microsoft.com/office/drawing/2014/main" id="{F71A710D-F0AB-4BE9-B5C2-B4B3B3ABC72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9">
              <a:extLst>
                <a:ext uri="{FF2B5EF4-FFF2-40B4-BE49-F238E27FC236}">
                  <a16:creationId xmlns:a16="http://schemas.microsoft.com/office/drawing/2014/main" id="{8CFA392D-EF92-4E56-B2D5-4FE618E4D55F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10">
              <a:extLst>
                <a:ext uri="{FF2B5EF4-FFF2-40B4-BE49-F238E27FC236}">
                  <a16:creationId xmlns:a16="http://schemas.microsoft.com/office/drawing/2014/main" id="{707152D3-FFAB-48AC-A0E0-18C365597A3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11">
              <a:extLst>
                <a:ext uri="{FF2B5EF4-FFF2-40B4-BE49-F238E27FC236}">
                  <a16:creationId xmlns:a16="http://schemas.microsoft.com/office/drawing/2014/main" id="{59552BE6-95C0-41DD-B959-B85B93072B2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12">
              <a:extLst>
                <a:ext uri="{FF2B5EF4-FFF2-40B4-BE49-F238E27FC236}">
                  <a16:creationId xmlns:a16="http://schemas.microsoft.com/office/drawing/2014/main" id="{CE921C86-69C0-4760-B7F8-08EA9A684D51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3">
              <a:extLst>
                <a:ext uri="{FF2B5EF4-FFF2-40B4-BE49-F238E27FC236}">
                  <a16:creationId xmlns:a16="http://schemas.microsoft.com/office/drawing/2014/main" id="{895CF82F-1DA7-4406-BF86-046FC6611D3E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5897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395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749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247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601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099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453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951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305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803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963" name="Barre de progression">
            <a:extLst>
              <a:ext uri="{FF2B5EF4-FFF2-40B4-BE49-F238E27FC236}">
                <a16:creationId xmlns:a16="http://schemas.microsoft.com/office/drawing/2014/main" id="{A9A9B188-582D-DEA7-B42D-DE3EE1A5B564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4" name="Progression 1">
              <a:extLst>
                <a:ext uri="{FF2B5EF4-FFF2-40B4-BE49-F238E27FC236}">
                  <a16:creationId xmlns:a16="http://schemas.microsoft.com/office/drawing/2014/main" id="{2C5DAA98-9850-47FD-A170-7DEBEC4E8C10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2">
              <a:extLst>
                <a:ext uri="{FF2B5EF4-FFF2-40B4-BE49-F238E27FC236}">
                  <a16:creationId xmlns:a16="http://schemas.microsoft.com/office/drawing/2014/main" id="{20142827-96A3-4F38-BF96-9FE028BA6D8C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3">
              <a:extLst>
                <a:ext uri="{FF2B5EF4-FFF2-40B4-BE49-F238E27FC236}">
                  <a16:creationId xmlns:a16="http://schemas.microsoft.com/office/drawing/2014/main" id="{8418B891-ABC8-4D49-9834-7354676765D5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4">
              <a:extLst>
                <a:ext uri="{FF2B5EF4-FFF2-40B4-BE49-F238E27FC236}">
                  <a16:creationId xmlns:a16="http://schemas.microsoft.com/office/drawing/2014/main" id="{0C7C8CDD-CD54-42A5-83F2-AD259BC8DEA1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5">
              <a:extLst>
                <a:ext uri="{FF2B5EF4-FFF2-40B4-BE49-F238E27FC236}">
                  <a16:creationId xmlns:a16="http://schemas.microsoft.com/office/drawing/2014/main" id="{8804C520-C634-42F6-83E7-D91D3C4D176C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6">
              <a:extLst>
                <a:ext uri="{FF2B5EF4-FFF2-40B4-BE49-F238E27FC236}">
                  <a16:creationId xmlns:a16="http://schemas.microsoft.com/office/drawing/2014/main" id="{56866141-41E1-4AD9-A62E-2FA96C720A75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7">
              <a:extLst>
                <a:ext uri="{FF2B5EF4-FFF2-40B4-BE49-F238E27FC236}">
                  <a16:creationId xmlns:a16="http://schemas.microsoft.com/office/drawing/2014/main" id="{89BB7541-CA07-4B2E-BCCA-E674396A45F2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8">
              <a:extLst>
                <a:ext uri="{FF2B5EF4-FFF2-40B4-BE49-F238E27FC236}">
                  <a16:creationId xmlns:a16="http://schemas.microsoft.com/office/drawing/2014/main" id="{A2720B85-CDE6-4D7A-BF47-BE4D0AE2FF3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9">
              <a:extLst>
                <a:ext uri="{FF2B5EF4-FFF2-40B4-BE49-F238E27FC236}">
                  <a16:creationId xmlns:a16="http://schemas.microsoft.com/office/drawing/2014/main" id="{8AE20428-D986-46A3-A305-B4D21D03A85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0">
              <a:extLst>
                <a:ext uri="{FF2B5EF4-FFF2-40B4-BE49-F238E27FC236}">
                  <a16:creationId xmlns:a16="http://schemas.microsoft.com/office/drawing/2014/main" id="{E3C73DB5-0196-4CF9-85A6-2DB6F7058AE6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1">
              <a:extLst>
                <a:ext uri="{FF2B5EF4-FFF2-40B4-BE49-F238E27FC236}">
                  <a16:creationId xmlns:a16="http://schemas.microsoft.com/office/drawing/2014/main" id="{B8967D4D-91FE-4FC7-BFAE-495C9AD217A8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2">
              <a:extLst>
                <a:ext uri="{FF2B5EF4-FFF2-40B4-BE49-F238E27FC236}">
                  <a16:creationId xmlns:a16="http://schemas.microsoft.com/office/drawing/2014/main" id="{605D4B4C-DF9B-4E47-8E45-205231C37F32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3">
              <a:extLst>
                <a:ext uri="{FF2B5EF4-FFF2-40B4-BE49-F238E27FC236}">
                  <a16:creationId xmlns:a16="http://schemas.microsoft.com/office/drawing/2014/main" id="{B2186761-CE35-4646-919E-C83A9A711C6F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497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606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3503981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606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606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585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695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0" y="3503981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695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695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5674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783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169" y="3503981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783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783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497" y="5639105"/>
            <a:ext cx="740389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600" dirty="0"/>
          </a:p>
        </p:txBody>
      </p:sp>
      <p:grpSp>
        <p:nvGrpSpPr>
          <p:cNvPr id="964" name="Barre de progression">
            <a:extLst>
              <a:ext uri="{FF2B5EF4-FFF2-40B4-BE49-F238E27FC236}">
                <a16:creationId xmlns:a16="http://schemas.microsoft.com/office/drawing/2014/main" id="{4D5B4CBF-CE0A-DA0D-57AF-F91303643412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5" name="Progression 1">
              <a:extLst>
                <a:ext uri="{FF2B5EF4-FFF2-40B4-BE49-F238E27FC236}">
                  <a16:creationId xmlns:a16="http://schemas.microsoft.com/office/drawing/2014/main" id="{EB3535EE-52B5-456E-9381-541E0E272707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2">
              <a:extLst>
                <a:ext uri="{FF2B5EF4-FFF2-40B4-BE49-F238E27FC236}">
                  <a16:creationId xmlns:a16="http://schemas.microsoft.com/office/drawing/2014/main" id="{430F6031-5B8E-468C-83B5-0DE6738B9A5D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3">
              <a:extLst>
                <a:ext uri="{FF2B5EF4-FFF2-40B4-BE49-F238E27FC236}">
                  <a16:creationId xmlns:a16="http://schemas.microsoft.com/office/drawing/2014/main" id="{EB0043B4-B7C2-4F88-B218-EFC64834CF98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4">
              <a:extLst>
                <a:ext uri="{FF2B5EF4-FFF2-40B4-BE49-F238E27FC236}">
                  <a16:creationId xmlns:a16="http://schemas.microsoft.com/office/drawing/2014/main" id="{DC5CB293-E996-4A50-B58D-164F8DAE5766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5">
              <a:extLst>
                <a:ext uri="{FF2B5EF4-FFF2-40B4-BE49-F238E27FC236}">
                  <a16:creationId xmlns:a16="http://schemas.microsoft.com/office/drawing/2014/main" id="{D1269239-2FD7-4539-99EB-B3965101E8C1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6">
              <a:extLst>
                <a:ext uri="{FF2B5EF4-FFF2-40B4-BE49-F238E27FC236}">
                  <a16:creationId xmlns:a16="http://schemas.microsoft.com/office/drawing/2014/main" id="{23655277-7758-4629-93F8-B69F3A0B9C9D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7">
              <a:extLst>
                <a:ext uri="{FF2B5EF4-FFF2-40B4-BE49-F238E27FC236}">
                  <a16:creationId xmlns:a16="http://schemas.microsoft.com/office/drawing/2014/main" id="{18090F38-064F-4549-829B-C156A4C83295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8">
              <a:extLst>
                <a:ext uri="{FF2B5EF4-FFF2-40B4-BE49-F238E27FC236}">
                  <a16:creationId xmlns:a16="http://schemas.microsoft.com/office/drawing/2014/main" id="{48D0AB83-41DD-427B-8C12-01919EECDB8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9">
              <a:extLst>
                <a:ext uri="{FF2B5EF4-FFF2-40B4-BE49-F238E27FC236}">
                  <a16:creationId xmlns:a16="http://schemas.microsoft.com/office/drawing/2014/main" id="{5EE32931-4242-4F03-A07C-B7AF3D1C482E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0">
              <a:extLst>
                <a:ext uri="{FF2B5EF4-FFF2-40B4-BE49-F238E27FC236}">
                  <a16:creationId xmlns:a16="http://schemas.microsoft.com/office/drawing/2014/main" id="{7585436B-D541-402E-B40E-D108F7E61740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1">
              <a:extLst>
                <a:ext uri="{FF2B5EF4-FFF2-40B4-BE49-F238E27FC236}">
                  <a16:creationId xmlns:a16="http://schemas.microsoft.com/office/drawing/2014/main" id="{27B3FED5-226D-4FDB-8D38-8B2D0F82FF4D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12">
              <a:extLst>
                <a:ext uri="{FF2B5EF4-FFF2-40B4-BE49-F238E27FC236}">
                  <a16:creationId xmlns:a16="http://schemas.microsoft.com/office/drawing/2014/main" id="{236855F8-EF56-4884-8C88-13F6AFC6B27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13">
              <a:extLst>
                <a:ext uri="{FF2B5EF4-FFF2-40B4-BE49-F238E27FC236}">
                  <a16:creationId xmlns:a16="http://schemas.microsoft.com/office/drawing/2014/main" id="{86DD6AD7-B9BA-4C2C-8D3E-548067F8E9A5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962" name="Barre de progression">
            <a:extLst>
              <a:ext uri="{FF2B5EF4-FFF2-40B4-BE49-F238E27FC236}">
                <a16:creationId xmlns:a16="http://schemas.microsoft.com/office/drawing/2014/main" id="{431191A1-D6A4-EC12-BD49-4A879059D9FA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3" name="Progression 1">
              <a:extLst>
                <a:ext uri="{FF2B5EF4-FFF2-40B4-BE49-F238E27FC236}">
                  <a16:creationId xmlns:a16="http://schemas.microsoft.com/office/drawing/2014/main" id="{848C1F4C-5737-4E93-84AF-913513CE1FAE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2">
              <a:extLst>
                <a:ext uri="{FF2B5EF4-FFF2-40B4-BE49-F238E27FC236}">
                  <a16:creationId xmlns:a16="http://schemas.microsoft.com/office/drawing/2014/main" id="{56BFD072-42CB-4596-BD63-043D46F9BD64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3">
              <a:extLst>
                <a:ext uri="{FF2B5EF4-FFF2-40B4-BE49-F238E27FC236}">
                  <a16:creationId xmlns:a16="http://schemas.microsoft.com/office/drawing/2014/main" id="{7859FCCB-E4A3-4CC8-A01E-8720E76CA124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4">
              <a:extLst>
                <a:ext uri="{FF2B5EF4-FFF2-40B4-BE49-F238E27FC236}">
                  <a16:creationId xmlns:a16="http://schemas.microsoft.com/office/drawing/2014/main" id="{CDEF623D-C2BC-463F-ADF8-943CD199F8E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5">
              <a:extLst>
                <a:ext uri="{FF2B5EF4-FFF2-40B4-BE49-F238E27FC236}">
                  <a16:creationId xmlns:a16="http://schemas.microsoft.com/office/drawing/2014/main" id="{2DD815FD-656E-49BF-98E3-3022403BB0CF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6">
              <a:extLst>
                <a:ext uri="{FF2B5EF4-FFF2-40B4-BE49-F238E27FC236}">
                  <a16:creationId xmlns:a16="http://schemas.microsoft.com/office/drawing/2014/main" id="{8D92C866-73B8-45BA-87F9-87EAF47CCC7C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7">
              <a:extLst>
                <a:ext uri="{FF2B5EF4-FFF2-40B4-BE49-F238E27FC236}">
                  <a16:creationId xmlns:a16="http://schemas.microsoft.com/office/drawing/2014/main" id="{94272E80-B4E7-4852-951D-A0CBFAE76D12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8">
              <a:extLst>
                <a:ext uri="{FF2B5EF4-FFF2-40B4-BE49-F238E27FC236}">
                  <a16:creationId xmlns:a16="http://schemas.microsoft.com/office/drawing/2014/main" id="{81AB1E38-E49B-4AF4-8BB2-E4531B5A3E7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9">
              <a:extLst>
                <a:ext uri="{FF2B5EF4-FFF2-40B4-BE49-F238E27FC236}">
                  <a16:creationId xmlns:a16="http://schemas.microsoft.com/office/drawing/2014/main" id="{7C24E83E-494F-4231-BF27-E405F423AB3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0">
              <a:extLst>
                <a:ext uri="{FF2B5EF4-FFF2-40B4-BE49-F238E27FC236}">
                  <a16:creationId xmlns:a16="http://schemas.microsoft.com/office/drawing/2014/main" id="{A549AC8D-6D2B-44DA-9146-23A6F75BD8C8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1">
              <a:extLst>
                <a:ext uri="{FF2B5EF4-FFF2-40B4-BE49-F238E27FC236}">
                  <a16:creationId xmlns:a16="http://schemas.microsoft.com/office/drawing/2014/main" id="{6CEB98F4-FD3E-4E66-8AE6-E5A600AFD9E9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2">
              <a:extLst>
                <a:ext uri="{FF2B5EF4-FFF2-40B4-BE49-F238E27FC236}">
                  <a16:creationId xmlns:a16="http://schemas.microsoft.com/office/drawing/2014/main" id="{F97244D3-7EA1-4E73-A649-37AEC07ACE27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3">
              <a:extLst>
                <a:ext uri="{FF2B5EF4-FFF2-40B4-BE49-F238E27FC236}">
                  <a16:creationId xmlns:a16="http://schemas.microsoft.com/office/drawing/2014/main" id="{B02092C4-1B6C-4B8E-981A-BC2190FEE5A8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970" name="Barre de progression">
            <a:extLst>
              <a:ext uri="{FF2B5EF4-FFF2-40B4-BE49-F238E27FC236}">
                <a16:creationId xmlns:a16="http://schemas.microsoft.com/office/drawing/2014/main" id="{7B909481-D615-B3A6-E18C-43D0A0A1D0DF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61" name="Progression 1">
              <a:extLst>
                <a:ext uri="{FF2B5EF4-FFF2-40B4-BE49-F238E27FC236}">
                  <a16:creationId xmlns:a16="http://schemas.microsoft.com/office/drawing/2014/main" id="{7C4A9E14-6E7B-4BAE-81B7-DD43A1EDB2A8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2">
              <a:extLst>
                <a:ext uri="{FF2B5EF4-FFF2-40B4-BE49-F238E27FC236}">
                  <a16:creationId xmlns:a16="http://schemas.microsoft.com/office/drawing/2014/main" id="{BC084EEA-B326-41A4-B5F6-1C16C65F9526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3">
              <a:extLst>
                <a:ext uri="{FF2B5EF4-FFF2-40B4-BE49-F238E27FC236}">
                  <a16:creationId xmlns:a16="http://schemas.microsoft.com/office/drawing/2014/main" id="{699E52D2-499A-4532-9E94-2221237B5B92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4">
              <a:extLst>
                <a:ext uri="{FF2B5EF4-FFF2-40B4-BE49-F238E27FC236}">
                  <a16:creationId xmlns:a16="http://schemas.microsoft.com/office/drawing/2014/main" id="{C3D7FF61-C991-4C4D-B7F2-333BE742163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5">
              <a:extLst>
                <a:ext uri="{FF2B5EF4-FFF2-40B4-BE49-F238E27FC236}">
                  <a16:creationId xmlns:a16="http://schemas.microsoft.com/office/drawing/2014/main" id="{086AB448-4AAD-43B9-BDEF-A83F8E2F9B18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2" name="Progression 6">
              <a:extLst>
                <a:ext uri="{FF2B5EF4-FFF2-40B4-BE49-F238E27FC236}">
                  <a16:creationId xmlns:a16="http://schemas.microsoft.com/office/drawing/2014/main" id="{3374160A-CA01-40B6-8B3F-1C5C82FD7E4D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3" name="Progression 7">
              <a:extLst>
                <a:ext uri="{FF2B5EF4-FFF2-40B4-BE49-F238E27FC236}">
                  <a16:creationId xmlns:a16="http://schemas.microsoft.com/office/drawing/2014/main" id="{CF49B8F9-274E-4F57-ABBC-1177F5F91BED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4" name="Progression 8">
              <a:extLst>
                <a:ext uri="{FF2B5EF4-FFF2-40B4-BE49-F238E27FC236}">
                  <a16:creationId xmlns:a16="http://schemas.microsoft.com/office/drawing/2014/main" id="{1D4E5827-BE5A-4D1B-9704-E335474DE535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5" name="Progression 9">
              <a:extLst>
                <a:ext uri="{FF2B5EF4-FFF2-40B4-BE49-F238E27FC236}">
                  <a16:creationId xmlns:a16="http://schemas.microsoft.com/office/drawing/2014/main" id="{D729ECD3-B121-46A4-8AE0-43DF38F2B556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6" name="Progression 10">
              <a:extLst>
                <a:ext uri="{FF2B5EF4-FFF2-40B4-BE49-F238E27FC236}">
                  <a16:creationId xmlns:a16="http://schemas.microsoft.com/office/drawing/2014/main" id="{8E2FCDB5-1C76-4542-A537-DF7A57FD5A8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7" name="Progression 11">
              <a:extLst>
                <a:ext uri="{FF2B5EF4-FFF2-40B4-BE49-F238E27FC236}">
                  <a16:creationId xmlns:a16="http://schemas.microsoft.com/office/drawing/2014/main" id="{7DFB1F69-155D-49CA-9E2D-81854C2008FC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8" name="Progression 12">
              <a:extLst>
                <a:ext uri="{FF2B5EF4-FFF2-40B4-BE49-F238E27FC236}">
                  <a16:creationId xmlns:a16="http://schemas.microsoft.com/office/drawing/2014/main" id="{7AB91A1D-2A72-4D84-B7BA-38FC3B35DD85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9" name="Progression 13">
              <a:extLst>
                <a:ext uri="{FF2B5EF4-FFF2-40B4-BE49-F238E27FC236}">
                  <a16:creationId xmlns:a16="http://schemas.microsoft.com/office/drawing/2014/main" id="{071F0B47-64B7-479E-95D2-D5C056692F97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22.37-40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962" name="Barre de progression">
            <a:extLst>
              <a:ext uri="{FF2B5EF4-FFF2-40B4-BE49-F238E27FC236}">
                <a16:creationId xmlns:a16="http://schemas.microsoft.com/office/drawing/2014/main" id="{9575FC4F-F5E5-5B82-4598-DB3755808361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3" name="Progression 1">
              <a:extLst>
                <a:ext uri="{FF2B5EF4-FFF2-40B4-BE49-F238E27FC236}">
                  <a16:creationId xmlns:a16="http://schemas.microsoft.com/office/drawing/2014/main" id="{259D21C2-E439-4FE5-BEB1-08B7BBCB238F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2">
              <a:extLst>
                <a:ext uri="{FF2B5EF4-FFF2-40B4-BE49-F238E27FC236}">
                  <a16:creationId xmlns:a16="http://schemas.microsoft.com/office/drawing/2014/main" id="{B2FD6ABC-BBE7-4279-96C3-1B76BADB781D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3">
              <a:extLst>
                <a:ext uri="{FF2B5EF4-FFF2-40B4-BE49-F238E27FC236}">
                  <a16:creationId xmlns:a16="http://schemas.microsoft.com/office/drawing/2014/main" id="{D1B5764B-EC54-4C8A-B1DF-6DBCE925B057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4">
              <a:extLst>
                <a:ext uri="{FF2B5EF4-FFF2-40B4-BE49-F238E27FC236}">
                  <a16:creationId xmlns:a16="http://schemas.microsoft.com/office/drawing/2014/main" id="{91F32C3C-CD39-4C92-BE94-477B8AFF089A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5">
              <a:extLst>
                <a:ext uri="{FF2B5EF4-FFF2-40B4-BE49-F238E27FC236}">
                  <a16:creationId xmlns:a16="http://schemas.microsoft.com/office/drawing/2014/main" id="{B9C67AB8-47A2-44DA-A214-A484E63EEA6D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6">
              <a:extLst>
                <a:ext uri="{FF2B5EF4-FFF2-40B4-BE49-F238E27FC236}">
                  <a16:creationId xmlns:a16="http://schemas.microsoft.com/office/drawing/2014/main" id="{5D882858-1C6A-414F-99E6-8C98837E21D0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7">
              <a:extLst>
                <a:ext uri="{FF2B5EF4-FFF2-40B4-BE49-F238E27FC236}">
                  <a16:creationId xmlns:a16="http://schemas.microsoft.com/office/drawing/2014/main" id="{E41F42CA-90D8-4394-8DB0-0DDB486935C0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8">
              <a:extLst>
                <a:ext uri="{FF2B5EF4-FFF2-40B4-BE49-F238E27FC236}">
                  <a16:creationId xmlns:a16="http://schemas.microsoft.com/office/drawing/2014/main" id="{0EFA9254-6457-4080-B1B5-B6D63FF15419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9">
              <a:extLst>
                <a:ext uri="{FF2B5EF4-FFF2-40B4-BE49-F238E27FC236}">
                  <a16:creationId xmlns:a16="http://schemas.microsoft.com/office/drawing/2014/main" id="{D5AF02FC-90C1-4270-9C47-D0451DE03272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0">
              <a:extLst>
                <a:ext uri="{FF2B5EF4-FFF2-40B4-BE49-F238E27FC236}">
                  <a16:creationId xmlns:a16="http://schemas.microsoft.com/office/drawing/2014/main" id="{B2575E13-818C-435A-9CE4-68D471BC7495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1">
              <a:extLst>
                <a:ext uri="{FF2B5EF4-FFF2-40B4-BE49-F238E27FC236}">
                  <a16:creationId xmlns:a16="http://schemas.microsoft.com/office/drawing/2014/main" id="{3DCA44FF-6549-4E2B-A430-259876AA5DD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2">
              <a:extLst>
                <a:ext uri="{FF2B5EF4-FFF2-40B4-BE49-F238E27FC236}">
                  <a16:creationId xmlns:a16="http://schemas.microsoft.com/office/drawing/2014/main" id="{64F95D2C-11EF-41D0-B883-77FAB05FFC4F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1" name="Progression 13">
              <a:extLst>
                <a:ext uri="{FF2B5EF4-FFF2-40B4-BE49-F238E27FC236}">
                  <a16:creationId xmlns:a16="http://schemas.microsoft.com/office/drawing/2014/main" id="{823FC7E8-CF76-41E8-978F-82E4C69509A3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21C90-E8DA-7430-6DE2-BB92C0A9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D8E4BEF1-7A4E-DB88-8210-811468065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grpSp>
        <p:nvGrpSpPr>
          <p:cNvPr id="36" name="Barre de progression">
            <a:extLst>
              <a:ext uri="{FF2B5EF4-FFF2-40B4-BE49-F238E27FC236}">
                <a16:creationId xmlns:a16="http://schemas.microsoft.com/office/drawing/2014/main" id="{2B911351-189D-A7A2-8AA8-FB95B4755D07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10" name="Progression 1">
              <a:extLst>
                <a:ext uri="{FF2B5EF4-FFF2-40B4-BE49-F238E27FC236}">
                  <a16:creationId xmlns:a16="http://schemas.microsoft.com/office/drawing/2014/main" id="{38D194F6-6304-4A89-A723-6B74B6747344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2">
              <a:extLst>
                <a:ext uri="{FF2B5EF4-FFF2-40B4-BE49-F238E27FC236}">
                  <a16:creationId xmlns:a16="http://schemas.microsoft.com/office/drawing/2014/main" id="{8D061991-3F87-4947-BC08-726C84AC9E81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3">
              <a:extLst>
                <a:ext uri="{FF2B5EF4-FFF2-40B4-BE49-F238E27FC236}">
                  <a16:creationId xmlns:a16="http://schemas.microsoft.com/office/drawing/2014/main" id="{1DEE0619-84B1-4DE8-B386-B00A25421EAC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4">
              <a:extLst>
                <a:ext uri="{FF2B5EF4-FFF2-40B4-BE49-F238E27FC236}">
                  <a16:creationId xmlns:a16="http://schemas.microsoft.com/office/drawing/2014/main" id="{B5530CA8-9113-4360-B995-D02C91C9DB2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5">
              <a:extLst>
                <a:ext uri="{FF2B5EF4-FFF2-40B4-BE49-F238E27FC236}">
                  <a16:creationId xmlns:a16="http://schemas.microsoft.com/office/drawing/2014/main" id="{FBDB58F7-0FA0-44C5-BAB8-D5776154B35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6">
              <a:extLst>
                <a:ext uri="{FF2B5EF4-FFF2-40B4-BE49-F238E27FC236}">
                  <a16:creationId xmlns:a16="http://schemas.microsoft.com/office/drawing/2014/main" id="{CE224B99-1E51-47CE-9EF3-6CE410659282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7">
              <a:extLst>
                <a:ext uri="{FF2B5EF4-FFF2-40B4-BE49-F238E27FC236}">
                  <a16:creationId xmlns:a16="http://schemas.microsoft.com/office/drawing/2014/main" id="{8C928F01-C832-4BD9-8019-0DE59223698D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8">
              <a:extLst>
                <a:ext uri="{FF2B5EF4-FFF2-40B4-BE49-F238E27FC236}">
                  <a16:creationId xmlns:a16="http://schemas.microsoft.com/office/drawing/2014/main" id="{BC8C71CD-695A-4B24-B9EC-37D8CCA25D9C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8" name="Progression 9">
              <a:extLst>
                <a:ext uri="{FF2B5EF4-FFF2-40B4-BE49-F238E27FC236}">
                  <a16:creationId xmlns:a16="http://schemas.microsoft.com/office/drawing/2014/main" id="{9FDA5619-1842-4929-B62E-D0D97DBA8E45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9" name="Progression 10">
              <a:extLst>
                <a:ext uri="{FF2B5EF4-FFF2-40B4-BE49-F238E27FC236}">
                  <a16:creationId xmlns:a16="http://schemas.microsoft.com/office/drawing/2014/main" id="{CF49229F-4A53-406E-9098-2B365566080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1">
              <a:extLst>
                <a:ext uri="{FF2B5EF4-FFF2-40B4-BE49-F238E27FC236}">
                  <a16:creationId xmlns:a16="http://schemas.microsoft.com/office/drawing/2014/main" id="{F6426989-C570-402E-9513-6710DB6C0705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2">
              <a:extLst>
                <a:ext uri="{FF2B5EF4-FFF2-40B4-BE49-F238E27FC236}">
                  <a16:creationId xmlns:a16="http://schemas.microsoft.com/office/drawing/2014/main" id="{DF4536BC-20F9-4881-A36B-B9918A06A465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13">
              <a:extLst>
                <a:ext uri="{FF2B5EF4-FFF2-40B4-BE49-F238E27FC236}">
                  <a16:creationId xmlns:a16="http://schemas.microsoft.com/office/drawing/2014/main" id="{52647B9C-2FAC-4354-A5A8-7AC8C23B84CA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898411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/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Régénération – Prière Puritaine </a:t>
            </a:r>
            <a:endParaRPr lang="fr-CA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Prière"/>
          <p:cNvSpPr txBox="1"/>
          <p:nvPr/>
        </p:nvSpPr>
        <p:spPr>
          <a:xfrm>
            <a:off x="822960" y="2103120"/>
            <a:ext cx="64008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des cieux les plus élevés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Occupe le trône de mon cœur,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es digne d’être loué de tout mon souffle,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m’as aimé, épousé et reçu,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J’étais mort dans l’iniquité,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ton Esprit m’a vivifié,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présence est pour moi un trésor de paix sans fin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provocation ne peut me séparer de ta bienveillance,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alors à marcher d’une manière digne de ton amour,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Protège-moi afin qu’aucun mal ne m’infecte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Laisse-moi mettre de côté tous les péchés admirés de beaucoup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à marcher à tes côtés,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je sois désormais sel de la terre et bénédiction pour tous.</a:t>
            </a:r>
            <a:endParaRPr lang="fr-CA" sz="1800" dirty="0"/>
          </a:p>
        </p:txBody>
      </p:sp>
      <p:sp>
        <p:nvSpPr>
          <p:cNvPr id="8" name="Source"/>
          <p:cNvSpPr txBox="1"/>
          <p:nvPr/>
        </p:nvSpPr>
        <p:spPr>
          <a:xfrm>
            <a:off x="7772400" y="5897880"/>
            <a:ext cx="387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Vallée de la vision,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prières puritaines réunies par Arthur Bennett</a:t>
            </a:r>
            <a:endParaRPr lang="fr-CA" sz="1400" dirty="0"/>
          </a:p>
        </p:txBody>
      </p:sp>
      <p:pic>
        <p:nvPicPr>
          <p:cNvPr id="21" name="Image 20" descr="Image #0 du produit La vallée de la vision">
            <a:extLst>
              <a:ext uri="{FF2B5EF4-FFF2-40B4-BE49-F238E27FC236}">
                <a16:creationId xmlns:a16="http://schemas.microsoft.com/office/drawing/2014/main" id="{985A64D6-6A44-6121-75FC-921BEAB2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50" y="1920240"/>
            <a:ext cx="2236600" cy="3683000"/>
          </a:xfrm>
          <a:prstGeom prst="rect">
            <a:avLst/>
          </a:prstGeom>
          <a:ln w="9525">
            <a:solidFill>
              <a:srgbClr val="4A3A30"/>
            </a:solidFill>
          </a:ln>
          <a:effectLst>
            <a:outerShdw blurRad="228600" dist="38100" dir="5400000" algn="t" rotWithShape="0">
              <a:srgbClr val="000000">
                <a:alpha val="60000"/>
              </a:srgbClr>
            </a:outerShdw>
          </a:effectLst>
        </p:spPr>
      </p:pic>
      <p:grpSp>
        <p:nvGrpSpPr>
          <p:cNvPr id="47" name="Barre de progression">
            <a:extLst>
              <a:ext uri="{FF2B5EF4-FFF2-40B4-BE49-F238E27FC236}">
                <a16:creationId xmlns:a16="http://schemas.microsoft.com/office/drawing/2014/main" id="{A47DC5C3-AF4B-8FB5-3A45-21192C4E3534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4" name="Progression 1">
              <a:extLst>
                <a:ext uri="{FF2B5EF4-FFF2-40B4-BE49-F238E27FC236}">
                  <a16:creationId xmlns:a16="http://schemas.microsoft.com/office/drawing/2014/main" id="{61CE6509-DEEB-420E-AF05-8812595A2DE1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2">
              <a:extLst>
                <a:ext uri="{FF2B5EF4-FFF2-40B4-BE49-F238E27FC236}">
                  <a16:creationId xmlns:a16="http://schemas.microsoft.com/office/drawing/2014/main" id="{D6D398BA-55AD-4C0E-A655-E2CBFB430803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3">
              <a:extLst>
                <a:ext uri="{FF2B5EF4-FFF2-40B4-BE49-F238E27FC236}">
                  <a16:creationId xmlns:a16="http://schemas.microsoft.com/office/drawing/2014/main" id="{6B533768-0A21-41BF-B1EF-5328AF59B1D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4">
              <a:extLst>
                <a:ext uri="{FF2B5EF4-FFF2-40B4-BE49-F238E27FC236}">
                  <a16:creationId xmlns:a16="http://schemas.microsoft.com/office/drawing/2014/main" id="{84E391E1-091A-414C-9581-48A664B53639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5">
              <a:extLst>
                <a:ext uri="{FF2B5EF4-FFF2-40B4-BE49-F238E27FC236}">
                  <a16:creationId xmlns:a16="http://schemas.microsoft.com/office/drawing/2014/main" id="{2D4C07AB-25F1-42BB-968B-A9BE91AE902B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6">
              <a:extLst>
                <a:ext uri="{FF2B5EF4-FFF2-40B4-BE49-F238E27FC236}">
                  <a16:creationId xmlns:a16="http://schemas.microsoft.com/office/drawing/2014/main" id="{5BB5FB2D-81B8-4DA8-A670-0982582587C1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7">
              <a:extLst>
                <a:ext uri="{FF2B5EF4-FFF2-40B4-BE49-F238E27FC236}">
                  <a16:creationId xmlns:a16="http://schemas.microsoft.com/office/drawing/2014/main" id="{F654DC4D-0190-46C5-9203-BC21A62C365B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8">
              <a:extLst>
                <a:ext uri="{FF2B5EF4-FFF2-40B4-BE49-F238E27FC236}">
                  <a16:creationId xmlns:a16="http://schemas.microsoft.com/office/drawing/2014/main" id="{2EFBBD29-CBD2-400D-B884-EC08C1A69BA2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9">
              <a:extLst>
                <a:ext uri="{FF2B5EF4-FFF2-40B4-BE49-F238E27FC236}">
                  <a16:creationId xmlns:a16="http://schemas.microsoft.com/office/drawing/2014/main" id="{22BD46F2-F591-4E41-878C-C9ECD7428A9D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10">
              <a:extLst>
                <a:ext uri="{FF2B5EF4-FFF2-40B4-BE49-F238E27FC236}">
                  <a16:creationId xmlns:a16="http://schemas.microsoft.com/office/drawing/2014/main" id="{852A00CF-D461-4117-BA24-295C2DD7CABA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11">
              <a:extLst>
                <a:ext uri="{FF2B5EF4-FFF2-40B4-BE49-F238E27FC236}">
                  <a16:creationId xmlns:a16="http://schemas.microsoft.com/office/drawing/2014/main" id="{8F3165C9-9286-4F9E-80E5-0B03945755FF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2">
              <a:extLst>
                <a:ext uri="{FF2B5EF4-FFF2-40B4-BE49-F238E27FC236}">
                  <a16:creationId xmlns:a16="http://schemas.microsoft.com/office/drawing/2014/main" id="{7D34766C-2849-4F86-B270-564DA1A48372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13">
              <a:extLst>
                <a:ext uri="{FF2B5EF4-FFF2-40B4-BE49-F238E27FC236}">
                  <a16:creationId xmlns:a16="http://schemas.microsoft.com/office/drawing/2014/main" id="{CB0A70A0-C3AC-4B3F-B555-BA9580BA4216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7906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8C73C2C-8C8B-4DCC-BDE8-7D3BB3E0DB7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88301e64-8842-4c93-b2a3-1863a8fd41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4321</Words>
  <Application>Microsoft Office PowerPoint</Application>
  <PresentationFormat>Grand écran</PresentationFormat>
  <Paragraphs>434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Présentation PowerPoint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  <vt:lpstr>Présentation PowerPoint</vt:lpstr>
      <vt:lpstr>La Régénération – Prière Puritaine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2026-09-30T13:14:18Z</dcterms:created>
  <dcterms:modified xsi:type="dcterms:W3CDTF">2026-09-30T14:08:37Z</dcterms:modified>
</cp:coreProperties>
</file>