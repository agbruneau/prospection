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(Jn 14.10-11; 17.21) : le mot nomme, il ne spécule pas. Ce conseil exécute un dessein arrêté avant la fondation du monde (Ép 1.4) : pierre d'attente du point III. B. Tselem et demuth sont synonymes (90-218). Par la raison, l'homme est comme Dieu; moralement, il était comme Dieu. Centre : « la capacité de relations personnelles et, par-dessus tout, d'une relation personnelle avec Dieu » (90-218) : pierre d'attente du point V. Bara' trois fois au verset 27 : Dieu seul crée, et l'homme est le seul être vivant fait sur le modèle divin (90-219). C. Domination : roi de la terre, chargé de la cultiver et de la garder (90-219; Ps 8.7-9). Homme et femme égaux en dignité, rôles distincts (Gn 2.18-23; 1 Tm 2.13); montrer le pluriel « qu'ils dominent » que la NEG79 efface. Application : la dignité repose sur l'acte créateur, non sur l'utilité. Transition, l'image ternie : Adam déchu engendre « à sa ressemblance » (Gn 5.3); l'image demeure (Gn 9.6; Jc 3.9), mais la ressemblance morale est perdue et l'homme ne peut la restaurer. Où voir encore l'image telle que Dieu l'a voulue?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Premier-né : le rang d'héritier, non la naissance (Ex 4.22; Jr 31.9, Éphraïm avant Manassé). Il a créé toutes choses (1.16). Application : qui veut savoir ce qu'est l'homme tel que Dieu l'a voulu regarde Christ; qui veut connaître Dieu le voit en Christ, sans intermédiaire. Transition : si Christ est l'image parfaite, que Dieu fait-il de ceux qu'il sauve?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 Transition : nous ne voyons pas encore cette ressemblance achevée. Comment Dieu nous y conduit-il,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Le terme : « Le dessein salvateur de Dieu était de créer une humanité rachetée qui serait semblable à son Fils » (47-21). Application : contempler Christ dans sa Parole, et l'Esprit fait l'œuvre; celui qui délaisse l'Écriture se prive du miroir. Transition : à quoi reconnaît-on cette image qui grandit? À ce que Dieu avait mis au centre : le cœur qui aime.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 Transition : et le prochain que nous aimons, que lui devons-nous d'abord?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la foi salvatrice se soumet à Christ comme Seigneur. « Au nom » : « un seul nom et trois personnes » (2405); le Dieu du « Faisons ». Le baptême, signe extérieur d'une foi déjà reçue. « Tout ce que je vous ai prescrit » inclut le grand commandement : faire des disciples, c'est former d'autres porteurs de l'image restaurée. « Je suis avec vous tous les jours » : jusqu'à son retour (2405).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365760" y="5120640"/>
            <a:ext cx="347472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657600" y="5120640"/>
            <a:ext cx="347472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tselem</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86868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(Périchorèse)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 </a:t>
            </a:r>
            <a:pPr indent="0" marL="0">
              <a:buNone/>
            </a:pPr>
            <a:r>
              <a:rPr lang="en-US" sz="1900" i="1" dirty="0">
                <a:solidFill>
                  <a:srgbClr val="A89A8C"/>
                </a:solidFill>
                <a:latin typeface="Calibri" pitchFamily="34" charset="0"/>
                <a:ea typeface="Calibri" pitchFamily="34" charset="-122"/>
                <a:cs typeface="Calibri" pitchFamily="34" charset="-120"/>
              </a:rPr>
              <a:t>(Kénose - Philippiens 2)</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ET APPEL</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600200"/>
          </a:xfrm>
          <a:prstGeom prst="roundRect">
            <a:avLst>
              <a:gd name="adj" fmla="val 6857"/>
            </a:avLst>
          </a:prstGeom>
          <a:solidFill>
            <a:srgbClr val="1A1411"/>
          </a:solidFill>
          <a:ln w="19050">
            <a:solidFill>
              <a:srgbClr val="CC5500"/>
            </a:solidFill>
            <a:prstDash val="solid"/>
          </a:ln>
        </p:spPr>
      </p:sp>
      <p:sp>
        <p:nvSpPr>
          <p:cNvPr id="25" name="Text 23"/>
          <p:cNvSpPr txBox="1"/>
          <p:nvPr/>
        </p:nvSpPr>
        <p:spPr>
          <a:xfrm>
            <a:off x="77724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600200"/>
          </a:xfrm>
          <a:prstGeom prst="roundRect">
            <a:avLst>
              <a:gd name="adj" fmla="val 6857"/>
            </a:avLst>
          </a:prstGeom>
          <a:solidFill>
            <a:srgbClr val="1A1411"/>
          </a:solidFill>
          <a:ln w="19050">
            <a:solidFill>
              <a:srgbClr val="CC5500"/>
            </a:solidFill>
            <a:prstDash val="solid"/>
          </a:ln>
        </p:spPr>
      </p:sp>
      <p:sp>
        <p:nvSpPr>
          <p:cNvPr id="27" name="Text 25"/>
          <p:cNvSpPr txBox="1"/>
          <p:nvPr/>
        </p:nvSpPr>
        <p:spPr>
          <a:xfrm>
            <a:off x="644652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décidé avant la fondation du monde : nous serons semblables à lui (1 Jn 3.2). Contemplez Christ dans sa Parole; ainsi l'Esprit vous transforme. Et allez : faites des disciples.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2026-09-28T10:09:29Z</dcterms:created>
  <dcterms:modified xsi:type="dcterms:W3CDTF">2026-09-28T10:09:29Z</dcterms:modified>
</cp:coreProperties>
</file>