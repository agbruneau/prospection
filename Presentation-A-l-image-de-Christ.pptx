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2" dt="2026-09-29T08:54:51.4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687" autoAdjust="0"/>
    <p:restoredTop sz="84312" autoAdjust="0"/>
  </p:normalViewPr>
  <p:slideViewPr>
    <p:cSldViewPr snapToGrid="0" snapToObjects="1">
      <p:cViewPr varScale="1">
        <p:scale>
          <a:sx n="104" d="100"/>
          <a:sy n="104" d="100"/>
        </p:scale>
        <p:origin x="4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29T09:38:31.747" v="841" actId="20577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">
        <pc:chgData name="André-Guy Bruneau" userId="c9f3b82d5570fc32" providerId="LiveId" clId="{C4496A7D-9A64-4B82-9835-F710A7718518}" dt="2026-09-29T09:15:59.934" v="575"/>
        <pc:sldMkLst>
          <pc:docMk/>
          <pc:sldMk cId="792893114" sldId="285"/>
        </pc:sldMkLst>
      </pc:sldChg>
      <pc:sldChg chg="modSp add mod">
        <pc:chgData name="André-Guy Bruneau" userId="c9f3b82d5570fc32" providerId="LiveId" clId="{C4496A7D-9A64-4B82-9835-F710A7718518}" dt="2026-09-29T09:22:01.640" v="650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22:07.062" v="651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: </a:t>
            </a:r>
            <a:r>
              <a:rPr lang="fr-CA" sz="1400" dirty="0"/>
              <a:t>au point IV, 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Toutânkhamon signifie « image vivante d'Amon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 Mésopotamie, le roi dressait son effigie aux confins de ses territoires.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désigne ailleurs les statues cultuelles.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vous aussi, vous portez une image. Laquelle?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Qu'est-il arrivé à cette image, et que Dieu en fait-il?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Faisons » : jusqu'au verset 24, Dieu commande; au verset 26, « jamais Dieu n'a parlé au pluriel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conseil exécute un dessein arrêté avant la fondation du monde (Ép 1.4) : pierre d'attente du point III.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et demuth sont synonymes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Par la raison, l'homme est comme Dieu; moralement, il était comme Dieu.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Centre : </a:t>
            </a:r>
            <a:r>
              <a:rPr lang="fr-CA" sz="1400" dirty="0"/>
              <a:t>« la capacité de relations personnelles et, par-dessus tout, d'une relation personnelle avec Dieu » (90-218) : pierre d'attente du point V.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Bara' 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roi de la terre,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Homme et femme égaux en dignité, rôles distincts (Gn 2.18-23; 1 Tm 2.13); montrer le pluriel « qu'ils dominent » que la NEG79 efface.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la dignité repose sur l'acte créateur, non sur l'utilité.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Transition, l'image ternie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Adam déchu engendre « à sa ressemblance » (Gn 5.3);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Où voir encore l'image telle que Dieu l'a voulue?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Mais en un autre sens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Christ est, de toute éternité, la ressemblance parfaite de Dieu, une reproduction exacte, sans rien de manquant ni d'altéré (2135; Hé 1.3; Ph 2.6; Jn 14.9).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« il s'est dépouillé lui-même, en prenant une forme de serviteur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non de sa divinité, « il n'a jamais cessé d'être Dieu » (50-16),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mais de sa gloire céleste et de l'usage volontaire de ses prérogatives.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: </a:t>
            </a:r>
            <a:r>
              <a:rPr lang="fr-CA" sz="1400" dirty="0"/>
              <a:t>le rang d'héritier, non la naissance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Il a créé toutes choses (1.16).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savoir ce qu'est l'homme tel que Dieu l'a voulu regarde Christ;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connaître Dieu le voit en Christ, sans intermédiaire.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si Christ est l'image parfaite, que Dieu fait-il de ceux qu'il sauve?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(Ac 2.23; 1 P 1.2, 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même conseil éternel que le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de beaucoup de frères : </a:t>
            </a:r>
            <a:r>
              <a:rPr lang="fr-CA" sz="1400" dirty="0"/>
              <a:t>la fin dernière est la gloire du Fils.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 que Dieu a décrété, il l'achèvera (8.30);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les épreuves de 8.28 servent ce but.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ne voyons pas encore cette ressemblance achevée.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Comment Dieu nous y conduit-il, aujourd'hui?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Nous tous » : tous les croyants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miroir, c'est l'Écriture, où la gloire de Dieu se voit sur la face de Jésus-Christ (90-75; 4.6).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Metamorphoô, présent passif : « une action de transformation continue et progressive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contempler Christ dans sa Parole, et l'Esprit fait l'œuvre;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celui qui délaisse l'Écriture se prive du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quoi reconnaît-on cette image qui grandit?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ce que Dieu avait mis au centre : le cœur qui aime.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 (Dt 6.5) et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cœur (1 Ch 28.9) : rationnel, moral, relationnel.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l'aimons parce qu'il nous a aimés le premier (1 Jn 4.19),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et cet amour se prouve par l'obéissance (Jn 14.15).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et le prochain que nous aimons, que lui devons-nous d'abord?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Tout ce que je vous ai prescrit » inclut le grand commandement :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suis avec vous tous les jours » : jusqu'à son retour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aimer son prochain, c'est d'abord lui annoncer Christ.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créés à son image,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ternis par le péché,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restaurés en Christ,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promis à sa ressemblance,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transformés par l'Esprit,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renouvelés au cœur,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Appel à l'incroyant, puis au croyant.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159000"/>
            <a:ext cx="3048000" cy="3048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263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4457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4191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4191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965700" y="2032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4191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4191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65700" y="2857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4191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191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65700" y="3683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4191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4191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965700" y="4508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4191000" y="5638800"/>
            <a:ext cx="74168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4419600" y="56388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1981200"/>
            <a:ext cx="2057400" cy="3276600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9377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9377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</a:t>
            </a:r>
            <a:endParaRPr lang="fr-CA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3152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</a:t>
            </a:r>
            <a:endParaRPr lang="fr-CA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6926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06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926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</a:t>
            </a:r>
            <a:endParaRPr lang="fr-CA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0" y="1343472"/>
            <a:ext cx="4754880" cy="4279392"/>
            <a:chOff x="0" y="1521272"/>
            <a:chExt cx="4754880" cy="4279392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1521272"/>
              <a:ext cx="4754880" cy="4279392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30480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2291</Words>
  <Application>Microsoft Office PowerPoint</Application>
  <PresentationFormat>Grand écran</PresentationFormat>
  <Paragraphs>313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2026-09-29T09:38:45Z</dcterms:modified>
</cp:coreProperties>
</file>