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70" r:id="rId6"/>
    <p:sldId id="260" r:id="rId7"/>
    <p:sldId id="261" r:id="rId8"/>
    <p:sldId id="262" r:id="rId9"/>
    <p:sldId id="263" r:id="rId10"/>
    <p:sldId id="264" r:id="rId11"/>
    <p:sldId id="265" r:id="rId12"/>
    <p:sldId id="273" r:id="rId13"/>
    <p:sldId id="267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A287C0-9FC5-4D7A-B26A-5C34583FEB53}" v="8" dt="2026-09-30T14:09:45.9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3" d="100"/>
          <a:sy n="123" d="100"/>
        </p:scale>
        <p:origin x="481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é-Guy Bruneau" userId="c9f3b82d5570fc32" providerId="LiveId" clId="{C4496A7D-9A64-4B82-9835-F710A7718518}"/>
    <pc:docChg chg="undo custSel addSld delSld modSld sldOrd">
      <pc:chgData name="André-Guy Bruneau" userId="c9f3b82d5570fc32" providerId="LiveId" clId="{C4496A7D-9A64-4B82-9835-F710A7718518}" dt="2026-09-30T14:11:49.417" v="2197"/>
      <pc:docMkLst>
        <pc:docMk/>
      </pc:docMkLst>
      <pc:sldChg chg="addSp delSp modSp mod">
        <pc:chgData name="André-Guy Bruneau" userId="c9f3b82d5570fc32" providerId="LiveId" clId="{C4496A7D-9A64-4B82-9835-F710A7718518}" dt="2026-09-30T14:08:28.503" v="1544"/>
        <pc:sldMkLst>
          <pc:docMk/>
          <pc:sldMk cId="0" sldId="256"/>
        </pc:sldMkLst>
        <pc:spChg chg="add mod">
          <ac:chgData name="André-Guy Bruneau" userId="c9f3b82d5570fc32" providerId="LiveId" clId="{C4496A7D-9A64-4B82-9835-F710A7718518}" dt="2026-09-30T14:06:21.895" v="1031"/>
          <ac:spMkLst>
            <pc:docMk/>
            <pc:sldMk cId="0" sldId="256"/>
            <ac:spMk id="19" creationId="{92A99743-F191-4E7C-9AAE-59D60A22D00B}"/>
          </ac:spMkLst>
        </pc:spChg>
        <pc:spChg chg="add mod">
          <ac:chgData name="André-Guy Bruneau" userId="c9f3b82d5570fc32" providerId="LiveId" clId="{C4496A7D-9A64-4B82-9835-F710A7718518}" dt="2026-09-30T14:06:21.895" v="1034"/>
          <ac:spMkLst>
            <pc:docMk/>
            <pc:sldMk cId="0" sldId="256"/>
            <ac:spMk id="20" creationId="{33039D3B-02AB-40A5-B2BE-3AF2411DC5CB}"/>
          </ac:spMkLst>
        </pc:spChg>
        <pc:spChg chg="add mod">
          <ac:chgData name="André-Guy Bruneau" userId="c9f3b82d5570fc32" providerId="LiveId" clId="{C4496A7D-9A64-4B82-9835-F710A7718518}" dt="2026-09-30T14:06:21.895" v="1037"/>
          <ac:spMkLst>
            <pc:docMk/>
            <pc:sldMk cId="0" sldId="256"/>
            <ac:spMk id="21" creationId="{29D83B14-7EB8-4E64-A8B6-E8F6131E8DCB}"/>
          </ac:spMkLst>
        </pc:spChg>
        <pc:spChg chg="add mod">
          <ac:chgData name="André-Guy Bruneau" userId="c9f3b82d5570fc32" providerId="LiveId" clId="{C4496A7D-9A64-4B82-9835-F710A7718518}" dt="2026-09-30T14:06:21.895" v="1040"/>
          <ac:spMkLst>
            <pc:docMk/>
            <pc:sldMk cId="0" sldId="256"/>
            <ac:spMk id="22" creationId="{75755B7F-C211-4A9B-97A7-FC41A30FDC12}"/>
          </ac:spMkLst>
        </pc:spChg>
        <pc:spChg chg="add mod">
          <ac:chgData name="André-Guy Bruneau" userId="c9f3b82d5570fc32" providerId="LiveId" clId="{C4496A7D-9A64-4B82-9835-F710A7718518}" dt="2026-09-30T14:06:21.895" v="1043"/>
          <ac:spMkLst>
            <pc:docMk/>
            <pc:sldMk cId="0" sldId="256"/>
            <ac:spMk id="23" creationId="{94CF01C0-1F44-46B1-A81D-041BFE3F4DFA}"/>
          </ac:spMkLst>
        </pc:spChg>
        <pc:spChg chg="add mod">
          <ac:chgData name="André-Guy Bruneau" userId="c9f3b82d5570fc32" providerId="LiveId" clId="{C4496A7D-9A64-4B82-9835-F710A7718518}" dt="2026-09-30T14:06:21.897" v="1046"/>
          <ac:spMkLst>
            <pc:docMk/>
            <pc:sldMk cId="0" sldId="256"/>
            <ac:spMk id="24" creationId="{2F229F42-48D7-4D62-A7C9-55E0985427C6}"/>
          </ac:spMkLst>
        </pc:spChg>
        <pc:spChg chg="add mod">
          <ac:chgData name="André-Guy Bruneau" userId="c9f3b82d5570fc32" providerId="LiveId" clId="{C4496A7D-9A64-4B82-9835-F710A7718518}" dt="2026-09-30T14:06:21.897" v="1049"/>
          <ac:spMkLst>
            <pc:docMk/>
            <pc:sldMk cId="0" sldId="256"/>
            <ac:spMk id="25" creationId="{99128C25-FAF4-46A8-B3B3-7C387E5DC92F}"/>
          </ac:spMkLst>
        </pc:spChg>
        <pc:spChg chg="add mod">
          <ac:chgData name="André-Guy Bruneau" userId="c9f3b82d5570fc32" providerId="LiveId" clId="{C4496A7D-9A64-4B82-9835-F710A7718518}" dt="2026-09-30T14:06:21.897" v="1052"/>
          <ac:spMkLst>
            <pc:docMk/>
            <pc:sldMk cId="0" sldId="256"/>
            <ac:spMk id="26" creationId="{B3CA88F0-1691-450A-B09E-4908ECB9808C}"/>
          </ac:spMkLst>
        </pc:spChg>
        <pc:spChg chg="add mod">
          <ac:chgData name="André-Guy Bruneau" userId="c9f3b82d5570fc32" providerId="LiveId" clId="{C4496A7D-9A64-4B82-9835-F710A7718518}" dt="2026-09-30T14:06:21.897" v="1055"/>
          <ac:spMkLst>
            <pc:docMk/>
            <pc:sldMk cId="0" sldId="256"/>
            <ac:spMk id="27" creationId="{4D32C3BA-DAC5-461A-9146-49311CFA4FAC}"/>
          </ac:spMkLst>
        </pc:spChg>
        <pc:spChg chg="add mod">
          <ac:chgData name="André-Guy Bruneau" userId="c9f3b82d5570fc32" providerId="LiveId" clId="{C4496A7D-9A64-4B82-9835-F710A7718518}" dt="2026-09-30T14:06:21.897" v="1058"/>
          <ac:spMkLst>
            <pc:docMk/>
            <pc:sldMk cId="0" sldId="256"/>
            <ac:spMk id="28" creationId="{7B0E3717-BDF1-4BC3-B126-5ED134463D0E}"/>
          </ac:spMkLst>
        </pc:spChg>
        <pc:spChg chg="add mod">
          <ac:chgData name="André-Guy Bruneau" userId="c9f3b82d5570fc32" providerId="LiveId" clId="{C4496A7D-9A64-4B82-9835-F710A7718518}" dt="2026-09-30T14:06:21.897" v="1061"/>
          <ac:spMkLst>
            <pc:docMk/>
            <pc:sldMk cId="0" sldId="256"/>
            <ac:spMk id="29" creationId="{8C4CA631-7AB1-4D71-92D2-D1A3BEE38C15}"/>
          </ac:spMkLst>
        </pc:spChg>
        <pc:spChg chg="add mod">
          <ac:chgData name="André-Guy Bruneau" userId="c9f3b82d5570fc32" providerId="LiveId" clId="{C4496A7D-9A64-4B82-9835-F710A7718518}" dt="2026-09-30T14:06:21.899" v="1064"/>
          <ac:spMkLst>
            <pc:docMk/>
            <pc:sldMk cId="0" sldId="256"/>
            <ac:spMk id="30" creationId="{E0C14CFC-D61A-44CE-84F6-23566119B3C8}"/>
          </ac:spMkLst>
        </pc:spChg>
        <pc:spChg chg="add del mod">
          <ac:chgData name="André-Guy Bruneau" userId="c9f3b82d5570fc32" providerId="LiveId" clId="{C4496A7D-9A64-4B82-9835-F710A7718518}" dt="2026-09-30T14:06:21.895" v="1028"/>
          <ac:spMkLst>
            <pc:docMk/>
            <pc:sldMk cId="0" sldId="256"/>
            <ac:spMk id="31" creationId="{6B5B04DA-1704-4E64-9931-525DCB770493}"/>
          </ac:spMkLst>
        </pc:spChg>
        <pc:spChg chg="add mod">
          <ac:chgData name="André-Guy Bruneau" userId="c9f3b82d5570fc32" providerId="LiveId" clId="{C4496A7D-9A64-4B82-9835-F710A7718518}" dt="2026-09-30T14:08:28.487" v="1494"/>
          <ac:spMkLst>
            <pc:docMk/>
            <pc:sldMk cId="0" sldId="256"/>
            <ac:spMk id="33" creationId="{573C9D7C-2C0C-4380-9C73-156D4BCB1AEA}"/>
          </ac:spMkLst>
        </pc:spChg>
        <pc:spChg chg="add mod">
          <ac:chgData name="André-Guy Bruneau" userId="c9f3b82d5570fc32" providerId="LiveId" clId="{C4496A7D-9A64-4B82-9835-F710A7718518}" dt="2026-09-30T14:08:28.487" v="1498"/>
          <ac:spMkLst>
            <pc:docMk/>
            <pc:sldMk cId="0" sldId="256"/>
            <ac:spMk id="34" creationId="{B5F14220-C41D-4126-8686-121F56D3FA45}"/>
          </ac:spMkLst>
        </pc:spChg>
        <pc:spChg chg="add mod">
          <ac:chgData name="André-Guy Bruneau" userId="c9f3b82d5570fc32" providerId="LiveId" clId="{C4496A7D-9A64-4B82-9835-F710A7718518}" dt="2026-09-30T14:08:28.491" v="1502"/>
          <ac:spMkLst>
            <pc:docMk/>
            <pc:sldMk cId="0" sldId="256"/>
            <ac:spMk id="35" creationId="{E1E72C7D-CCA3-4C7C-B70C-FA541416E9B9}"/>
          </ac:spMkLst>
        </pc:spChg>
        <pc:spChg chg="add mod">
          <ac:chgData name="André-Guy Bruneau" userId="c9f3b82d5570fc32" providerId="LiveId" clId="{C4496A7D-9A64-4B82-9835-F710A7718518}" dt="2026-09-30T14:08:28.491" v="1506"/>
          <ac:spMkLst>
            <pc:docMk/>
            <pc:sldMk cId="0" sldId="256"/>
            <ac:spMk id="36" creationId="{F34C3F87-E766-4144-9C63-CAA4250396D9}"/>
          </ac:spMkLst>
        </pc:spChg>
        <pc:spChg chg="add mod">
          <ac:chgData name="André-Guy Bruneau" userId="c9f3b82d5570fc32" providerId="LiveId" clId="{C4496A7D-9A64-4B82-9835-F710A7718518}" dt="2026-09-30T14:08:28.493" v="1510"/>
          <ac:spMkLst>
            <pc:docMk/>
            <pc:sldMk cId="0" sldId="256"/>
            <ac:spMk id="37" creationId="{59E26637-C39A-4967-B051-4B28BE10D820}"/>
          </ac:spMkLst>
        </pc:spChg>
        <pc:spChg chg="add mod">
          <ac:chgData name="André-Guy Bruneau" userId="c9f3b82d5570fc32" providerId="LiveId" clId="{C4496A7D-9A64-4B82-9835-F710A7718518}" dt="2026-09-30T14:08:28.494" v="1514"/>
          <ac:spMkLst>
            <pc:docMk/>
            <pc:sldMk cId="0" sldId="256"/>
            <ac:spMk id="38" creationId="{5C4B7743-0655-43D9-A0C3-4AAB2E32503A}"/>
          </ac:spMkLst>
        </pc:spChg>
        <pc:spChg chg="add mod">
          <ac:chgData name="André-Guy Bruneau" userId="c9f3b82d5570fc32" providerId="LiveId" clId="{C4496A7D-9A64-4B82-9835-F710A7718518}" dt="2026-09-30T14:08:28.496" v="1518"/>
          <ac:spMkLst>
            <pc:docMk/>
            <pc:sldMk cId="0" sldId="256"/>
            <ac:spMk id="39" creationId="{B3927525-D0D6-41ED-8865-8BBFA0488BD1}"/>
          </ac:spMkLst>
        </pc:spChg>
        <pc:spChg chg="add mod">
          <ac:chgData name="André-Guy Bruneau" userId="c9f3b82d5570fc32" providerId="LiveId" clId="{C4496A7D-9A64-4B82-9835-F710A7718518}" dt="2026-09-30T14:08:28.496" v="1522"/>
          <ac:spMkLst>
            <pc:docMk/>
            <pc:sldMk cId="0" sldId="256"/>
            <ac:spMk id="40" creationId="{98790F2C-4353-42C2-9909-9129E8CBFEE3}"/>
          </ac:spMkLst>
        </pc:spChg>
        <pc:spChg chg="add mod">
          <ac:chgData name="André-Guy Bruneau" userId="c9f3b82d5570fc32" providerId="LiveId" clId="{C4496A7D-9A64-4B82-9835-F710A7718518}" dt="2026-09-30T14:08:28.496" v="1526"/>
          <ac:spMkLst>
            <pc:docMk/>
            <pc:sldMk cId="0" sldId="256"/>
            <ac:spMk id="41" creationId="{864BFC9B-580E-48A6-847B-7E98E393FE00}"/>
          </ac:spMkLst>
        </pc:spChg>
        <pc:spChg chg="add mod">
          <ac:chgData name="André-Guy Bruneau" userId="c9f3b82d5570fc32" providerId="LiveId" clId="{C4496A7D-9A64-4B82-9835-F710A7718518}" dt="2026-09-30T14:08:28.498" v="1530"/>
          <ac:spMkLst>
            <pc:docMk/>
            <pc:sldMk cId="0" sldId="256"/>
            <ac:spMk id="42" creationId="{DAEAD271-E2AC-4B4F-84A9-FD420AA57D22}"/>
          </ac:spMkLst>
        </pc:spChg>
        <pc:spChg chg="add mod">
          <ac:chgData name="André-Guy Bruneau" userId="c9f3b82d5570fc32" providerId="LiveId" clId="{C4496A7D-9A64-4B82-9835-F710A7718518}" dt="2026-09-30T14:08:28.498" v="1534"/>
          <ac:spMkLst>
            <pc:docMk/>
            <pc:sldMk cId="0" sldId="256"/>
            <ac:spMk id="43" creationId="{3ECBFBD9-74F3-419C-9380-35E719806FCD}"/>
          </ac:spMkLst>
        </pc:spChg>
        <pc:spChg chg="add mod">
          <ac:chgData name="André-Guy Bruneau" userId="c9f3b82d5570fc32" providerId="LiveId" clId="{C4496A7D-9A64-4B82-9835-F710A7718518}" dt="2026-09-30T14:08:28.499" v="1538"/>
          <ac:spMkLst>
            <pc:docMk/>
            <pc:sldMk cId="0" sldId="256"/>
            <ac:spMk id="44" creationId="{7919A8C2-5A9D-483D-84F8-33B8ABD7871B}"/>
          </ac:spMkLst>
        </pc:spChg>
        <pc:spChg chg="add mod">
          <ac:chgData name="André-Guy Bruneau" userId="c9f3b82d5570fc32" providerId="LiveId" clId="{C4496A7D-9A64-4B82-9835-F710A7718518}" dt="2026-09-30T14:08:28.499" v="1542"/>
          <ac:spMkLst>
            <pc:docMk/>
            <pc:sldMk cId="0" sldId="256"/>
            <ac:spMk id="45" creationId="{137AE50B-5DAE-4AB2-B92B-9CA07FAC023B}"/>
          </ac:spMkLst>
        </pc:spChg>
        <pc:grpChg chg="add del mod">
          <ac:chgData name="André-Guy Bruneau" userId="c9f3b82d5570fc32" providerId="LiveId" clId="{C4496A7D-9A64-4B82-9835-F710A7718518}" dt="2026-09-30T14:08:28.475" v="1479"/>
          <ac:grpSpMkLst>
            <pc:docMk/>
            <pc:sldMk cId="0" sldId="256"/>
            <ac:grpSpMk id="32" creationId="{836D97EF-B9B0-D710-6090-ACDB59521C21}"/>
          </ac:grpSpMkLst>
        </pc:grpChg>
        <pc:grpChg chg="add mod">
          <ac:chgData name="André-Guy Bruneau" userId="c9f3b82d5570fc32" providerId="LiveId" clId="{C4496A7D-9A64-4B82-9835-F710A7718518}" dt="2026-09-30T14:08:28.503" v="1544"/>
          <ac:grpSpMkLst>
            <pc:docMk/>
            <pc:sldMk cId="0" sldId="256"/>
            <ac:grpSpMk id="46" creationId="{75E40B8C-B756-5ADD-C690-394FCD70A715}"/>
          </ac:grpSpMkLst>
        </pc:grpChg>
        <pc:grpChg chg="del">
          <ac:chgData name="André-Guy Bruneau" userId="c9f3b82d5570fc32" providerId="LiveId" clId="{C4496A7D-9A64-4B82-9835-F710A7718518}" dt="2026-09-30T13:59:35.670" v="39"/>
          <ac:grpSpMkLst>
            <pc:docMk/>
            <pc:sldMk cId="0" sldId="256"/>
            <ac:grpSpMk id="1000" creationId="{00000000-0000-0000-0000-000000000000}"/>
          </ac:grpSpMkLst>
        </pc:grpChg>
      </pc:sldChg>
      <pc:sldChg chg="addSp delSp modSp mod">
        <pc:chgData name="André-Guy Bruneau" userId="c9f3b82d5570fc32" providerId="LiveId" clId="{C4496A7D-9A64-4B82-9835-F710A7718518}" dt="2026-09-30T14:08:28.520" v="1598"/>
        <pc:sldMkLst>
          <pc:docMk/>
          <pc:sldMk cId="0" sldId="257"/>
        </pc:sldMkLst>
        <pc:spChg chg="add mod">
          <ac:chgData name="André-Guy Bruneau" userId="c9f3b82d5570fc32" providerId="LiveId" clId="{C4496A7D-9A64-4B82-9835-F710A7718518}" dt="2026-09-30T14:06:21.899" v="1068"/>
          <ac:spMkLst>
            <pc:docMk/>
            <pc:sldMk cId="0" sldId="257"/>
            <ac:spMk id="35" creationId="{C847697C-DCF9-4644-BA43-E8A0BD08A267}"/>
          </ac:spMkLst>
        </pc:spChg>
        <pc:spChg chg="add mod">
          <ac:chgData name="André-Guy Bruneau" userId="c9f3b82d5570fc32" providerId="LiveId" clId="{C4496A7D-9A64-4B82-9835-F710A7718518}" dt="2026-09-30T14:06:21.899" v="1071"/>
          <ac:spMkLst>
            <pc:docMk/>
            <pc:sldMk cId="0" sldId="257"/>
            <ac:spMk id="36" creationId="{91D49875-7A86-4F8D-A2FE-3273ADE59B6E}"/>
          </ac:spMkLst>
        </pc:spChg>
        <pc:spChg chg="add mod">
          <ac:chgData name="André-Guy Bruneau" userId="c9f3b82d5570fc32" providerId="LiveId" clId="{C4496A7D-9A64-4B82-9835-F710A7718518}" dt="2026-09-30T14:06:21.899" v="1074"/>
          <ac:spMkLst>
            <pc:docMk/>
            <pc:sldMk cId="0" sldId="257"/>
            <ac:spMk id="37" creationId="{B44A2880-9F31-4F1F-A677-4109E8CA6EC7}"/>
          </ac:spMkLst>
        </pc:spChg>
        <pc:spChg chg="add mod">
          <ac:chgData name="André-Guy Bruneau" userId="c9f3b82d5570fc32" providerId="LiveId" clId="{C4496A7D-9A64-4B82-9835-F710A7718518}" dt="2026-09-30T14:06:21.899" v="1077"/>
          <ac:spMkLst>
            <pc:docMk/>
            <pc:sldMk cId="0" sldId="257"/>
            <ac:spMk id="38" creationId="{BF13FDB2-1DEB-42D5-B691-07CAAE49F02F}"/>
          </ac:spMkLst>
        </pc:spChg>
        <pc:spChg chg="add mod">
          <ac:chgData name="André-Guy Bruneau" userId="c9f3b82d5570fc32" providerId="LiveId" clId="{C4496A7D-9A64-4B82-9835-F710A7718518}" dt="2026-09-30T14:06:21.901" v="1080"/>
          <ac:spMkLst>
            <pc:docMk/>
            <pc:sldMk cId="0" sldId="257"/>
            <ac:spMk id="39" creationId="{9D4D29C7-A2C9-4268-804B-B8ED6DF94EC9}"/>
          </ac:spMkLst>
        </pc:spChg>
        <pc:spChg chg="add mod">
          <ac:chgData name="André-Guy Bruneau" userId="c9f3b82d5570fc32" providerId="LiveId" clId="{C4496A7D-9A64-4B82-9835-F710A7718518}" dt="2026-09-30T14:06:21.901" v="1083"/>
          <ac:spMkLst>
            <pc:docMk/>
            <pc:sldMk cId="0" sldId="257"/>
            <ac:spMk id="40" creationId="{26F329AD-7D97-46FB-B960-0435E6ED8B22}"/>
          </ac:spMkLst>
        </pc:spChg>
        <pc:spChg chg="add mod">
          <ac:chgData name="André-Guy Bruneau" userId="c9f3b82d5570fc32" providerId="LiveId" clId="{C4496A7D-9A64-4B82-9835-F710A7718518}" dt="2026-09-30T14:06:21.901" v="1086"/>
          <ac:spMkLst>
            <pc:docMk/>
            <pc:sldMk cId="0" sldId="257"/>
            <ac:spMk id="41" creationId="{C69DA029-5547-4044-9F6F-134D94D34559}"/>
          </ac:spMkLst>
        </pc:spChg>
        <pc:spChg chg="add mod">
          <ac:chgData name="André-Guy Bruneau" userId="c9f3b82d5570fc32" providerId="LiveId" clId="{C4496A7D-9A64-4B82-9835-F710A7718518}" dt="2026-09-30T14:06:21.901" v="1089"/>
          <ac:spMkLst>
            <pc:docMk/>
            <pc:sldMk cId="0" sldId="257"/>
            <ac:spMk id="42" creationId="{B45A8796-5418-49F6-AC2D-0B37F7B3E547}"/>
          </ac:spMkLst>
        </pc:spChg>
        <pc:spChg chg="add mod">
          <ac:chgData name="André-Guy Bruneau" userId="c9f3b82d5570fc32" providerId="LiveId" clId="{C4496A7D-9A64-4B82-9835-F710A7718518}" dt="2026-09-30T14:06:21.901" v="1092"/>
          <ac:spMkLst>
            <pc:docMk/>
            <pc:sldMk cId="0" sldId="257"/>
            <ac:spMk id="43" creationId="{1DB93AAA-07DB-4615-93E1-A78D56F338B1}"/>
          </ac:spMkLst>
        </pc:spChg>
        <pc:spChg chg="add mod">
          <ac:chgData name="André-Guy Bruneau" userId="c9f3b82d5570fc32" providerId="LiveId" clId="{C4496A7D-9A64-4B82-9835-F710A7718518}" dt="2026-09-30T14:06:21.902" v="1095"/>
          <ac:spMkLst>
            <pc:docMk/>
            <pc:sldMk cId="0" sldId="257"/>
            <ac:spMk id="44" creationId="{0097A472-938F-46AA-B35F-862CABBE69DF}"/>
          </ac:spMkLst>
        </pc:spChg>
        <pc:spChg chg="add mod">
          <ac:chgData name="André-Guy Bruneau" userId="c9f3b82d5570fc32" providerId="LiveId" clId="{C4496A7D-9A64-4B82-9835-F710A7718518}" dt="2026-09-30T14:06:21.902" v="1098"/>
          <ac:spMkLst>
            <pc:docMk/>
            <pc:sldMk cId="0" sldId="257"/>
            <ac:spMk id="45" creationId="{F51BB869-CB56-4A3D-9A91-A0C365B720CE}"/>
          </ac:spMkLst>
        </pc:spChg>
        <pc:spChg chg="add mod">
          <ac:chgData name="André-Guy Bruneau" userId="c9f3b82d5570fc32" providerId="LiveId" clId="{C4496A7D-9A64-4B82-9835-F710A7718518}" dt="2026-09-30T14:06:21.903" v="1101"/>
          <ac:spMkLst>
            <pc:docMk/>
            <pc:sldMk cId="0" sldId="257"/>
            <ac:spMk id="46" creationId="{66701720-FBF9-492E-B6E0-B37BA23FA22F}"/>
          </ac:spMkLst>
        </pc:spChg>
        <pc:spChg chg="add del mod">
          <ac:chgData name="André-Guy Bruneau" userId="c9f3b82d5570fc32" providerId="LiveId" clId="{C4496A7D-9A64-4B82-9835-F710A7718518}" dt="2026-09-30T14:06:21.899" v="1065"/>
          <ac:spMkLst>
            <pc:docMk/>
            <pc:sldMk cId="0" sldId="257"/>
            <ac:spMk id="47" creationId="{DA2A015A-3B97-4ADE-846A-DAF7DE18438E}"/>
          </ac:spMkLst>
        </pc:spChg>
        <pc:spChg chg="add mod">
          <ac:chgData name="André-Guy Bruneau" userId="c9f3b82d5570fc32" providerId="LiveId" clId="{C4496A7D-9A64-4B82-9835-F710A7718518}" dt="2026-09-30T14:08:28.508" v="1548"/>
          <ac:spMkLst>
            <pc:docMk/>
            <pc:sldMk cId="0" sldId="257"/>
            <ac:spMk id="49" creationId="{746442AE-29CA-4173-B5EF-4FE79002D5AC}"/>
          </ac:spMkLst>
        </pc:spChg>
        <pc:spChg chg="add mod">
          <ac:chgData name="André-Guy Bruneau" userId="c9f3b82d5570fc32" providerId="LiveId" clId="{C4496A7D-9A64-4B82-9835-F710A7718518}" dt="2026-09-30T14:08:28.508" v="1552"/>
          <ac:spMkLst>
            <pc:docMk/>
            <pc:sldMk cId="0" sldId="257"/>
            <ac:spMk id="50" creationId="{ADA5FAEA-B0BF-4006-A47B-96209B6B3E2B}"/>
          </ac:spMkLst>
        </pc:spChg>
        <pc:spChg chg="add mod">
          <ac:chgData name="André-Guy Bruneau" userId="c9f3b82d5570fc32" providerId="LiveId" clId="{C4496A7D-9A64-4B82-9835-F710A7718518}" dt="2026-09-30T14:08:28.510" v="1556"/>
          <ac:spMkLst>
            <pc:docMk/>
            <pc:sldMk cId="0" sldId="257"/>
            <ac:spMk id="51" creationId="{5B0B44DA-42AA-4000-9AF0-A0E95196B2B3}"/>
          </ac:spMkLst>
        </pc:spChg>
        <pc:spChg chg="add mod">
          <ac:chgData name="André-Guy Bruneau" userId="c9f3b82d5570fc32" providerId="LiveId" clId="{C4496A7D-9A64-4B82-9835-F710A7718518}" dt="2026-09-30T14:08:28.511" v="1560"/>
          <ac:spMkLst>
            <pc:docMk/>
            <pc:sldMk cId="0" sldId="257"/>
            <ac:spMk id="52" creationId="{E2C09C9B-4FDC-4D37-9FB2-DFBB634DFE3D}"/>
          </ac:spMkLst>
        </pc:spChg>
        <pc:spChg chg="add mod">
          <ac:chgData name="André-Guy Bruneau" userId="c9f3b82d5570fc32" providerId="LiveId" clId="{C4496A7D-9A64-4B82-9835-F710A7718518}" dt="2026-09-30T14:08:28.512" v="1564"/>
          <ac:spMkLst>
            <pc:docMk/>
            <pc:sldMk cId="0" sldId="257"/>
            <ac:spMk id="53" creationId="{8477239D-0069-4C3F-A705-794EC2C1EBEB}"/>
          </ac:spMkLst>
        </pc:spChg>
        <pc:spChg chg="add mod">
          <ac:chgData name="André-Guy Bruneau" userId="c9f3b82d5570fc32" providerId="LiveId" clId="{C4496A7D-9A64-4B82-9835-F710A7718518}" dt="2026-09-30T14:08:28.512" v="1568"/>
          <ac:spMkLst>
            <pc:docMk/>
            <pc:sldMk cId="0" sldId="257"/>
            <ac:spMk id="54" creationId="{9CB15FF7-3D5C-4E9A-9D52-6AF6EF6D07E3}"/>
          </ac:spMkLst>
        </pc:spChg>
        <pc:spChg chg="add mod">
          <ac:chgData name="André-Guy Bruneau" userId="c9f3b82d5570fc32" providerId="LiveId" clId="{C4496A7D-9A64-4B82-9835-F710A7718518}" dt="2026-09-30T14:08:28.513" v="1572"/>
          <ac:spMkLst>
            <pc:docMk/>
            <pc:sldMk cId="0" sldId="257"/>
            <ac:spMk id="55" creationId="{523F01ED-8C0A-4C7E-9D81-18BE864FE8E0}"/>
          </ac:spMkLst>
        </pc:spChg>
        <pc:spChg chg="add mod">
          <ac:chgData name="André-Guy Bruneau" userId="c9f3b82d5570fc32" providerId="LiveId" clId="{C4496A7D-9A64-4B82-9835-F710A7718518}" dt="2026-09-30T14:08:28.513" v="1576"/>
          <ac:spMkLst>
            <pc:docMk/>
            <pc:sldMk cId="0" sldId="257"/>
            <ac:spMk id="56" creationId="{EDA3336B-46A8-49C9-A450-6FCE6F24A48C}"/>
          </ac:spMkLst>
        </pc:spChg>
        <pc:spChg chg="add mod">
          <ac:chgData name="André-Guy Bruneau" userId="c9f3b82d5570fc32" providerId="LiveId" clId="{C4496A7D-9A64-4B82-9835-F710A7718518}" dt="2026-09-30T14:08:28.516" v="1580"/>
          <ac:spMkLst>
            <pc:docMk/>
            <pc:sldMk cId="0" sldId="257"/>
            <ac:spMk id="57" creationId="{149F7F01-3F17-49E5-A1E6-375CCA290A66}"/>
          </ac:spMkLst>
        </pc:spChg>
        <pc:spChg chg="add mod">
          <ac:chgData name="André-Guy Bruneau" userId="c9f3b82d5570fc32" providerId="LiveId" clId="{C4496A7D-9A64-4B82-9835-F710A7718518}" dt="2026-09-30T14:08:28.516" v="1584"/>
          <ac:spMkLst>
            <pc:docMk/>
            <pc:sldMk cId="0" sldId="257"/>
            <ac:spMk id="58" creationId="{F9ABDB27-67ED-420F-A7F4-F09FCA0623B9}"/>
          </ac:spMkLst>
        </pc:spChg>
        <pc:spChg chg="add mod">
          <ac:chgData name="André-Guy Bruneau" userId="c9f3b82d5570fc32" providerId="LiveId" clId="{C4496A7D-9A64-4B82-9835-F710A7718518}" dt="2026-09-30T14:08:28.516" v="1588"/>
          <ac:spMkLst>
            <pc:docMk/>
            <pc:sldMk cId="0" sldId="257"/>
            <ac:spMk id="59" creationId="{054247D6-AA19-4441-B018-582C718DB68F}"/>
          </ac:spMkLst>
        </pc:spChg>
        <pc:spChg chg="add mod">
          <ac:chgData name="André-Guy Bruneau" userId="c9f3b82d5570fc32" providerId="LiveId" clId="{C4496A7D-9A64-4B82-9835-F710A7718518}" dt="2026-09-30T14:08:28.516" v="1592"/>
          <ac:spMkLst>
            <pc:docMk/>
            <pc:sldMk cId="0" sldId="257"/>
            <ac:spMk id="60" creationId="{96F85A61-06C2-4B34-BFCA-5D72A4A159BD}"/>
          </ac:spMkLst>
        </pc:spChg>
        <pc:spChg chg="add mod">
          <ac:chgData name="André-Guy Bruneau" userId="c9f3b82d5570fc32" providerId="LiveId" clId="{C4496A7D-9A64-4B82-9835-F710A7718518}" dt="2026-09-30T14:08:28.519" v="1596"/>
          <ac:spMkLst>
            <pc:docMk/>
            <pc:sldMk cId="0" sldId="257"/>
            <ac:spMk id="61" creationId="{8B492EF5-EFF9-45F7-B16F-3A4D1CBEF04B}"/>
          </ac:spMkLst>
        </pc:spChg>
        <pc:grpChg chg="add del mod">
          <ac:chgData name="André-Guy Bruneau" userId="c9f3b82d5570fc32" providerId="LiveId" clId="{C4496A7D-9A64-4B82-9835-F710A7718518}" dt="2026-09-30T14:08:28.477" v="1480"/>
          <ac:grpSpMkLst>
            <pc:docMk/>
            <pc:sldMk cId="0" sldId="257"/>
            <ac:grpSpMk id="48" creationId="{09CE4465-6CB1-4454-0E50-15F2FF77D03A}"/>
          </ac:grpSpMkLst>
        </pc:grpChg>
        <pc:grpChg chg="add mod">
          <ac:chgData name="André-Guy Bruneau" userId="c9f3b82d5570fc32" providerId="LiveId" clId="{C4496A7D-9A64-4B82-9835-F710A7718518}" dt="2026-09-30T14:08:28.520" v="1598"/>
          <ac:grpSpMkLst>
            <pc:docMk/>
            <pc:sldMk cId="0" sldId="257"/>
            <ac:grpSpMk id="62" creationId="{C2B55EA9-6EB4-3CD4-D79F-7E36B5A900E8}"/>
          </ac:grpSpMkLst>
        </pc:grpChg>
        <pc:grpChg chg="del">
          <ac:chgData name="André-Guy Bruneau" userId="c9f3b82d5570fc32" providerId="LiveId" clId="{C4496A7D-9A64-4B82-9835-F710A7718518}" dt="2026-09-30T13:59:35.690" v="94"/>
          <ac:grpSpMkLst>
            <pc:docMk/>
            <pc:sldMk cId="0" sldId="257"/>
            <ac:grpSpMk id="1001" creationId="{00000000-0000-0000-0000-000000000000}"/>
          </ac:grpSpMkLst>
        </pc:grpChg>
      </pc:sldChg>
      <pc:sldChg chg="addSp delSp modSp mod">
        <pc:chgData name="André-Guy Bruneau" userId="c9f3b82d5570fc32" providerId="LiveId" clId="{C4496A7D-9A64-4B82-9835-F710A7718518}" dt="2026-09-30T14:08:28.541" v="1652"/>
        <pc:sldMkLst>
          <pc:docMk/>
          <pc:sldMk cId="0" sldId="258"/>
        </pc:sldMkLst>
        <pc:spChg chg="add mod">
          <ac:chgData name="André-Guy Bruneau" userId="c9f3b82d5570fc32" providerId="LiveId" clId="{C4496A7D-9A64-4B82-9835-F710A7718518}" dt="2026-09-30T14:06:21.903" v="1105"/>
          <ac:spMkLst>
            <pc:docMk/>
            <pc:sldMk cId="0" sldId="258"/>
            <ac:spMk id="41" creationId="{407D957A-C6E0-4E79-A21D-71C905E9AB74}"/>
          </ac:spMkLst>
        </pc:spChg>
        <pc:spChg chg="add mod">
          <ac:chgData name="André-Guy Bruneau" userId="c9f3b82d5570fc32" providerId="LiveId" clId="{C4496A7D-9A64-4B82-9835-F710A7718518}" dt="2026-09-30T14:06:21.903" v="1108"/>
          <ac:spMkLst>
            <pc:docMk/>
            <pc:sldMk cId="0" sldId="258"/>
            <ac:spMk id="42" creationId="{AE117D98-E2D9-482C-94D9-086EC29030C9}"/>
          </ac:spMkLst>
        </pc:spChg>
        <pc:spChg chg="add mod">
          <ac:chgData name="André-Guy Bruneau" userId="c9f3b82d5570fc32" providerId="LiveId" clId="{C4496A7D-9A64-4B82-9835-F710A7718518}" dt="2026-09-30T14:06:21.903" v="1111"/>
          <ac:spMkLst>
            <pc:docMk/>
            <pc:sldMk cId="0" sldId="258"/>
            <ac:spMk id="43" creationId="{87506684-07D0-477E-AB54-3917EFD81ABB}"/>
          </ac:spMkLst>
        </pc:spChg>
        <pc:spChg chg="add mod">
          <ac:chgData name="André-Guy Bruneau" userId="c9f3b82d5570fc32" providerId="LiveId" clId="{C4496A7D-9A64-4B82-9835-F710A7718518}" dt="2026-09-30T14:06:21.903" v="1114"/>
          <ac:spMkLst>
            <pc:docMk/>
            <pc:sldMk cId="0" sldId="258"/>
            <ac:spMk id="44" creationId="{1228D3C6-4591-40C4-B52F-0467DDAB1D46}"/>
          </ac:spMkLst>
        </pc:spChg>
        <pc:spChg chg="add mod">
          <ac:chgData name="André-Guy Bruneau" userId="c9f3b82d5570fc32" providerId="LiveId" clId="{C4496A7D-9A64-4B82-9835-F710A7718518}" dt="2026-09-30T14:06:21.903" v="1117"/>
          <ac:spMkLst>
            <pc:docMk/>
            <pc:sldMk cId="0" sldId="258"/>
            <ac:spMk id="45" creationId="{EED1B81C-F2B5-4AA3-8BC8-EF146168E366}"/>
          </ac:spMkLst>
        </pc:spChg>
        <pc:spChg chg="add mod">
          <ac:chgData name="André-Guy Bruneau" userId="c9f3b82d5570fc32" providerId="LiveId" clId="{C4496A7D-9A64-4B82-9835-F710A7718518}" dt="2026-09-30T14:06:21.903" v="1120"/>
          <ac:spMkLst>
            <pc:docMk/>
            <pc:sldMk cId="0" sldId="258"/>
            <ac:spMk id="46" creationId="{97F6B45B-3F16-429C-A437-2F388B2A0C5E}"/>
          </ac:spMkLst>
        </pc:spChg>
        <pc:spChg chg="add mod">
          <ac:chgData name="André-Guy Bruneau" userId="c9f3b82d5570fc32" providerId="LiveId" clId="{C4496A7D-9A64-4B82-9835-F710A7718518}" dt="2026-09-30T14:06:21.903" v="1123"/>
          <ac:spMkLst>
            <pc:docMk/>
            <pc:sldMk cId="0" sldId="258"/>
            <ac:spMk id="47" creationId="{7E73F174-21AC-4AE9-ADDC-25B1C3851001}"/>
          </ac:spMkLst>
        </pc:spChg>
        <pc:spChg chg="add mod">
          <ac:chgData name="André-Guy Bruneau" userId="c9f3b82d5570fc32" providerId="LiveId" clId="{C4496A7D-9A64-4B82-9835-F710A7718518}" dt="2026-09-30T14:06:21.903" v="1126"/>
          <ac:spMkLst>
            <pc:docMk/>
            <pc:sldMk cId="0" sldId="258"/>
            <ac:spMk id="48" creationId="{E52FAEA4-062A-48FF-918B-BB22DC4934D7}"/>
          </ac:spMkLst>
        </pc:spChg>
        <pc:spChg chg="add mod">
          <ac:chgData name="André-Guy Bruneau" userId="c9f3b82d5570fc32" providerId="LiveId" clId="{C4496A7D-9A64-4B82-9835-F710A7718518}" dt="2026-09-30T14:06:21.906" v="1129"/>
          <ac:spMkLst>
            <pc:docMk/>
            <pc:sldMk cId="0" sldId="258"/>
            <ac:spMk id="49" creationId="{833C6B51-B464-4915-A017-9FA5A58239A7}"/>
          </ac:spMkLst>
        </pc:spChg>
        <pc:spChg chg="add mod">
          <ac:chgData name="André-Guy Bruneau" userId="c9f3b82d5570fc32" providerId="LiveId" clId="{C4496A7D-9A64-4B82-9835-F710A7718518}" dt="2026-09-30T14:06:21.906" v="1132"/>
          <ac:spMkLst>
            <pc:docMk/>
            <pc:sldMk cId="0" sldId="258"/>
            <ac:spMk id="50" creationId="{77634ED0-82C8-4819-AE2B-FA0940EFB3F1}"/>
          </ac:spMkLst>
        </pc:spChg>
        <pc:spChg chg="add mod">
          <ac:chgData name="André-Guy Bruneau" userId="c9f3b82d5570fc32" providerId="LiveId" clId="{C4496A7D-9A64-4B82-9835-F710A7718518}" dt="2026-09-30T14:06:21.906" v="1135"/>
          <ac:spMkLst>
            <pc:docMk/>
            <pc:sldMk cId="0" sldId="258"/>
            <ac:spMk id="51" creationId="{2F5CBFE7-A83B-48A2-81E0-F81886A5447E}"/>
          </ac:spMkLst>
        </pc:spChg>
        <pc:spChg chg="add mod">
          <ac:chgData name="André-Guy Bruneau" userId="c9f3b82d5570fc32" providerId="LiveId" clId="{C4496A7D-9A64-4B82-9835-F710A7718518}" dt="2026-09-30T14:06:21.906" v="1138"/>
          <ac:spMkLst>
            <pc:docMk/>
            <pc:sldMk cId="0" sldId="258"/>
            <ac:spMk id="52" creationId="{18F00407-0B36-4721-944A-422E0A77A130}"/>
          </ac:spMkLst>
        </pc:spChg>
        <pc:spChg chg="add del mod">
          <ac:chgData name="André-Guy Bruneau" userId="c9f3b82d5570fc32" providerId="LiveId" clId="{C4496A7D-9A64-4B82-9835-F710A7718518}" dt="2026-09-30T14:06:21.903" v="1102"/>
          <ac:spMkLst>
            <pc:docMk/>
            <pc:sldMk cId="0" sldId="258"/>
            <ac:spMk id="53" creationId="{2C51FFC9-CC36-4055-967C-DB92A855B7C1}"/>
          </ac:spMkLst>
        </pc:spChg>
        <pc:spChg chg="add mod">
          <ac:chgData name="André-Guy Bruneau" userId="c9f3b82d5570fc32" providerId="LiveId" clId="{C4496A7D-9A64-4B82-9835-F710A7718518}" dt="2026-09-30T14:08:28.525" v="1602"/>
          <ac:spMkLst>
            <pc:docMk/>
            <pc:sldMk cId="0" sldId="258"/>
            <ac:spMk id="55" creationId="{B39D3C88-CF7E-4242-87AF-0BE5AA9E2882}"/>
          </ac:spMkLst>
        </pc:spChg>
        <pc:spChg chg="add mod">
          <ac:chgData name="André-Guy Bruneau" userId="c9f3b82d5570fc32" providerId="LiveId" clId="{C4496A7D-9A64-4B82-9835-F710A7718518}" dt="2026-09-30T14:08:28.527" v="1606"/>
          <ac:spMkLst>
            <pc:docMk/>
            <pc:sldMk cId="0" sldId="258"/>
            <ac:spMk id="56" creationId="{C3A1AA37-4F34-4518-9CDF-DA130959A3EB}"/>
          </ac:spMkLst>
        </pc:spChg>
        <pc:spChg chg="add mod">
          <ac:chgData name="André-Guy Bruneau" userId="c9f3b82d5570fc32" providerId="LiveId" clId="{C4496A7D-9A64-4B82-9835-F710A7718518}" dt="2026-09-30T14:08:28.528" v="1610"/>
          <ac:spMkLst>
            <pc:docMk/>
            <pc:sldMk cId="0" sldId="258"/>
            <ac:spMk id="57" creationId="{F8253D4C-0B2F-45A9-B19E-D449DEF13A61}"/>
          </ac:spMkLst>
        </pc:spChg>
        <pc:spChg chg="add mod">
          <ac:chgData name="André-Guy Bruneau" userId="c9f3b82d5570fc32" providerId="LiveId" clId="{C4496A7D-9A64-4B82-9835-F710A7718518}" dt="2026-09-30T14:08:28.529" v="1614"/>
          <ac:spMkLst>
            <pc:docMk/>
            <pc:sldMk cId="0" sldId="258"/>
            <ac:spMk id="58" creationId="{EF111CAE-97A7-43CA-BA85-1455F2F8B113}"/>
          </ac:spMkLst>
        </pc:spChg>
        <pc:spChg chg="add mod">
          <ac:chgData name="André-Guy Bruneau" userId="c9f3b82d5570fc32" providerId="LiveId" clId="{C4496A7D-9A64-4B82-9835-F710A7718518}" dt="2026-09-30T14:08:28.529" v="1618"/>
          <ac:spMkLst>
            <pc:docMk/>
            <pc:sldMk cId="0" sldId="258"/>
            <ac:spMk id="59" creationId="{05F01748-F3A3-4ED9-BA62-A9E8C73DCD96}"/>
          </ac:spMkLst>
        </pc:spChg>
        <pc:spChg chg="add mod">
          <ac:chgData name="André-Guy Bruneau" userId="c9f3b82d5570fc32" providerId="LiveId" clId="{C4496A7D-9A64-4B82-9835-F710A7718518}" dt="2026-09-30T14:08:28.529" v="1622"/>
          <ac:spMkLst>
            <pc:docMk/>
            <pc:sldMk cId="0" sldId="258"/>
            <ac:spMk id="60" creationId="{27F5E5D9-1EA2-417C-BEA6-941DADC843FC}"/>
          </ac:spMkLst>
        </pc:spChg>
        <pc:spChg chg="add mod">
          <ac:chgData name="André-Guy Bruneau" userId="c9f3b82d5570fc32" providerId="LiveId" clId="{C4496A7D-9A64-4B82-9835-F710A7718518}" dt="2026-09-30T14:08:28.532" v="1626"/>
          <ac:spMkLst>
            <pc:docMk/>
            <pc:sldMk cId="0" sldId="258"/>
            <ac:spMk id="61" creationId="{130B5126-E04D-4881-A9C9-8FE6B92E4050}"/>
          </ac:spMkLst>
        </pc:spChg>
        <pc:spChg chg="add mod">
          <ac:chgData name="André-Guy Bruneau" userId="c9f3b82d5570fc32" providerId="LiveId" clId="{C4496A7D-9A64-4B82-9835-F710A7718518}" dt="2026-09-30T14:08:28.533" v="1630"/>
          <ac:spMkLst>
            <pc:docMk/>
            <pc:sldMk cId="0" sldId="258"/>
            <ac:spMk id="62" creationId="{2954F56B-9F23-407E-94B9-2BE42CE7C408}"/>
          </ac:spMkLst>
        </pc:spChg>
        <pc:spChg chg="add mod">
          <ac:chgData name="André-Guy Bruneau" userId="c9f3b82d5570fc32" providerId="LiveId" clId="{C4496A7D-9A64-4B82-9835-F710A7718518}" dt="2026-09-30T14:08:28.533" v="1634"/>
          <ac:spMkLst>
            <pc:docMk/>
            <pc:sldMk cId="0" sldId="258"/>
            <ac:spMk id="63" creationId="{64C066B6-BCF5-40DB-B8CC-483D0B6F6726}"/>
          </ac:spMkLst>
        </pc:spChg>
        <pc:spChg chg="add mod">
          <ac:chgData name="André-Guy Bruneau" userId="c9f3b82d5570fc32" providerId="LiveId" clId="{C4496A7D-9A64-4B82-9835-F710A7718518}" dt="2026-09-30T14:08:28.535" v="1638"/>
          <ac:spMkLst>
            <pc:docMk/>
            <pc:sldMk cId="0" sldId="258"/>
            <ac:spMk id="960" creationId="{E9949BBC-29CF-4BAA-BC65-75D8722DFD3D}"/>
          </ac:spMkLst>
        </pc:spChg>
        <pc:spChg chg="add mod">
          <ac:chgData name="André-Guy Bruneau" userId="c9f3b82d5570fc32" providerId="LiveId" clId="{C4496A7D-9A64-4B82-9835-F710A7718518}" dt="2026-09-30T14:08:28.536" v="1642"/>
          <ac:spMkLst>
            <pc:docMk/>
            <pc:sldMk cId="0" sldId="258"/>
            <ac:spMk id="961" creationId="{8325456E-638E-45F9-8DFE-5256A5DFFCFC}"/>
          </ac:spMkLst>
        </pc:spChg>
        <pc:spChg chg="add mod">
          <ac:chgData name="André-Guy Bruneau" userId="c9f3b82d5570fc32" providerId="LiveId" clId="{C4496A7D-9A64-4B82-9835-F710A7718518}" dt="2026-09-30T14:08:28.537" v="1646"/>
          <ac:spMkLst>
            <pc:docMk/>
            <pc:sldMk cId="0" sldId="258"/>
            <ac:spMk id="962" creationId="{C9091CFA-8047-4A33-9DE3-DC12428A0569}"/>
          </ac:spMkLst>
        </pc:spChg>
        <pc:spChg chg="add mod">
          <ac:chgData name="André-Guy Bruneau" userId="c9f3b82d5570fc32" providerId="LiveId" clId="{C4496A7D-9A64-4B82-9835-F710A7718518}" dt="2026-09-30T14:08:28.537" v="1650"/>
          <ac:spMkLst>
            <pc:docMk/>
            <pc:sldMk cId="0" sldId="258"/>
            <ac:spMk id="963" creationId="{33E981AD-0074-4411-9FCB-3ADCA67C0E0A}"/>
          </ac:spMkLst>
        </pc:spChg>
        <pc:grpChg chg="add del mod">
          <ac:chgData name="André-Guy Bruneau" userId="c9f3b82d5570fc32" providerId="LiveId" clId="{C4496A7D-9A64-4B82-9835-F710A7718518}" dt="2026-09-30T14:08:28.477" v="1481"/>
          <ac:grpSpMkLst>
            <pc:docMk/>
            <pc:sldMk cId="0" sldId="258"/>
            <ac:grpSpMk id="54" creationId="{84E42327-27B2-ED4A-7B6F-DD9E2B9AED9A}"/>
          </ac:grpSpMkLst>
        </pc:grpChg>
        <pc:grpChg chg="add mod">
          <ac:chgData name="André-Guy Bruneau" userId="c9f3b82d5570fc32" providerId="LiveId" clId="{C4496A7D-9A64-4B82-9835-F710A7718518}" dt="2026-09-30T14:08:28.541" v="1652"/>
          <ac:grpSpMkLst>
            <pc:docMk/>
            <pc:sldMk cId="0" sldId="258"/>
            <ac:grpSpMk id="964" creationId="{6016EA9A-74FB-C045-9662-156E96AA1E0C}"/>
          </ac:grpSpMkLst>
        </pc:grpChg>
        <pc:grpChg chg="del">
          <ac:chgData name="André-Guy Bruneau" userId="c9f3b82d5570fc32" providerId="LiveId" clId="{C4496A7D-9A64-4B82-9835-F710A7718518}" dt="2026-09-30T13:59:35.700" v="149"/>
          <ac:grpSpMkLst>
            <pc:docMk/>
            <pc:sldMk cId="0" sldId="258"/>
            <ac:grpSpMk id="1002" creationId="{00000000-0000-0000-0000-000000000000}"/>
          </ac:grpSpMkLst>
        </pc:grpChg>
      </pc:sldChg>
      <pc:sldChg chg="addSp delSp modSp mod">
        <pc:chgData name="André-Guy Bruneau" userId="c9f3b82d5570fc32" providerId="LiveId" clId="{C4496A7D-9A64-4B82-9835-F710A7718518}" dt="2026-09-30T14:08:28.558" v="1706"/>
        <pc:sldMkLst>
          <pc:docMk/>
          <pc:sldMk cId="0" sldId="259"/>
        </pc:sldMkLst>
        <pc:spChg chg="add mod">
          <ac:chgData name="André-Guy Bruneau" userId="c9f3b82d5570fc32" providerId="LiveId" clId="{C4496A7D-9A64-4B82-9835-F710A7718518}" dt="2026-09-30T14:06:21.907" v="1142"/>
          <ac:spMkLst>
            <pc:docMk/>
            <pc:sldMk cId="0" sldId="259"/>
            <ac:spMk id="52" creationId="{B1B328CF-CD86-43AE-B4B0-7A71EC9227FC}"/>
          </ac:spMkLst>
        </pc:spChg>
        <pc:spChg chg="add mod">
          <ac:chgData name="André-Guy Bruneau" userId="c9f3b82d5570fc32" providerId="LiveId" clId="{C4496A7D-9A64-4B82-9835-F710A7718518}" dt="2026-09-30T14:06:21.907" v="1145"/>
          <ac:spMkLst>
            <pc:docMk/>
            <pc:sldMk cId="0" sldId="259"/>
            <ac:spMk id="53" creationId="{7269042A-472E-4BE2-AC47-0F7B0245096F}"/>
          </ac:spMkLst>
        </pc:spChg>
        <pc:spChg chg="add mod">
          <ac:chgData name="André-Guy Bruneau" userId="c9f3b82d5570fc32" providerId="LiveId" clId="{C4496A7D-9A64-4B82-9835-F710A7718518}" dt="2026-09-30T14:06:21.907" v="1148"/>
          <ac:spMkLst>
            <pc:docMk/>
            <pc:sldMk cId="0" sldId="259"/>
            <ac:spMk id="54" creationId="{AE363309-11F8-4338-83DE-586110417F1D}"/>
          </ac:spMkLst>
        </pc:spChg>
        <pc:spChg chg="add mod">
          <ac:chgData name="André-Guy Bruneau" userId="c9f3b82d5570fc32" providerId="LiveId" clId="{C4496A7D-9A64-4B82-9835-F710A7718518}" dt="2026-09-30T14:06:21.907" v="1151"/>
          <ac:spMkLst>
            <pc:docMk/>
            <pc:sldMk cId="0" sldId="259"/>
            <ac:spMk id="55" creationId="{8984556F-C118-4263-9EB4-116F12B67615}"/>
          </ac:spMkLst>
        </pc:spChg>
        <pc:spChg chg="add mod">
          <ac:chgData name="André-Guy Bruneau" userId="c9f3b82d5570fc32" providerId="LiveId" clId="{C4496A7D-9A64-4B82-9835-F710A7718518}" dt="2026-09-30T14:06:21.907" v="1154"/>
          <ac:spMkLst>
            <pc:docMk/>
            <pc:sldMk cId="0" sldId="259"/>
            <ac:spMk id="56" creationId="{93E470C8-0930-49A0-9248-89AA0E165D30}"/>
          </ac:spMkLst>
        </pc:spChg>
        <pc:spChg chg="add mod">
          <ac:chgData name="André-Guy Bruneau" userId="c9f3b82d5570fc32" providerId="LiveId" clId="{C4496A7D-9A64-4B82-9835-F710A7718518}" dt="2026-09-30T14:06:21.907" v="1157"/>
          <ac:spMkLst>
            <pc:docMk/>
            <pc:sldMk cId="0" sldId="259"/>
            <ac:spMk id="57" creationId="{83E515F2-5E43-4869-B65D-FB2E10A447B2}"/>
          </ac:spMkLst>
        </pc:spChg>
        <pc:spChg chg="add mod">
          <ac:chgData name="André-Guy Bruneau" userId="c9f3b82d5570fc32" providerId="LiveId" clId="{C4496A7D-9A64-4B82-9835-F710A7718518}" dt="2026-09-30T14:06:21.907" v="1160"/>
          <ac:spMkLst>
            <pc:docMk/>
            <pc:sldMk cId="0" sldId="259"/>
            <ac:spMk id="58" creationId="{68E54FA7-EEF5-4122-9441-B5B42F87ABF6}"/>
          </ac:spMkLst>
        </pc:spChg>
        <pc:spChg chg="add mod">
          <ac:chgData name="André-Guy Bruneau" userId="c9f3b82d5570fc32" providerId="LiveId" clId="{C4496A7D-9A64-4B82-9835-F710A7718518}" dt="2026-09-30T14:06:21.907" v="1163"/>
          <ac:spMkLst>
            <pc:docMk/>
            <pc:sldMk cId="0" sldId="259"/>
            <ac:spMk id="59" creationId="{B88952D8-A80C-482E-A277-0D63C9A25007}"/>
          </ac:spMkLst>
        </pc:spChg>
        <pc:spChg chg="add mod">
          <ac:chgData name="André-Guy Bruneau" userId="c9f3b82d5570fc32" providerId="LiveId" clId="{C4496A7D-9A64-4B82-9835-F710A7718518}" dt="2026-09-30T14:06:21.907" v="1166"/>
          <ac:spMkLst>
            <pc:docMk/>
            <pc:sldMk cId="0" sldId="259"/>
            <ac:spMk id="60" creationId="{666D22C7-ACC0-4C73-8CF2-00760D60257A}"/>
          </ac:spMkLst>
        </pc:spChg>
        <pc:spChg chg="add mod">
          <ac:chgData name="André-Guy Bruneau" userId="c9f3b82d5570fc32" providerId="LiveId" clId="{C4496A7D-9A64-4B82-9835-F710A7718518}" dt="2026-09-30T14:06:21.910" v="1169"/>
          <ac:spMkLst>
            <pc:docMk/>
            <pc:sldMk cId="0" sldId="259"/>
            <ac:spMk id="61" creationId="{7EF27815-1DF6-4470-BC07-4DFA42EACD84}"/>
          </ac:spMkLst>
        </pc:spChg>
        <pc:spChg chg="add mod">
          <ac:chgData name="André-Guy Bruneau" userId="c9f3b82d5570fc32" providerId="LiveId" clId="{C4496A7D-9A64-4B82-9835-F710A7718518}" dt="2026-09-30T14:06:21.910" v="1172"/>
          <ac:spMkLst>
            <pc:docMk/>
            <pc:sldMk cId="0" sldId="259"/>
            <ac:spMk id="62" creationId="{53252D95-F19E-4BC3-B39E-0E6C4CE45629}"/>
          </ac:spMkLst>
        </pc:spChg>
        <pc:spChg chg="add mod">
          <ac:chgData name="André-Guy Bruneau" userId="c9f3b82d5570fc32" providerId="LiveId" clId="{C4496A7D-9A64-4B82-9835-F710A7718518}" dt="2026-09-30T14:06:21.910" v="1175"/>
          <ac:spMkLst>
            <pc:docMk/>
            <pc:sldMk cId="0" sldId="259"/>
            <ac:spMk id="63" creationId="{2780BB23-4233-4246-940F-0C264BD1C657}"/>
          </ac:spMkLst>
        </pc:spChg>
        <pc:spChg chg="add del mod">
          <ac:chgData name="André-Guy Bruneau" userId="c9f3b82d5570fc32" providerId="LiveId" clId="{C4496A7D-9A64-4B82-9835-F710A7718518}" dt="2026-09-30T14:06:21.907" v="1139"/>
          <ac:spMkLst>
            <pc:docMk/>
            <pc:sldMk cId="0" sldId="259"/>
            <ac:spMk id="960" creationId="{4667F0BB-CC51-4C8F-BF2F-0FFA33305295}"/>
          </ac:spMkLst>
        </pc:spChg>
        <pc:spChg chg="add mod">
          <ac:chgData name="André-Guy Bruneau" userId="c9f3b82d5570fc32" providerId="LiveId" clId="{C4496A7D-9A64-4B82-9835-F710A7718518}" dt="2026-09-30T14:08:28.544" v="1656"/>
          <ac:spMkLst>
            <pc:docMk/>
            <pc:sldMk cId="0" sldId="259"/>
            <ac:spMk id="962" creationId="{C57DED89-8455-4DDF-ABBB-B610F14973F0}"/>
          </ac:spMkLst>
        </pc:spChg>
        <pc:spChg chg="add mod">
          <ac:chgData name="André-Guy Bruneau" userId="c9f3b82d5570fc32" providerId="LiveId" clId="{C4496A7D-9A64-4B82-9835-F710A7718518}" dt="2026-09-30T14:08:28.545" v="1660"/>
          <ac:spMkLst>
            <pc:docMk/>
            <pc:sldMk cId="0" sldId="259"/>
            <ac:spMk id="963" creationId="{D3A4EB77-49FB-444D-9727-6C84C4733124}"/>
          </ac:spMkLst>
        </pc:spChg>
        <pc:spChg chg="add mod">
          <ac:chgData name="André-Guy Bruneau" userId="c9f3b82d5570fc32" providerId="LiveId" clId="{C4496A7D-9A64-4B82-9835-F710A7718518}" dt="2026-09-30T14:08:28.545" v="1664"/>
          <ac:spMkLst>
            <pc:docMk/>
            <pc:sldMk cId="0" sldId="259"/>
            <ac:spMk id="964" creationId="{5444AFD9-245A-405E-8632-760CFBAC244E}"/>
          </ac:spMkLst>
        </pc:spChg>
        <pc:spChg chg="add mod">
          <ac:chgData name="André-Guy Bruneau" userId="c9f3b82d5570fc32" providerId="LiveId" clId="{C4496A7D-9A64-4B82-9835-F710A7718518}" dt="2026-09-30T14:08:28.545" v="1668"/>
          <ac:spMkLst>
            <pc:docMk/>
            <pc:sldMk cId="0" sldId="259"/>
            <ac:spMk id="965" creationId="{3CC44B34-BE43-441D-8E89-70B36A3B51B8}"/>
          </ac:spMkLst>
        </pc:spChg>
        <pc:spChg chg="add mod">
          <ac:chgData name="André-Guy Bruneau" userId="c9f3b82d5570fc32" providerId="LiveId" clId="{C4496A7D-9A64-4B82-9835-F710A7718518}" dt="2026-09-30T14:08:28.548" v="1672"/>
          <ac:spMkLst>
            <pc:docMk/>
            <pc:sldMk cId="0" sldId="259"/>
            <ac:spMk id="966" creationId="{A9EDFC63-E1D5-49FB-8C79-DC7B276D2213}"/>
          </ac:spMkLst>
        </pc:spChg>
        <pc:spChg chg="add mod">
          <ac:chgData name="André-Guy Bruneau" userId="c9f3b82d5570fc32" providerId="LiveId" clId="{C4496A7D-9A64-4B82-9835-F710A7718518}" dt="2026-09-30T14:08:28.549" v="1676"/>
          <ac:spMkLst>
            <pc:docMk/>
            <pc:sldMk cId="0" sldId="259"/>
            <ac:spMk id="967" creationId="{7A4400A9-BEBD-4E24-84BC-70BD1E03764A}"/>
          </ac:spMkLst>
        </pc:spChg>
        <pc:spChg chg="add mod">
          <ac:chgData name="André-Guy Bruneau" userId="c9f3b82d5570fc32" providerId="LiveId" clId="{C4496A7D-9A64-4B82-9835-F710A7718518}" dt="2026-09-30T14:08:28.549" v="1680"/>
          <ac:spMkLst>
            <pc:docMk/>
            <pc:sldMk cId="0" sldId="259"/>
            <ac:spMk id="968" creationId="{51DAC5B8-3EF9-4473-AE41-6BEAF8C84215}"/>
          </ac:spMkLst>
        </pc:spChg>
        <pc:spChg chg="add mod">
          <ac:chgData name="André-Guy Bruneau" userId="c9f3b82d5570fc32" providerId="LiveId" clId="{C4496A7D-9A64-4B82-9835-F710A7718518}" dt="2026-09-30T14:08:28.549" v="1684"/>
          <ac:spMkLst>
            <pc:docMk/>
            <pc:sldMk cId="0" sldId="259"/>
            <ac:spMk id="969" creationId="{6027BC41-4A45-4C5A-90B2-3CF52D1943C1}"/>
          </ac:spMkLst>
        </pc:spChg>
        <pc:spChg chg="add mod">
          <ac:chgData name="André-Guy Bruneau" userId="c9f3b82d5570fc32" providerId="LiveId" clId="{C4496A7D-9A64-4B82-9835-F710A7718518}" dt="2026-09-30T14:08:28.553" v="1688"/>
          <ac:spMkLst>
            <pc:docMk/>
            <pc:sldMk cId="0" sldId="259"/>
            <ac:spMk id="970" creationId="{0E80C967-74EA-4035-8D28-CDEE6D4518F7}"/>
          </ac:spMkLst>
        </pc:spChg>
        <pc:spChg chg="add mod">
          <ac:chgData name="André-Guy Bruneau" userId="c9f3b82d5570fc32" providerId="LiveId" clId="{C4496A7D-9A64-4B82-9835-F710A7718518}" dt="2026-09-30T14:08:28.554" v="1692"/>
          <ac:spMkLst>
            <pc:docMk/>
            <pc:sldMk cId="0" sldId="259"/>
            <ac:spMk id="971" creationId="{E011A900-B3FA-406E-9A45-8434F746842E}"/>
          </ac:spMkLst>
        </pc:spChg>
        <pc:spChg chg="add mod">
          <ac:chgData name="André-Guy Bruneau" userId="c9f3b82d5570fc32" providerId="LiveId" clId="{C4496A7D-9A64-4B82-9835-F710A7718518}" dt="2026-09-30T14:08:28.554" v="1696"/>
          <ac:spMkLst>
            <pc:docMk/>
            <pc:sldMk cId="0" sldId="259"/>
            <ac:spMk id="972" creationId="{D943F222-2FA5-4A71-BBD7-DD857D1B4213}"/>
          </ac:spMkLst>
        </pc:spChg>
        <pc:spChg chg="add mod">
          <ac:chgData name="André-Guy Bruneau" userId="c9f3b82d5570fc32" providerId="LiveId" clId="{C4496A7D-9A64-4B82-9835-F710A7718518}" dt="2026-09-30T14:08:28.556" v="1700"/>
          <ac:spMkLst>
            <pc:docMk/>
            <pc:sldMk cId="0" sldId="259"/>
            <ac:spMk id="973" creationId="{EA3620E7-887C-433B-B13B-A8739272E234}"/>
          </ac:spMkLst>
        </pc:spChg>
        <pc:spChg chg="add mod">
          <ac:chgData name="André-Guy Bruneau" userId="c9f3b82d5570fc32" providerId="LiveId" clId="{C4496A7D-9A64-4B82-9835-F710A7718518}" dt="2026-09-30T14:08:28.556" v="1704"/>
          <ac:spMkLst>
            <pc:docMk/>
            <pc:sldMk cId="0" sldId="259"/>
            <ac:spMk id="974" creationId="{2F938F47-883C-46D6-B3C9-E27267D65F51}"/>
          </ac:spMkLst>
        </pc:spChg>
        <pc:grpChg chg="add del mod">
          <ac:chgData name="André-Guy Bruneau" userId="c9f3b82d5570fc32" providerId="LiveId" clId="{C4496A7D-9A64-4B82-9835-F710A7718518}" dt="2026-09-30T14:08:28.477" v="1482"/>
          <ac:grpSpMkLst>
            <pc:docMk/>
            <pc:sldMk cId="0" sldId="259"/>
            <ac:grpSpMk id="961" creationId="{60CAB85D-E33B-899B-3DFD-96908D11DB48}"/>
          </ac:grpSpMkLst>
        </pc:grpChg>
        <pc:grpChg chg="add mod">
          <ac:chgData name="André-Guy Bruneau" userId="c9f3b82d5570fc32" providerId="LiveId" clId="{C4496A7D-9A64-4B82-9835-F710A7718518}" dt="2026-09-30T14:08:28.558" v="1706"/>
          <ac:grpSpMkLst>
            <pc:docMk/>
            <pc:sldMk cId="0" sldId="259"/>
            <ac:grpSpMk id="975" creationId="{6A5C0F94-EF4F-8A2F-7526-A59A8FDE7AEC}"/>
          </ac:grpSpMkLst>
        </pc:grpChg>
        <pc:grpChg chg="del">
          <ac:chgData name="André-Guy Bruneau" userId="c9f3b82d5570fc32" providerId="LiveId" clId="{C4496A7D-9A64-4B82-9835-F710A7718518}" dt="2026-09-30T13:59:35.708" v="204"/>
          <ac:grpSpMkLst>
            <pc:docMk/>
            <pc:sldMk cId="0" sldId="259"/>
            <ac:grpSpMk id="1003" creationId="{00000000-0000-0000-0000-000000000000}"/>
          </ac:grpSpMkLst>
        </pc:grpChg>
      </pc:sldChg>
      <pc:sldChg chg="addSp delSp modSp mod">
        <pc:chgData name="André-Guy Bruneau" userId="c9f3b82d5570fc32" providerId="LiveId" clId="{C4496A7D-9A64-4B82-9835-F710A7718518}" dt="2026-09-30T14:08:28.595" v="1814"/>
        <pc:sldMkLst>
          <pc:docMk/>
          <pc:sldMk cId="0" sldId="260"/>
        </pc:sldMkLst>
        <pc:spChg chg="add mod">
          <ac:chgData name="André-Guy Bruneau" userId="c9f3b82d5570fc32" providerId="LiveId" clId="{C4496A7D-9A64-4B82-9835-F710A7718518}" dt="2026-09-30T14:06:21.914" v="1216"/>
          <ac:spMkLst>
            <pc:docMk/>
            <pc:sldMk cId="0" sldId="260"/>
            <ac:spMk id="36" creationId="{CDDDE8F5-2D13-4C6A-8EF0-A0A51E8F1A93}"/>
          </ac:spMkLst>
        </pc:spChg>
        <pc:spChg chg="add mod">
          <ac:chgData name="André-Guy Bruneau" userId="c9f3b82d5570fc32" providerId="LiveId" clId="{C4496A7D-9A64-4B82-9835-F710A7718518}" dt="2026-09-30T14:06:21.916" v="1219"/>
          <ac:spMkLst>
            <pc:docMk/>
            <pc:sldMk cId="0" sldId="260"/>
            <ac:spMk id="37" creationId="{764A8704-949B-4757-887A-FE35AF21D540}"/>
          </ac:spMkLst>
        </pc:spChg>
        <pc:spChg chg="add mod">
          <ac:chgData name="André-Guy Bruneau" userId="c9f3b82d5570fc32" providerId="LiveId" clId="{C4496A7D-9A64-4B82-9835-F710A7718518}" dt="2026-09-30T14:06:21.916" v="1222"/>
          <ac:spMkLst>
            <pc:docMk/>
            <pc:sldMk cId="0" sldId="260"/>
            <ac:spMk id="38" creationId="{66EB1EB5-B850-4C7D-B81C-B00BF99A9BC2}"/>
          </ac:spMkLst>
        </pc:spChg>
        <pc:spChg chg="add mod">
          <ac:chgData name="André-Guy Bruneau" userId="c9f3b82d5570fc32" providerId="LiveId" clId="{C4496A7D-9A64-4B82-9835-F710A7718518}" dt="2026-09-30T14:06:21.916" v="1225"/>
          <ac:spMkLst>
            <pc:docMk/>
            <pc:sldMk cId="0" sldId="260"/>
            <ac:spMk id="39" creationId="{960C96FA-A3EE-414C-9692-D7C204FAE380}"/>
          </ac:spMkLst>
        </pc:spChg>
        <pc:spChg chg="add mod">
          <ac:chgData name="André-Guy Bruneau" userId="c9f3b82d5570fc32" providerId="LiveId" clId="{C4496A7D-9A64-4B82-9835-F710A7718518}" dt="2026-09-30T14:06:21.916" v="1228"/>
          <ac:spMkLst>
            <pc:docMk/>
            <pc:sldMk cId="0" sldId="260"/>
            <ac:spMk id="40" creationId="{FA541110-1B98-4DE3-8C2F-864612190365}"/>
          </ac:spMkLst>
        </pc:spChg>
        <pc:spChg chg="add mod">
          <ac:chgData name="André-Guy Bruneau" userId="c9f3b82d5570fc32" providerId="LiveId" clId="{C4496A7D-9A64-4B82-9835-F710A7718518}" dt="2026-09-30T14:06:21.916" v="1231"/>
          <ac:spMkLst>
            <pc:docMk/>
            <pc:sldMk cId="0" sldId="260"/>
            <ac:spMk id="41" creationId="{E4B26E7B-DF45-4BEB-BCBD-1FE8167DBDA6}"/>
          </ac:spMkLst>
        </pc:spChg>
        <pc:spChg chg="add mod">
          <ac:chgData name="André-Guy Bruneau" userId="c9f3b82d5570fc32" providerId="LiveId" clId="{C4496A7D-9A64-4B82-9835-F710A7718518}" dt="2026-09-30T14:06:21.916" v="1234"/>
          <ac:spMkLst>
            <pc:docMk/>
            <pc:sldMk cId="0" sldId="260"/>
            <ac:spMk id="42" creationId="{EA957465-431C-4D90-8AE5-586DC87910A4}"/>
          </ac:spMkLst>
        </pc:spChg>
        <pc:spChg chg="add mod">
          <ac:chgData name="André-Guy Bruneau" userId="c9f3b82d5570fc32" providerId="LiveId" clId="{C4496A7D-9A64-4B82-9835-F710A7718518}" dt="2026-09-30T14:06:21.916" v="1237"/>
          <ac:spMkLst>
            <pc:docMk/>
            <pc:sldMk cId="0" sldId="260"/>
            <ac:spMk id="43" creationId="{06C7B1EA-59D5-4704-9AC4-B74066D8C0E9}"/>
          </ac:spMkLst>
        </pc:spChg>
        <pc:spChg chg="add mod">
          <ac:chgData name="André-Guy Bruneau" userId="c9f3b82d5570fc32" providerId="LiveId" clId="{C4496A7D-9A64-4B82-9835-F710A7718518}" dt="2026-09-30T14:06:21.916" v="1240"/>
          <ac:spMkLst>
            <pc:docMk/>
            <pc:sldMk cId="0" sldId="260"/>
            <ac:spMk id="44" creationId="{BCE56761-67BD-4A5F-88B6-3F7BE31C36D9}"/>
          </ac:spMkLst>
        </pc:spChg>
        <pc:spChg chg="add mod">
          <ac:chgData name="André-Guy Bruneau" userId="c9f3b82d5570fc32" providerId="LiveId" clId="{C4496A7D-9A64-4B82-9835-F710A7718518}" dt="2026-09-30T14:06:21.916" v="1243"/>
          <ac:spMkLst>
            <pc:docMk/>
            <pc:sldMk cId="0" sldId="260"/>
            <ac:spMk id="45" creationId="{335DDC75-B4B6-44AE-B8EC-03B09F815852}"/>
          </ac:spMkLst>
        </pc:spChg>
        <pc:spChg chg="add mod">
          <ac:chgData name="André-Guy Bruneau" userId="c9f3b82d5570fc32" providerId="LiveId" clId="{C4496A7D-9A64-4B82-9835-F710A7718518}" dt="2026-09-30T14:06:21.916" v="1246"/>
          <ac:spMkLst>
            <pc:docMk/>
            <pc:sldMk cId="0" sldId="260"/>
            <ac:spMk id="46" creationId="{43BE5BE4-4B4E-4302-B8AA-44D40F4EA119}"/>
          </ac:spMkLst>
        </pc:spChg>
        <pc:spChg chg="add mod">
          <ac:chgData name="André-Guy Bruneau" userId="c9f3b82d5570fc32" providerId="LiveId" clId="{C4496A7D-9A64-4B82-9835-F710A7718518}" dt="2026-09-30T14:06:21.916" v="1249"/>
          <ac:spMkLst>
            <pc:docMk/>
            <pc:sldMk cId="0" sldId="260"/>
            <ac:spMk id="47" creationId="{390976EA-7626-436C-86EE-AB05DA4AB1AA}"/>
          </ac:spMkLst>
        </pc:spChg>
        <pc:spChg chg="add del mod">
          <ac:chgData name="André-Guy Bruneau" userId="c9f3b82d5570fc32" providerId="LiveId" clId="{C4496A7D-9A64-4B82-9835-F710A7718518}" dt="2026-09-30T14:06:21.914" v="1213"/>
          <ac:spMkLst>
            <pc:docMk/>
            <pc:sldMk cId="0" sldId="260"/>
            <ac:spMk id="48" creationId="{99C4CD61-08E3-40ED-9EDC-870E4F2715B3}"/>
          </ac:spMkLst>
        </pc:spChg>
        <pc:spChg chg="add mod">
          <ac:chgData name="André-Guy Bruneau" userId="c9f3b82d5570fc32" providerId="LiveId" clId="{C4496A7D-9A64-4B82-9835-F710A7718518}" dt="2026-09-30T14:08:28.582" v="1764"/>
          <ac:spMkLst>
            <pc:docMk/>
            <pc:sldMk cId="0" sldId="260"/>
            <ac:spMk id="50" creationId="{DE7C969D-EE73-4098-9311-FC2B9C76B056}"/>
          </ac:spMkLst>
        </pc:spChg>
        <pc:spChg chg="add mod">
          <ac:chgData name="André-Guy Bruneau" userId="c9f3b82d5570fc32" providerId="LiveId" clId="{C4496A7D-9A64-4B82-9835-F710A7718518}" dt="2026-09-30T14:08:28.582" v="1768"/>
          <ac:spMkLst>
            <pc:docMk/>
            <pc:sldMk cId="0" sldId="260"/>
            <ac:spMk id="51" creationId="{A01E9518-E359-4689-994C-CAC06754825C}"/>
          </ac:spMkLst>
        </pc:spChg>
        <pc:spChg chg="add mod">
          <ac:chgData name="André-Guy Bruneau" userId="c9f3b82d5570fc32" providerId="LiveId" clId="{C4496A7D-9A64-4B82-9835-F710A7718518}" dt="2026-09-30T14:08:28.582" v="1772"/>
          <ac:spMkLst>
            <pc:docMk/>
            <pc:sldMk cId="0" sldId="260"/>
            <ac:spMk id="52" creationId="{54850CFE-98DA-4AA0-B47C-34CA3A53D77E}"/>
          </ac:spMkLst>
        </pc:spChg>
        <pc:spChg chg="add mod">
          <ac:chgData name="André-Guy Bruneau" userId="c9f3b82d5570fc32" providerId="LiveId" clId="{C4496A7D-9A64-4B82-9835-F710A7718518}" dt="2026-09-30T14:08:28.584" v="1776"/>
          <ac:spMkLst>
            <pc:docMk/>
            <pc:sldMk cId="0" sldId="260"/>
            <ac:spMk id="53" creationId="{E48AAF01-48B0-4809-8540-0D227786B4E0}"/>
          </ac:spMkLst>
        </pc:spChg>
        <pc:spChg chg="add mod">
          <ac:chgData name="André-Guy Bruneau" userId="c9f3b82d5570fc32" providerId="LiveId" clId="{C4496A7D-9A64-4B82-9835-F710A7718518}" dt="2026-09-30T14:08:28.584" v="1780"/>
          <ac:spMkLst>
            <pc:docMk/>
            <pc:sldMk cId="0" sldId="260"/>
            <ac:spMk id="54" creationId="{65FC6024-8873-40F1-A651-EDDB491119C5}"/>
          </ac:spMkLst>
        </pc:spChg>
        <pc:spChg chg="add mod">
          <ac:chgData name="André-Guy Bruneau" userId="c9f3b82d5570fc32" providerId="LiveId" clId="{C4496A7D-9A64-4B82-9835-F710A7718518}" dt="2026-09-30T14:08:28.586" v="1784"/>
          <ac:spMkLst>
            <pc:docMk/>
            <pc:sldMk cId="0" sldId="260"/>
            <ac:spMk id="55" creationId="{3D9A68EF-3CA7-4772-8A94-A175640D6EC5}"/>
          </ac:spMkLst>
        </pc:spChg>
        <pc:spChg chg="add mod">
          <ac:chgData name="André-Guy Bruneau" userId="c9f3b82d5570fc32" providerId="LiveId" clId="{C4496A7D-9A64-4B82-9835-F710A7718518}" dt="2026-09-30T14:08:28.587" v="1788"/>
          <ac:spMkLst>
            <pc:docMk/>
            <pc:sldMk cId="0" sldId="260"/>
            <ac:spMk id="56" creationId="{90DA562C-3CD1-4F1E-BC82-6D3AC21232BE}"/>
          </ac:spMkLst>
        </pc:spChg>
        <pc:spChg chg="add mod">
          <ac:chgData name="André-Guy Bruneau" userId="c9f3b82d5570fc32" providerId="LiveId" clId="{C4496A7D-9A64-4B82-9835-F710A7718518}" dt="2026-09-30T14:08:28.587" v="1792"/>
          <ac:spMkLst>
            <pc:docMk/>
            <pc:sldMk cId="0" sldId="260"/>
            <ac:spMk id="57" creationId="{F71A710D-F0AB-4BE9-B5C2-B4B3B3ABC725}"/>
          </ac:spMkLst>
        </pc:spChg>
        <pc:spChg chg="add mod">
          <ac:chgData name="André-Guy Bruneau" userId="c9f3b82d5570fc32" providerId="LiveId" clId="{C4496A7D-9A64-4B82-9835-F710A7718518}" dt="2026-09-30T14:08:28.589" v="1796"/>
          <ac:spMkLst>
            <pc:docMk/>
            <pc:sldMk cId="0" sldId="260"/>
            <ac:spMk id="58" creationId="{8CFA392D-EF92-4E56-B2D5-4FE618E4D55F}"/>
          </ac:spMkLst>
        </pc:spChg>
        <pc:spChg chg="add mod">
          <ac:chgData name="André-Guy Bruneau" userId="c9f3b82d5570fc32" providerId="LiveId" clId="{C4496A7D-9A64-4B82-9835-F710A7718518}" dt="2026-09-30T14:08:28.589" v="1800"/>
          <ac:spMkLst>
            <pc:docMk/>
            <pc:sldMk cId="0" sldId="260"/>
            <ac:spMk id="59" creationId="{707152D3-FFAB-48AC-A0E0-18C365597A32}"/>
          </ac:spMkLst>
        </pc:spChg>
        <pc:spChg chg="add mod">
          <ac:chgData name="André-Guy Bruneau" userId="c9f3b82d5570fc32" providerId="LiveId" clId="{C4496A7D-9A64-4B82-9835-F710A7718518}" dt="2026-09-30T14:08:28.590" v="1804"/>
          <ac:spMkLst>
            <pc:docMk/>
            <pc:sldMk cId="0" sldId="260"/>
            <ac:spMk id="60" creationId="{59552BE6-95C0-41DD-B959-B85B93072B2B}"/>
          </ac:spMkLst>
        </pc:spChg>
        <pc:spChg chg="add mod">
          <ac:chgData name="André-Guy Bruneau" userId="c9f3b82d5570fc32" providerId="LiveId" clId="{C4496A7D-9A64-4B82-9835-F710A7718518}" dt="2026-09-30T14:08:28.590" v="1808"/>
          <ac:spMkLst>
            <pc:docMk/>
            <pc:sldMk cId="0" sldId="260"/>
            <ac:spMk id="61" creationId="{CE921C86-69C0-4760-B7F8-08EA9A684D51}"/>
          </ac:spMkLst>
        </pc:spChg>
        <pc:spChg chg="add mod">
          <ac:chgData name="André-Guy Bruneau" userId="c9f3b82d5570fc32" providerId="LiveId" clId="{C4496A7D-9A64-4B82-9835-F710A7718518}" dt="2026-09-30T14:08:28.592" v="1812"/>
          <ac:spMkLst>
            <pc:docMk/>
            <pc:sldMk cId="0" sldId="260"/>
            <ac:spMk id="62" creationId="{895CF82F-1DA7-4406-BF86-046FC6611D3E}"/>
          </ac:spMkLst>
        </pc:spChg>
        <pc:grpChg chg="add del mod">
          <ac:chgData name="André-Guy Bruneau" userId="c9f3b82d5570fc32" providerId="LiveId" clId="{C4496A7D-9A64-4B82-9835-F710A7718518}" dt="2026-09-30T14:08:28.478" v="1484"/>
          <ac:grpSpMkLst>
            <pc:docMk/>
            <pc:sldMk cId="0" sldId="260"/>
            <ac:grpSpMk id="49" creationId="{ED1E8D0E-7A4F-4888-63E5-AFF3617D64F0}"/>
          </ac:grpSpMkLst>
        </pc:grpChg>
        <pc:grpChg chg="add mod">
          <ac:chgData name="André-Guy Bruneau" userId="c9f3b82d5570fc32" providerId="LiveId" clId="{C4496A7D-9A64-4B82-9835-F710A7718518}" dt="2026-09-30T14:08:28.595" v="1814"/>
          <ac:grpSpMkLst>
            <pc:docMk/>
            <pc:sldMk cId="0" sldId="260"/>
            <ac:grpSpMk id="63" creationId="{0316C2A0-84AA-9627-B6B1-DD9154681F27}"/>
          </ac:grpSpMkLst>
        </pc:grpChg>
        <pc:grpChg chg="del">
          <ac:chgData name="André-Guy Bruneau" userId="c9f3b82d5570fc32" providerId="LiveId" clId="{C4496A7D-9A64-4B82-9835-F710A7718518}" dt="2026-09-30T13:59:35.732" v="313"/>
          <ac:grpSpMkLst>
            <pc:docMk/>
            <pc:sldMk cId="0" sldId="260"/>
            <ac:grpSpMk id="1005" creationId="{00000000-0000-0000-0000-000000000000}"/>
          </ac:grpSpMkLst>
        </pc:grpChg>
      </pc:sldChg>
      <pc:sldChg chg="addSp delSp modSp mod">
        <pc:chgData name="André-Guy Bruneau" userId="c9f3b82d5570fc32" providerId="LiveId" clId="{C4496A7D-9A64-4B82-9835-F710A7718518}" dt="2026-09-30T14:08:28.613" v="1868"/>
        <pc:sldMkLst>
          <pc:docMk/>
          <pc:sldMk cId="0" sldId="261"/>
        </pc:sldMkLst>
        <pc:spChg chg="add mod">
          <ac:chgData name="André-Guy Bruneau" userId="c9f3b82d5570fc32" providerId="LiveId" clId="{C4496A7D-9A64-4B82-9835-F710A7718518}" dt="2026-09-30T14:06:21.919" v="1253"/>
          <ac:spMkLst>
            <pc:docMk/>
            <pc:sldMk cId="0" sldId="261"/>
            <ac:spMk id="40" creationId="{88781BCD-7177-4FCE-B56B-911127D1A405}"/>
          </ac:spMkLst>
        </pc:spChg>
        <pc:spChg chg="add mod">
          <ac:chgData name="André-Guy Bruneau" userId="c9f3b82d5570fc32" providerId="LiveId" clId="{C4496A7D-9A64-4B82-9835-F710A7718518}" dt="2026-09-30T14:06:21.919" v="1256"/>
          <ac:spMkLst>
            <pc:docMk/>
            <pc:sldMk cId="0" sldId="261"/>
            <ac:spMk id="41" creationId="{AAA79263-B162-47F7-B6D6-3CE7E320FE59}"/>
          </ac:spMkLst>
        </pc:spChg>
        <pc:spChg chg="add mod">
          <ac:chgData name="André-Guy Bruneau" userId="c9f3b82d5570fc32" providerId="LiveId" clId="{C4496A7D-9A64-4B82-9835-F710A7718518}" dt="2026-09-30T14:06:21.919" v="1259"/>
          <ac:spMkLst>
            <pc:docMk/>
            <pc:sldMk cId="0" sldId="261"/>
            <ac:spMk id="42" creationId="{8A5238C5-A09E-41BC-A7B9-8E432641893D}"/>
          </ac:spMkLst>
        </pc:spChg>
        <pc:spChg chg="add mod">
          <ac:chgData name="André-Guy Bruneau" userId="c9f3b82d5570fc32" providerId="LiveId" clId="{C4496A7D-9A64-4B82-9835-F710A7718518}" dt="2026-09-30T14:06:21.920" v="1262"/>
          <ac:spMkLst>
            <pc:docMk/>
            <pc:sldMk cId="0" sldId="261"/>
            <ac:spMk id="43" creationId="{BBD999DB-C270-4EF6-B896-D0B1B98F97A2}"/>
          </ac:spMkLst>
        </pc:spChg>
        <pc:spChg chg="add mod">
          <ac:chgData name="André-Guy Bruneau" userId="c9f3b82d5570fc32" providerId="LiveId" clId="{C4496A7D-9A64-4B82-9835-F710A7718518}" dt="2026-09-30T14:06:21.920" v="1265"/>
          <ac:spMkLst>
            <pc:docMk/>
            <pc:sldMk cId="0" sldId="261"/>
            <ac:spMk id="44" creationId="{BBECBD0B-5C65-4466-BFDC-13AB92BF926D}"/>
          </ac:spMkLst>
        </pc:spChg>
        <pc:spChg chg="add mod">
          <ac:chgData name="André-Guy Bruneau" userId="c9f3b82d5570fc32" providerId="LiveId" clId="{C4496A7D-9A64-4B82-9835-F710A7718518}" dt="2026-09-30T14:06:21.920" v="1268"/>
          <ac:spMkLst>
            <pc:docMk/>
            <pc:sldMk cId="0" sldId="261"/>
            <ac:spMk id="45" creationId="{43B88908-4BBB-456F-B46C-513A3F7D62ED}"/>
          </ac:spMkLst>
        </pc:spChg>
        <pc:spChg chg="add mod">
          <ac:chgData name="André-Guy Bruneau" userId="c9f3b82d5570fc32" providerId="LiveId" clId="{C4496A7D-9A64-4B82-9835-F710A7718518}" dt="2026-09-30T14:06:21.920" v="1271"/>
          <ac:spMkLst>
            <pc:docMk/>
            <pc:sldMk cId="0" sldId="261"/>
            <ac:spMk id="46" creationId="{4E950CD7-AB02-46E3-8684-5C350F758DA1}"/>
          </ac:spMkLst>
        </pc:spChg>
        <pc:spChg chg="add mod">
          <ac:chgData name="André-Guy Bruneau" userId="c9f3b82d5570fc32" providerId="LiveId" clId="{C4496A7D-9A64-4B82-9835-F710A7718518}" dt="2026-09-30T14:06:21.920" v="1274"/>
          <ac:spMkLst>
            <pc:docMk/>
            <pc:sldMk cId="0" sldId="261"/>
            <ac:spMk id="47" creationId="{9237F497-D8DD-4C2D-B726-89A56527C1B4}"/>
          </ac:spMkLst>
        </pc:spChg>
        <pc:spChg chg="add mod">
          <ac:chgData name="André-Guy Bruneau" userId="c9f3b82d5570fc32" providerId="LiveId" clId="{C4496A7D-9A64-4B82-9835-F710A7718518}" dt="2026-09-30T14:06:21.920" v="1277"/>
          <ac:spMkLst>
            <pc:docMk/>
            <pc:sldMk cId="0" sldId="261"/>
            <ac:spMk id="48" creationId="{EC0D898D-18AD-4ACC-948E-92479EF2D42B}"/>
          </ac:spMkLst>
        </pc:spChg>
        <pc:spChg chg="add mod">
          <ac:chgData name="André-Guy Bruneau" userId="c9f3b82d5570fc32" providerId="LiveId" clId="{C4496A7D-9A64-4B82-9835-F710A7718518}" dt="2026-09-30T14:06:21.920" v="1280"/>
          <ac:spMkLst>
            <pc:docMk/>
            <pc:sldMk cId="0" sldId="261"/>
            <ac:spMk id="49" creationId="{E411873A-F7D8-4680-B1B4-55DF87075446}"/>
          </ac:spMkLst>
        </pc:spChg>
        <pc:spChg chg="add mod">
          <ac:chgData name="André-Guy Bruneau" userId="c9f3b82d5570fc32" providerId="LiveId" clId="{C4496A7D-9A64-4B82-9835-F710A7718518}" dt="2026-09-30T14:06:21.920" v="1283"/>
          <ac:spMkLst>
            <pc:docMk/>
            <pc:sldMk cId="0" sldId="261"/>
            <ac:spMk id="50" creationId="{86458DBB-5B4F-4933-AB18-3699E570B751}"/>
          </ac:spMkLst>
        </pc:spChg>
        <pc:spChg chg="add mod">
          <ac:chgData name="André-Guy Bruneau" userId="c9f3b82d5570fc32" providerId="LiveId" clId="{C4496A7D-9A64-4B82-9835-F710A7718518}" dt="2026-09-30T14:06:21.920" v="1286"/>
          <ac:spMkLst>
            <pc:docMk/>
            <pc:sldMk cId="0" sldId="261"/>
            <ac:spMk id="51" creationId="{655CE9B7-A908-4D7A-BE67-073429EFDC08}"/>
          </ac:spMkLst>
        </pc:spChg>
        <pc:spChg chg="add del mod">
          <ac:chgData name="André-Guy Bruneau" userId="c9f3b82d5570fc32" providerId="LiveId" clId="{C4496A7D-9A64-4B82-9835-F710A7718518}" dt="2026-09-30T14:06:21.916" v="1250"/>
          <ac:spMkLst>
            <pc:docMk/>
            <pc:sldMk cId="0" sldId="261"/>
            <ac:spMk id="52" creationId="{B6B6D4EB-78B2-406D-9DDD-41E11D7C4BDD}"/>
          </ac:spMkLst>
        </pc:spChg>
        <pc:spChg chg="add mod">
          <ac:chgData name="André-Guy Bruneau" userId="c9f3b82d5570fc32" providerId="LiveId" clId="{C4496A7D-9A64-4B82-9835-F710A7718518}" dt="2026-09-30T14:08:28.599" v="1818"/>
          <ac:spMkLst>
            <pc:docMk/>
            <pc:sldMk cId="0" sldId="261"/>
            <ac:spMk id="54" creationId="{2C5DAA98-9850-47FD-A170-7DEBEC4E8C10}"/>
          </ac:spMkLst>
        </pc:spChg>
        <pc:spChg chg="add mod">
          <ac:chgData name="André-Guy Bruneau" userId="c9f3b82d5570fc32" providerId="LiveId" clId="{C4496A7D-9A64-4B82-9835-F710A7718518}" dt="2026-09-30T14:08:28.599" v="1822"/>
          <ac:spMkLst>
            <pc:docMk/>
            <pc:sldMk cId="0" sldId="261"/>
            <ac:spMk id="55" creationId="{20142827-96A3-4F38-BF96-9FE028BA6D8C}"/>
          </ac:spMkLst>
        </pc:spChg>
        <pc:spChg chg="add mod">
          <ac:chgData name="André-Guy Bruneau" userId="c9f3b82d5570fc32" providerId="LiveId" clId="{C4496A7D-9A64-4B82-9835-F710A7718518}" dt="2026-09-30T14:08:28.601" v="1826"/>
          <ac:spMkLst>
            <pc:docMk/>
            <pc:sldMk cId="0" sldId="261"/>
            <ac:spMk id="56" creationId="{8418B891-ABC8-4D49-9834-7354676765D5}"/>
          </ac:spMkLst>
        </pc:spChg>
        <pc:spChg chg="add mod">
          <ac:chgData name="André-Guy Bruneau" userId="c9f3b82d5570fc32" providerId="LiveId" clId="{C4496A7D-9A64-4B82-9835-F710A7718518}" dt="2026-09-30T14:08:28.603" v="1830"/>
          <ac:spMkLst>
            <pc:docMk/>
            <pc:sldMk cId="0" sldId="261"/>
            <ac:spMk id="57" creationId="{0C7C8CDD-CD54-42A5-83F2-AD259BC8DEA1}"/>
          </ac:spMkLst>
        </pc:spChg>
        <pc:spChg chg="add mod">
          <ac:chgData name="André-Guy Bruneau" userId="c9f3b82d5570fc32" providerId="LiveId" clId="{C4496A7D-9A64-4B82-9835-F710A7718518}" dt="2026-09-30T14:08:28.604" v="1834"/>
          <ac:spMkLst>
            <pc:docMk/>
            <pc:sldMk cId="0" sldId="261"/>
            <ac:spMk id="58" creationId="{8804C520-C634-42F6-83E7-D91D3C4D176C}"/>
          </ac:spMkLst>
        </pc:spChg>
        <pc:spChg chg="add mod">
          <ac:chgData name="André-Guy Bruneau" userId="c9f3b82d5570fc32" providerId="LiveId" clId="{C4496A7D-9A64-4B82-9835-F710A7718518}" dt="2026-09-30T14:08:28.604" v="1838"/>
          <ac:spMkLst>
            <pc:docMk/>
            <pc:sldMk cId="0" sldId="261"/>
            <ac:spMk id="59" creationId="{56866141-41E1-4AD9-A62E-2FA96C720A75}"/>
          </ac:spMkLst>
        </pc:spChg>
        <pc:spChg chg="add mod">
          <ac:chgData name="André-Guy Bruneau" userId="c9f3b82d5570fc32" providerId="LiveId" clId="{C4496A7D-9A64-4B82-9835-F710A7718518}" dt="2026-09-30T14:08:28.604" v="1842"/>
          <ac:spMkLst>
            <pc:docMk/>
            <pc:sldMk cId="0" sldId="261"/>
            <ac:spMk id="60" creationId="{89BB7541-CA07-4B2E-BCCA-E674396A45F2}"/>
          </ac:spMkLst>
        </pc:spChg>
        <pc:spChg chg="add mod">
          <ac:chgData name="André-Guy Bruneau" userId="c9f3b82d5570fc32" providerId="LiveId" clId="{C4496A7D-9A64-4B82-9835-F710A7718518}" dt="2026-09-30T14:08:28.606" v="1846"/>
          <ac:spMkLst>
            <pc:docMk/>
            <pc:sldMk cId="0" sldId="261"/>
            <ac:spMk id="61" creationId="{A2720B85-CDE6-4D7A-BF47-BE4D0AE2FF35}"/>
          </ac:spMkLst>
        </pc:spChg>
        <pc:spChg chg="add mod">
          <ac:chgData name="André-Guy Bruneau" userId="c9f3b82d5570fc32" providerId="LiveId" clId="{C4496A7D-9A64-4B82-9835-F710A7718518}" dt="2026-09-30T14:08:28.607" v="1850"/>
          <ac:spMkLst>
            <pc:docMk/>
            <pc:sldMk cId="0" sldId="261"/>
            <ac:spMk id="62" creationId="{8AE20428-D986-46A3-A305-B4D21D03A851}"/>
          </ac:spMkLst>
        </pc:spChg>
        <pc:spChg chg="add mod">
          <ac:chgData name="André-Guy Bruneau" userId="c9f3b82d5570fc32" providerId="LiveId" clId="{C4496A7D-9A64-4B82-9835-F710A7718518}" dt="2026-09-30T14:08:28.607" v="1854"/>
          <ac:spMkLst>
            <pc:docMk/>
            <pc:sldMk cId="0" sldId="261"/>
            <ac:spMk id="63" creationId="{E3C73DB5-0196-4CF9-85A6-2DB6F7058AE6}"/>
          </ac:spMkLst>
        </pc:spChg>
        <pc:spChg chg="add mod">
          <ac:chgData name="André-Guy Bruneau" userId="c9f3b82d5570fc32" providerId="LiveId" clId="{C4496A7D-9A64-4B82-9835-F710A7718518}" dt="2026-09-30T14:08:28.609" v="1858"/>
          <ac:spMkLst>
            <pc:docMk/>
            <pc:sldMk cId="0" sldId="261"/>
            <ac:spMk id="960" creationId="{B8967D4D-91FE-4FC7-BFAE-495C9AD217A8}"/>
          </ac:spMkLst>
        </pc:spChg>
        <pc:spChg chg="add mod">
          <ac:chgData name="André-Guy Bruneau" userId="c9f3b82d5570fc32" providerId="LiveId" clId="{C4496A7D-9A64-4B82-9835-F710A7718518}" dt="2026-09-30T14:08:28.609" v="1862"/>
          <ac:spMkLst>
            <pc:docMk/>
            <pc:sldMk cId="0" sldId="261"/>
            <ac:spMk id="961" creationId="{605D4B4C-DF9B-4E47-8E45-205231C37F32}"/>
          </ac:spMkLst>
        </pc:spChg>
        <pc:spChg chg="add mod">
          <ac:chgData name="André-Guy Bruneau" userId="c9f3b82d5570fc32" providerId="LiveId" clId="{C4496A7D-9A64-4B82-9835-F710A7718518}" dt="2026-09-30T14:08:28.611" v="1866"/>
          <ac:spMkLst>
            <pc:docMk/>
            <pc:sldMk cId="0" sldId="261"/>
            <ac:spMk id="962" creationId="{B2186761-CE35-4646-919E-C83A9A711C6F}"/>
          </ac:spMkLst>
        </pc:spChg>
        <pc:grpChg chg="add del mod">
          <ac:chgData name="André-Guy Bruneau" userId="c9f3b82d5570fc32" providerId="LiveId" clId="{C4496A7D-9A64-4B82-9835-F710A7718518}" dt="2026-09-30T14:08:28.479" v="1485"/>
          <ac:grpSpMkLst>
            <pc:docMk/>
            <pc:sldMk cId="0" sldId="261"/>
            <ac:grpSpMk id="53" creationId="{E88042C8-13CE-3150-3291-46B14CDAF89B}"/>
          </ac:grpSpMkLst>
        </pc:grpChg>
        <pc:grpChg chg="add mod">
          <ac:chgData name="André-Guy Bruneau" userId="c9f3b82d5570fc32" providerId="LiveId" clId="{C4496A7D-9A64-4B82-9835-F710A7718518}" dt="2026-09-30T14:08:28.613" v="1868"/>
          <ac:grpSpMkLst>
            <pc:docMk/>
            <pc:sldMk cId="0" sldId="261"/>
            <ac:grpSpMk id="963" creationId="{A9A9B188-582D-DEA7-B42D-DE3EE1A5B564}"/>
          </ac:grpSpMkLst>
        </pc:grpChg>
        <pc:grpChg chg="del">
          <ac:chgData name="André-Guy Bruneau" userId="c9f3b82d5570fc32" providerId="LiveId" clId="{C4496A7D-9A64-4B82-9835-F710A7718518}" dt="2026-09-30T13:59:35.741" v="368"/>
          <ac:grpSpMkLst>
            <pc:docMk/>
            <pc:sldMk cId="0" sldId="261"/>
            <ac:grpSpMk id="1006" creationId="{00000000-0000-0000-0000-000000000000}"/>
          </ac:grpSpMkLst>
        </pc:grpChg>
      </pc:sldChg>
      <pc:sldChg chg="addSp delSp modSp mod">
        <pc:chgData name="André-Guy Bruneau" userId="c9f3b82d5570fc32" providerId="LiveId" clId="{C4496A7D-9A64-4B82-9835-F710A7718518}" dt="2026-09-30T14:08:28.628" v="1922"/>
        <pc:sldMkLst>
          <pc:docMk/>
          <pc:sldMk cId="0" sldId="262"/>
        </pc:sldMkLst>
        <pc:spChg chg="add mod">
          <ac:chgData name="André-Guy Bruneau" userId="c9f3b82d5570fc32" providerId="LiveId" clId="{C4496A7D-9A64-4B82-9835-F710A7718518}" dt="2026-09-30T14:06:21.923" v="1290"/>
          <ac:spMkLst>
            <pc:docMk/>
            <pc:sldMk cId="0" sldId="262"/>
            <ac:spMk id="41" creationId="{B7A3A79F-E64A-4AB1-9954-BDA41FAACCED}"/>
          </ac:spMkLst>
        </pc:spChg>
        <pc:spChg chg="add mod">
          <ac:chgData name="André-Guy Bruneau" userId="c9f3b82d5570fc32" providerId="LiveId" clId="{C4496A7D-9A64-4B82-9835-F710A7718518}" dt="2026-09-30T14:06:21.923" v="1293"/>
          <ac:spMkLst>
            <pc:docMk/>
            <pc:sldMk cId="0" sldId="262"/>
            <ac:spMk id="42" creationId="{C7FDC628-FEC9-410D-A8CF-7E12847BB9DB}"/>
          </ac:spMkLst>
        </pc:spChg>
        <pc:spChg chg="add mod">
          <ac:chgData name="André-Guy Bruneau" userId="c9f3b82d5570fc32" providerId="LiveId" clId="{C4496A7D-9A64-4B82-9835-F710A7718518}" dt="2026-09-30T14:06:21.923" v="1296"/>
          <ac:spMkLst>
            <pc:docMk/>
            <pc:sldMk cId="0" sldId="262"/>
            <ac:spMk id="43" creationId="{1151CA3E-A8DA-4813-AF4B-A4F73044B29B}"/>
          </ac:spMkLst>
        </pc:spChg>
        <pc:spChg chg="add mod">
          <ac:chgData name="André-Guy Bruneau" userId="c9f3b82d5570fc32" providerId="LiveId" clId="{C4496A7D-9A64-4B82-9835-F710A7718518}" dt="2026-09-30T14:06:21.923" v="1299"/>
          <ac:spMkLst>
            <pc:docMk/>
            <pc:sldMk cId="0" sldId="262"/>
            <ac:spMk id="44" creationId="{5C6A36D5-5F69-4584-B90E-7643F0E48245}"/>
          </ac:spMkLst>
        </pc:spChg>
        <pc:spChg chg="add mod">
          <ac:chgData name="André-Guy Bruneau" userId="c9f3b82d5570fc32" providerId="LiveId" clId="{C4496A7D-9A64-4B82-9835-F710A7718518}" dt="2026-09-30T14:06:21.923" v="1302"/>
          <ac:spMkLst>
            <pc:docMk/>
            <pc:sldMk cId="0" sldId="262"/>
            <ac:spMk id="45" creationId="{FA0C71C1-372F-430D-A654-F44BC7AF4CB0}"/>
          </ac:spMkLst>
        </pc:spChg>
        <pc:spChg chg="add mod">
          <ac:chgData name="André-Guy Bruneau" userId="c9f3b82d5570fc32" providerId="LiveId" clId="{C4496A7D-9A64-4B82-9835-F710A7718518}" dt="2026-09-30T14:06:21.923" v="1305"/>
          <ac:spMkLst>
            <pc:docMk/>
            <pc:sldMk cId="0" sldId="262"/>
            <ac:spMk id="46" creationId="{E1E7554A-0DF1-4BAA-8C02-9B4E093F3B89}"/>
          </ac:spMkLst>
        </pc:spChg>
        <pc:spChg chg="add mod">
          <ac:chgData name="André-Guy Bruneau" userId="c9f3b82d5570fc32" providerId="LiveId" clId="{C4496A7D-9A64-4B82-9835-F710A7718518}" dt="2026-09-30T14:06:21.924" v="1308"/>
          <ac:spMkLst>
            <pc:docMk/>
            <pc:sldMk cId="0" sldId="262"/>
            <ac:spMk id="47" creationId="{1A9BFA2B-F405-4869-B683-085D9EDCC637}"/>
          </ac:spMkLst>
        </pc:spChg>
        <pc:spChg chg="add mod">
          <ac:chgData name="André-Guy Bruneau" userId="c9f3b82d5570fc32" providerId="LiveId" clId="{C4496A7D-9A64-4B82-9835-F710A7718518}" dt="2026-09-30T14:06:21.924" v="1311"/>
          <ac:spMkLst>
            <pc:docMk/>
            <pc:sldMk cId="0" sldId="262"/>
            <ac:spMk id="48" creationId="{A28A5DE0-863E-4160-A194-70E1A036564E}"/>
          </ac:spMkLst>
        </pc:spChg>
        <pc:spChg chg="add mod">
          <ac:chgData name="André-Guy Bruneau" userId="c9f3b82d5570fc32" providerId="LiveId" clId="{C4496A7D-9A64-4B82-9835-F710A7718518}" dt="2026-09-30T14:06:21.924" v="1314"/>
          <ac:spMkLst>
            <pc:docMk/>
            <pc:sldMk cId="0" sldId="262"/>
            <ac:spMk id="49" creationId="{08E1BDD2-75F8-4090-9E4B-024F85271C61}"/>
          </ac:spMkLst>
        </pc:spChg>
        <pc:spChg chg="add mod">
          <ac:chgData name="André-Guy Bruneau" userId="c9f3b82d5570fc32" providerId="LiveId" clId="{C4496A7D-9A64-4B82-9835-F710A7718518}" dt="2026-09-30T14:06:21.924" v="1317"/>
          <ac:spMkLst>
            <pc:docMk/>
            <pc:sldMk cId="0" sldId="262"/>
            <ac:spMk id="50" creationId="{48937B5E-1291-496C-83B1-FB07C83F3E78}"/>
          </ac:spMkLst>
        </pc:spChg>
        <pc:spChg chg="add mod">
          <ac:chgData name="André-Guy Bruneau" userId="c9f3b82d5570fc32" providerId="LiveId" clId="{C4496A7D-9A64-4B82-9835-F710A7718518}" dt="2026-09-30T14:06:21.924" v="1320"/>
          <ac:spMkLst>
            <pc:docMk/>
            <pc:sldMk cId="0" sldId="262"/>
            <ac:spMk id="51" creationId="{59DBE436-A997-4101-8122-8C21BE2A8248}"/>
          </ac:spMkLst>
        </pc:spChg>
        <pc:spChg chg="add mod">
          <ac:chgData name="André-Guy Bruneau" userId="c9f3b82d5570fc32" providerId="LiveId" clId="{C4496A7D-9A64-4B82-9835-F710A7718518}" dt="2026-09-30T14:06:21.924" v="1323"/>
          <ac:spMkLst>
            <pc:docMk/>
            <pc:sldMk cId="0" sldId="262"/>
            <ac:spMk id="52" creationId="{9F55C7F2-D56B-49E1-B38A-660C09F4F5E1}"/>
          </ac:spMkLst>
        </pc:spChg>
        <pc:spChg chg="add del mod">
          <ac:chgData name="André-Guy Bruneau" userId="c9f3b82d5570fc32" providerId="LiveId" clId="{C4496A7D-9A64-4B82-9835-F710A7718518}" dt="2026-09-30T14:06:21.920" v="1287"/>
          <ac:spMkLst>
            <pc:docMk/>
            <pc:sldMk cId="0" sldId="262"/>
            <ac:spMk id="53" creationId="{707F3DD1-97FD-4A3A-BAA1-5DCA6B9756CB}"/>
          </ac:spMkLst>
        </pc:spChg>
        <pc:spChg chg="add mod">
          <ac:chgData name="André-Guy Bruneau" userId="c9f3b82d5570fc32" providerId="LiveId" clId="{C4496A7D-9A64-4B82-9835-F710A7718518}" dt="2026-09-30T14:08:28.615" v="1872"/>
          <ac:spMkLst>
            <pc:docMk/>
            <pc:sldMk cId="0" sldId="262"/>
            <ac:spMk id="55" creationId="{EB3535EE-52B5-456E-9381-541E0E272707}"/>
          </ac:spMkLst>
        </pc:spChg>
        <pc:spChg chg="add mod">
          <ac:chgData name="André-Guy Bruneau" userId="c9f3b82d5570fc32" providerId="LiveId" clId="{C4496A7D-9A64-4B82-9835-F710A7718518}" dt="2026-09-30T14:08:28.617" v="1876"/>
          <ac:spMkLst>
            <pc:docMk/>
            <pc:sldMk cId="0" sldId="262"/>
            <ac:spMk id="56" creationId="{430F6031-5B8E-468C-83B5-0DE6738B9A5D}"/>
          </ac:spMkLst>
        </pc:spChg>
        <pc:spChg chg="add mod">
          <ac:chgData name="André-Guy Bruneau" userId="c9f3b82d5570fc32" providerId="LiveId" clId="{C4496A7D-9A64-4B82-9835-F710A7718518}" dt="2026-09-30T14:08:28.617" v="1880"/>
          <ac:spMkLst>
            <pc:docMk/>
            <pc:sldMk cId="0" sldId="262"/>
            <ac:spMk id="57" creationId="{EB0043B4-B7C2-4F88-B218-EFC64834CF98}"/>
          </ac:spMkLst>
        </pc:spChg>
        <pc:spChg chg="add mod">
          <ac:chgData name="André-Guy Bruneau" userId="c9f3b82d5570fc32" providerId="LiveId" clId="{C4496A7D-9A64-4B82-9835-F710A7718518}" dt="2026-09-30T14:08:28.619" v="1884"/>
          <ac:spMkLst>
            <pc:docMk/>
            <pc:sldMk cId="0" sldId="262"/>
            <ac:spMk id="58" creationId="{DC5CB293-E996-4A50-B58D-164F8DAE5766}"/>
          </ac:spMkLst>
        </pc:spChg>
        <pc:spChg chg="add mod">
          <ac:chgData name="André-Guy Bruneau" userId="c9f3b82d5570fc32" providerId="LiveId" clId="{C4496A7D-9A64-4B82-9835-F710A7718518}" dt="2026-09-30T14:08:28.620" v="1888"/>
          <ac:spMkLst>
            <pc:docMk/>
            <pc:sldMk cId="0" sldId="262"/>
            <ac:spMk id="59" creationId="{D1269239-2FD7-4539-99EB-B3965101E8C1}"/>
          </ac:spMkLst>
        </pc:spChg>
        <pc:spChg chg="add mod">
          <ac:chgData name="André-Guy Bruneau" userId="c9f3b82d5570fc32" providerId="LiveId" clId="{C4496A7D-9A64-4B82-9835-F710A7718518}" dt="2026-09-30T14:08:28.620" v="1892"/>
          <ac:spMkLst>
            <pc:docMk/>
            <pc:sldMk cId="0" sldId="262"/>
            <ac:spMk id="60" creationId="{23655277-7758-4629-93F8-B69F3A0B9C9D}"/>
          </ac:spMkLst>
        </pc:spChg>
        <pc:spChg chg="add mod">
          <ac:chgData name="André-Guy Bruneau" userId="c9f3b82d5570fc32" providerId="LiveId" clId="{C4496A7D-9A64-4B82-9835-F710A7718518}" dt="2026-09-30T14:08:28.620" v="1896"/>
          <ac:spMkLst>
            <pc:docMk/>
            <pc:sldMk cId="0" sldId="262"/>
            <ac:spMk id="61" creationId="{18090F38-064F-4549-829B-C156A4C83295}"/>
          </ac:spMkLst>
        </pc:spChg>
        <pc:spChg chg="add mod">
          <ac:chgData name="André-Guy Bruneau" userId="c9f3b82d5570fc32" providerId="LiveId" clId="{C4496A7D-9A64-4B82-9835-F710A7718518}" dt="2026-09-30T14:08:28.623" v="1900"/>
          <ac:spMkLst>
            <pc:docMk/>
            <pc:sldMk cId="0" sldId="262"/>
            <ac:spMk id="62" creationId="{48D0AB83-41DD-427B-8C12-01919EECDB82}"/>
          </ac:spMkLst>
        </pc:spChg>
        <pc:spChg chg="add mod">
          <ac:chgData name="André-Guy Bruneau" userId="c9f3b82d5570fc32" providerId="LiveId" clId="{C4496A7D-9A64-4B82-9835-F710A7718518}" dt="2026-09-30T14:08:28.623" v="1904"/>
          <ac:spMkLst>
            <pc:docMk/>
            <pc:sldMk cId="0" sldId="262"/>
            <ac:spMk id="63" creationId="{5EE32931-4242-4F03-A07C-B7AF3D1C482E}"/>
          </ac:spMkLst>
        </pc:spChg>
        <pc:spChg chg="add mod">
          <ac:chgData name="André-Guy Bruneau" userId="c9f3b82d5570fc32" providerId="LiveId" clId="{C4496A7D-9A64-4B82-9835-F710A7718518}" dt="2026-09-30T14:08:28.625" v="1908"/>
          <ac:spMkLst>
            <pc:docMk/>
            <pc:sldMk cId="0" sldId="262"/>
            <ac:spMk id="960" creationId="{7585436B-D541-402E-B40E-D108F7E61740}"/>
          </ac:spMkLst>
        </pc:spChg>
        <pc:spChg chg="add mod">
          <ac:chgData name="André-Guy Bruneau" userId="c9f3b82d5570fc32" providerId="LiveId" clId="{C4496A7D-9A64-4B82-9835-F710A7718518}" dt="2026-09-30T14:08:28.625" v="1912"/>
          <ac:spMkLst>
            <pc:docMk/>
            <pc:sldMk cId="0" sldId="262"/>
            <ac:spMk id="961" creationId="{27B3FED5-226D-4FDB-8D38-8B2D0F82FF4D}"/>
          </ac:spMkLst>
        </pc:spChg>
        <pc:spChg chg="add mod">
          <ac:chgData name="André-Guy Bruneau" userId="c9f3b82d5570fc32" providerId="LiveId" clId="{C4496A7D-9A64-4B82-9835-F710A7718518}" dt="2026-09-30T14:08:28.625" v="1916"/>
          <ac:spMkLst>
            <pc:docMk/>
            <pc:sldMk cId="0" sldId="262"/>
            <ac:spMk id="962" creationId="{236855F8-EF56-4884-8C88-13F6AFC6B279}"/>
          </ac:spMkLst>
        </pc:spChg>
        <pc:spChg chg="add mod">
          <ac:chgData name="André-Guy Bruneau" userId="c9f3b82d5570fc32" providerId="LiveId" clId="{C4496A7D-9A64-4B82-9835-F710A7718518}" dt="2026-09-30T14:08:28.627" v="1920"/>
          <ac:spMkLst>
            <pc:docMk/>
            <pc:sldMk cId="0" sldId="262"/>
            <ac:spMk id="963" creationId="{86DD6AD7-B9BA-4C2C-8D3E-548067F8E9A5}"/>
          </ac:spMkLst>
        </pc:spChg>
        <pc:grpChg chg="add del mod">
          <ac:chgData name="André-Guy Bruneau" userId="c9f3b82d5570fc32" providerId="LiveId" clId="{C4496A7D-9A64-4B82-9835-F710A7718518}" dt="2026-09-30T14:08:28.479" v="1486"/>
          <ac:grpSpMkLst>
            <pc:docMk/>
            <pc:sldMk cId="0" sldId="262"/>
            <ac:grpSpMk id="54" creationId="{6832472A-46EC-0D4B-C813-9516738730E4}"/>
          </ac:grpSpMkLst>
        </pc:grpChg>
        <pc:grpChg chg="add mod">
          <ac:chgData name="André-Guy Bruneau" userId="c9f3b82d5570fc32" providerId="LiveId" clId="{C4496A7D-9A64-4B82-9835-F710A7718518}" dt="2026-09-30T14:08:28.628" v="1922"/>
          <ac:grpSpMkLst>
            <pc:docMk/>
            <pc:sldMk cId="0" sldId="262"/>
            <ac:grpSpMk id="964" creationId="{4D5B4CBF-CE0A-DA0D-57AF-F91303643412}"/>
          </ac:grpSpMkLst>
        </pc:grpChg>
        <pc:grpChg chg="del">
          <ac:chgData name="André-Guy Bruneau" userId="c9f3b82d5570fc32" providerId="LiveId" clId="{C4496A7D-9A64-4B82-9835-F710A7718518}" dt="2026-09-30T13:59:35.753" v="423"/>
          <ac:grpSpMkLst>
            <pc:docMk/>
            <pc:sldMk cId="0" sldId="262"/>
            <ac:grpSpMk id="1007" creationId="{00000000-0000-0000-0000-000000000000}"/>
          </ac:grpSpMkLst>
        </pc:grpChg>
      </pc:sldChg>
      <pc:sldChg chg="addSp delSp modSp mod">
        <pc:chgData name="André-Guy Bruneau" userId="c9f3b82d5570fc32" providerId="LiveId" clId="{C4496A7D-9A64-4B82-9835-F710A7718518}" dt="2026-09-30T14:08:28.645" v="1976"/>
        <pc:sldMkLst>
          <pc:docMk/>
          <pc:sldMk cId="0" sldId="263"/>
        </pc:sldMkLst>
        <pc:spChg chg="add mod">
          <ac:chgData name="André-Guy Bruneau" userId="c9f3b82d5570fc32" providerId="LiveId" clId="{C4496A7D-9A64-4B82-9835-F710A7718518}" dt="2026-09-30T14:06:21.924" v="1327"/>
          <ac:spMkLst>
            <pc:docMk/>
            <pc:sldMk cId="0" sldId="263"/>
            <ac:spMk id="39" creationId="{8805EEEC-A38A-46DD-A427-718D38AE64D0}"/>
          </ac:spMkLst>
        </pc:spChg>
        <pc:spChg chg="add mod">
          <ac:chgData name="André-Guy Bruneau" userId="c9f3b82d5570fc32" providerId="LiveId" clId="{C4496A7D-9A64-4B82-9835-F710A7718518}" dt="2026-09-30T14:06:21.924" v="1330"/>
          <ac:spMkLst>
            <pc:docMk/>
            <pc:sldMk cId="0" sldId="263"/>
            <ac:spMk id="40" creationId="{4BD1AC2E-2F49-476E-A02B-2DBAD0FB1215}"/>
          </ac:spMkLst>
        </pc:spChg>
        <pc:spChg chg="add mod">
          <ac:chgData name="André-Guy Bruneau" userId="c9f3b82d5570fc32" providerId="LiveId" clId="{C4496A7D-9A64-4B82-9835-F710A7718518}" dt="2026-09-30T14:06:21.927" v="1333"/>
          <ac:spMkLst>
            <pc:docMk/>
            <pc:sldMk cId="0" sldId="263"/>
            <ac:spMk id="41" creationId="{8F1F9EF4-6401-41B6-B6E9-C20A067A5A42}"/>
          </ac:spMkLst>
        </pc:spChg>
        <pc:spChg chg="add mod">
          <ac:chgData name="André-Guy Bruneau" userId="c9f3b82d5570fc32" providerId="LiveId" clId="{C4496A7D-9A64-4B82-9835-F710A7718518}" dt="2026-09-30T14:06:21.927" v="1336"/>
          <ac:spMkLst>
            <pc:docMk/>
            <pc:sldMk cId="0" sldId="263"/>
            <ac:spMk id="42" creationId="{FD171E53-24EC-4B96-8FEA-FE3BFCD3C75E}"/>
          </ac:spMkLst>
        </pc:spChg>
        <pc:spChg chg="add mod">
          <ac:chgData name="André-Guy Bruneau" userId="c9f3b82d5570fc32" providerId="LiveId" clId="{C4496A7D-9A64-4B82-9835-F710A7718518}" dt="2026-09-30T14:06:21.927" v="1339"/>
          <ac:spMkLst>
            <pc:docMk/>
            <pc:sldMk cId="0" sldId="263"/>
            <ac:spMk id="43" creationId="{0CEE39E4-B5D9-4161-8656-D544CF3A0906}"/>
          </ac:spMkLst>
        </pc:spChg>
        <pc:spChg chg="add mod">
          <ac:chgData name="André-Guy Bruneau" userId="c9f3b82d5570fc32" providerId="LiveId" clId="{C4496A7D-9A64-4B82-9835-F710A7718518}" dt="2026-09-30T14:06:21.928" v="1342"/>
          <ac:spMkLst>
            <pc:docMk/>
            <pc:sldMk cId="0" sldId="263"/>
            <ac:spMk id="44" creationId="{07156EAE-4AB2-4384-9CC1-04EF3F08CAE1}"/>
          </ac:spMkLst>
        </pc:spChg>
        <pc:spChg chg="add mod">
          <ac:chgData name="André-Guy Bruneau" userId="c9f3b82d5570fc32" providerId="LiveId" clId="{C4496A7D-9A64-4B82-9835-F710A7718518}" dt="2026-09-30T14:06:21.928" v="1345"/>
          <ac:spMkLst>
            <pc:docMk/>
            <pc:sldMk cId="0" sldId="263"/>
            <ac:spMk id="45" creationId="{E4D2804C-B471-4610-BC0B-35D8F70B453B}"/>
          </ac:spMkLst>
        </pc:spChg>
        <pc:spChg chg="add mod">
          <ac:chgData name="André-Guy Bruneau" userId="c9f3b82d5570fc32" providerId="LiveId" clId="{C4496A7D-9A64-4B82-9835-F710A7718518}" dt="2026-09-30T14:06:21.928" v="1348"/>
          <ac:spMkLst>
            <pc:docMk/>
            <pc:sldMk cId="0" sldId="263"/>
            <ac:spMk id="46" creationId="{F07C284B-1BE4-4D6F-8C2A-885B81004A7E}"/>
          </ac:spMkLst>
        </pc:spChg>
        <pc:spChg chg="add mod">
          <ac:chgData name="André-Guy Bruneau" userId="c9f3b82d5570fc32" providerId="LiveId" clId="{C4496A7D-9A64-4B82-9835-F710A7718518}" dt="2026-09-30T14:06:21.928" v="1351"/>
          <ac:spMkLst>
            <pc:docMk/>
            <pc:sldMk cId="0" sldId="263"/>
            <ac:spMk id="47" creationId="{289B4EDA-B9FE-46E3-BBE3-C0A2D22AA4C1}"/>
          </ac:spMkLst>
        </pc:spChg>
        <pc:spChg chg="add mod">
          <ac:chgData name="André-Guy Bruneau" userId="c9f3b82d5570fc32" providerId="LiveId" clId="{C4496A7D-9A64-4B82-9835-F710A7718518}" dt="2026-09-30T14:06:21.928" v="1354"/>
          <ac:spMkLst>
            <pc:docMk/>
            <pc:sldMk cId="0" sldId="263"/>
            <ac:spMk id="48" creationId="{2045DC53-7109-4BF3-82CA-9F54449F32B1}"/>
          </ac:spMkLst>
        </pc:spChg>
        <pc:spChg chg="add mod">
          <ac:chgData name="André-Guy Bruneau" userId="c9f3b82d5570fc32" providerId="LiveId" clId="{C4496A7D-9A64-4B82-9835-F710A7718518}" dt="2026-09-30T14:06:21.928" v="1357"/>
          <ac:spMkLst>
            <pc:docMk/>
            <pc:sldMk cId="0" sldId="263"/>
            <ac:spMk id="49" creationId="{C4B77C7C-7F07-4259-BA90-70F9A153F8CB}"/>
          </ac:spMkLst>
        </pc:spChg>
        <pc:spChg chg="add mod">
          <ac:chgData name="André-Guy Bruneau" userId="c9f3b82d5570fc32" providerId="LiveId" clId="{C4496A7D-9A64-4B82-9835-F710A7718518}" dt="2026-09-30T14:06:21.928" v="1360"/>
          <ac:spMkLst>
            <pc:docMk/>
            <pc:sldMk cId="0" sldId="263"/>
            <ac:spMk id="50" creationId="{CE261691-0102-4F38-8A01-F3D4BF634209}"/>
          </ac:spMkLst>
        </pc:spChg>
        <pc:spChg chg="add del mod">
          <ac:chgData name="André-Guy Bruneau" userId="c9f3b82d5570fc32" providerId="LiveId" clId="{C4496A7D-9A64-4B82-9835-F710A7718518}" dt="2026-09-30T14:06:21.924" v="1324"/>
          <ac:spMkLst>
            <pc:docMk/>
            <pc:sldMk cId="0" sldId="263"/>
            <ac:spMk id="51" creationId="{DF3DBF84-2B68-443E-BA05-04D1262A88AF}"/>
          </ac:spMkLst>
        </pc:spChg>
        <pc:spChg chg="add mod">
          <ac:chgData name="André-Guy Bruneau" userId="c9f3b82d5570fc32" providerId="LiveId" clId="{C4496A7D-9A64-4B82-9835-F710A7718518}" dt="2026-09-30T14:08:28.633" v="1926"/>
          <ac:spMkLst>
            <pc:docMk/>
            <pc:sldMk cId="0" sldId="263"/>
            <ac:spMk id="53" creationId="{848C1F4C-5737-4E93-84AF-913513CE1FAE}"/>
          </ac:spMkLst>
        </pc:spChg>
        <pc:spChg chg="add mod">
          <ac:chgData name="André-Guy Bruneau" userId="c9f3b82d5570fc32" providerId="LiveId" clId="{C4496A7D-9A64-4B82-9835-F710A7718518}" dt="2026-09-30T14:08:28.633" v="1930"/>
          <ac:spMkLst>
            <pc:docMk/>
            <pc:sldMk cId="0" sldId="263"/>
            <ac:spMk id="54" creationId="{56BFD072-42CB-4596-BD63-043D46F9BD64}"/>
          </ac:spMkLst>
        </pc:spChg>
        <pc:spChg chg="add mod">
          <ac:chgData name="André-Guy Bruneau" userId="c9f3b82d5570fc32" providerId="LiveId" clId="{C4496A7D-9A64-4B82-9835-F710A7718518}" dt="2026-09-30T14:08:28.633" v="1934"/>
          <ac:spMkLst>
            <pc:docMk/>
            <pc:sldMk cId="0" sldId="263"/>
            <ac:spMk id="55" creationId="{7859FCCB-E4A3-4CC8-A01E-8720E76CA124}"/>
          </ac:spMkLst>
        </pc:spChg>
        <pc:spChg chg="add mod">
          <ac:chgData name="André-Guy Bruneau" userId="c9f3b82d5570fc32" providerId="LiveId" clId="{C4496A7D-9A64-4B82-9835-F710A7718518}" dt="2026-09-30T14:08:28.635" v="1938"/>
          <ac:spMkLst>
            <pc:docMk/>
            <pc:sldMk cId="0" sldId="263"/>
            <ac:spMk id="56" creationId="{CDEF623D-C2BC-463F-ADF8-943CD199F8EE}"/>
          </ac:spMkLst>
        </pc:spChg>
        <pc:spChg chg="add mod">
          <ac:chgData name="André-Guy Bruneau" userId="c9f3b82d5570fc32" providerId="LiveId" clId="{C4496A7D-9A64-4B82-9835-F710A7718518}" dt="2026-09-30T14:08:28.636" v="1942"/>
          <ac:spMkLst>
            <pc:docMk/>
            <pc:sldMk cId="0" sldId="263"/>
            <ac:spMk id="57" creationId="{2DD815FD-656E-49BF-98E3-3022403BB0CF}"/>
          </ac:spMkLst>
        </pc:spChg>
        <pc:spChg chg="add mod">
          <ac:chgData name="André-Guy Bruneau" userId="c9f3b82d5570fc32" providerId="LiveId" clId="{C4496A7D-9A64-4B82-9835-F710A7718518}" dt="2026-09-30T14:08:28.637" v="1946"/>
          <ac:spMkLst>
            <pc:docMk/>
            <pc:sldMk cId="0" sldId="263"/>
            <ac:spMk id="58" creationId="{8D92C866-73B8-45BA-87F9-87EAF47CCC7C}"/>
          </ac:spMkLst>
        </pc:spChg>
        <pc:spChg chg="add mod">
          <ac:chgData name="André-Guy Bruneau" userId="c9f3b82d5570fc32" providerId="LiveId" clId="{C4496A7D-9A64-4B82-9835-F710A7718518}" dt="2026-09-30T14:08:28.637" v="1950"/>
          <ac:spMkLst>
            <pc:docMk/>
            <pc:sldMk cId="0" sldId="263"/>
            <ac:spMk id="59" creationId="{94272E80-B4E7-4852-951D-A0CBFAE76D12}"/>
          </ac:spMkLst>
        </pc:spChg>
        <pc:spChg chg="add mod">
          <ac:chgData name="André-Guy Bruneau" userId="c9f3b82d5570fc32" providerId="LiveId" clId="{C4496A7D-9A64-4B82-9835-F710A7718518}" dt="2026-09-30T14:08:28.637" v="1954"/>
          <ac:spMkLst>
            <pc:docMk/>
            <pc:sldMk cId="0" sldId="263"/>
            <ac:spMk id="60" creationId="{81AB1E38-E49B-4AF4-8BB2-E4531B5A3E72}"/>
          </ac:spMkLst>
        </pc:spChg>
        <pc:spChg chg="add mod">
          <ac:chgData name="André-Guy Bruneau" userId="c9f3b82d5570fc32" providerId="LiveId" clId="{C4496A7D-9A64-4B82-9835-F710A7718518}" dt="2026-09-30T14:08:28.640" v="1958"/>
          <ac:spMkLst>
            <pc:docMk/>
            <pc:sldMk cId="0" sldId="263"/>
            <ac:spMk id="61" creationId="{7C24E83E-494F-4231-BF27-E405F423AB31}"/>
          </ac:spMkLst>
        </pc:spChg>
        <pc:spChg chg="add mod">
          <ac:chgData name="André-Guy Bruneau" userId="c9f3b82d5570fc32" providerId="LiveId" clId="{C4496A7D-9A64-4B82-9835-F710A7718518}" dt="2026-09-30T14:08:28.640" v="1962"/>
          <ac:spMkLst>
            <pc:docMk/>
            <pc:sldMk cId="0" sldId="263"/>
            <ac:spMk id="62" creationId="{A549AC8D-6D2B-44DA-9146-23A6F75BD8C8}"/>
          </ac:spMkLst>
        </pc:spChg>
        <pc:spChg chg="add mod">
          <ac:chgData name="André-Guy Bruneau" userId="c9f3b82d5570fc32" providerId="LiveId" clId="{C4496A7D-9A64-4B82-9835-F710A7718518}" dt="2026-09-30T14:08:28.640" v="1966"/>
          <ac:spMkLst>
            <pc:docMk/>
            <pc:sldMk cId="0" sldId="263"/>
            <ac:spMk id="63" creationId="{6CEB98F4-FD3E-4E66-8AE6-E5A600AFD9E9}"/>
          </ac:spMkLst>
        </pc:spChg>
        <pc:spChg chg="add mod">
          <ac:chgData name="André-Guy Bruneau" userId="c9f3b82d5570fc32" providerId="LiveId" clId="{C4496A7D-9A64-4B82-9835-F710A7718518}" dt="2026-09-30T14:08:28.642" v="1970"/>
          <ac:spMkLst>
            <pc:docMk/>
            <pc:sldMk cId="0" sldId="263"/>
            <ac:spMk id="960" creationId="{F97244D3-7EA1-4E73-A649-37AEC07ACE27}"/>
          </ac:spMkLst>
        </pc:spChg>
        <pc:spChg chg="add mod">
          <ac:chgData name="André-Guy Bruneau" userId="c9f3b82d5570fc32" providerId="LiveId" clId="{C4496A7D-9A64-4B82-9835-F710A7718518}" dt="2026-09-30T14:08:28.642" v="1974"/>
          <ac:spMkLst>
            <pc:docMk/>
            <pc:sldMk cId="0" sldId="263"/>
            <ac:spMk id="961" creationId="{B02092C4-1B6C-4B8E-981A-BC2190FEE5A8}"/>
          </ac:spMkLst>
        </pc:spChg>
        <pc:grpChg chg="add del mod">
          <ac:chgData name="André-Guy Bruneau" userId="c9f3b82d5570fc32" providerId="LiveId" clId="{C4496A7D-9A64-4B82-9835-F710A7718518}" dt="2026-09-30T14:08:28.479" v="1487"/>
          <ac:grpSpMkLst>
            <pc:docMk/>
            <pc:sldMk cId="0" sldId="263"/>
            <ac:grpSpMk id="52" creationId="{B9FD6872-4A97-828E-2917-9F0B5626B23D}"/>
          </ac:grpSpMkLst>
        </pc:grpChg>
        <pc:grpChg chg="add mod">
          <ac:chgData name="André-Guy Bruneau" userId="c9f3b82d5570fc32" providerId="LiveId" clId="{C4496A7D-9A64-4B82-9835-F710A7718518}" dt="2026-09-30T14:08:28.645" v="1976"/>
          <ac:grpSpMkLst>
            <pc:docMk/>
            <pc:sldMk cId="0" sldId="263"/>
            <ac:grpSpMk id="962" creationId="{431191A1-D6A4-EC12-BD49-4A879059D9FA}"/>
          </ac:grpSpMkLst>
        </pc:grpChg>
        <pc:grpChg chg="del">
          <ac:chgData name="André-Guy Bruneau" userId="c9f3b82d5570fc32" providerId="LiveId" clId="{C4496A7D-9A64-4B82-9835-F710A7718518}" dt="2026-09-30T13:59:35.765" v="478"/>
          <ac:grpSpMkLst>
            <pc:docMk/>
            <pc:sldMk cId="0" sldId="263"/>
            <ac:grpSpMk id="1008" creationId="{00000000-0000-0000-0000-000000000000}"/>
          </ac:grpSpMkLst>
        </pc:grpChg>
      </pc:sldChg>
      <pc:sldChg chg="addSp delSp modSp mod">
        <pc:chgData name="André-Guy Bruneau" userId="c9f3b82d5570fc32" providerId="LiveId" clId="{C4496A7D-9A64-4B82-9835-F710A7718518}" dt="2026-09-30T14:08:28.662" v="2030"/>
        <pc:sldMkLst>
          <pc:docMk/>
          <pc:sldMk cId="0" sldId="264"/>
        </pc:sldMkLst>
        <pc:spChg chg="add mod">
          <ac:chgData name="André-Guy Bruneau" userId="c9f3b82d5570fc32" providerId="LiveId" clId="{C4496A7D-9A64-4B82-9835-F710A7718518}" dt="2026-09-30T14:06:21.928" v="1364"/>
          <ac:spMkLst>
            <pc:docMk/>
            <pc:sldMk cId="0" sldId="264"/>
            <ac:spMk id="47" creationId="{8CF8E359-0A0E-43E6-A521-ABC8B876568F}"/>
          </ac:spMkLst>
        </pc:spChg>
        <pc:spChg chg="add mod">
          <ac:chgData name="André-Guy Bruneau" userId="c9f3b82d5570fc32" providerId="LiveId" clId="{C4496A7D-9A64-4B82-9835-F710A7718518}" dt="2026-09-30T14:06:21.928" v="1367"/>
          <ac:spMkLst>
            <pc:docMk/>
            <pc:sldMk cId="0" sldId="264"/>
            <ac:spMk id="48" creationId="{B682DF9C-E3B3-40AE-A54B-A5D4FF6B96A7}"/>
          </ac:spMkLst>
        </pc:spChg>
        <pc:spChg chg="add mod">
          <ac:chgData name="André-Guy Bruneau" userId="c9f3b82d5570fc32" providerId="LiveId" clId="{C4496A7D-9A64-4B82-9835-F710A7718518}" dt="2026-09-30T14:06:21.931" v="1370"/>
          <ac:spMkLst>
            <pc:docMk/>
            <pc:sldMk cId="0" sldId="264"/>
            <ac:spMk id="49" creationId="{D9B5DD69-B3A5-4D1C-B406-AA55F1E1ED8B}"/>
          </ac:spMkLst>
        </pc:spChg>
        <pc:spChg chg="add mod">
          <ac:chgData name="André-Guy Bruneau" userId="c9f3b82d5570fc32" providerId="LiveId" clId="{C4496A7D-9A64-4B82-9835-F710A7718518}" dt="2026-09-30T14:06:21.931" v="1373"/>
          <ac:spMkLst>
            <pc:docMk/>
            <pc:sldMk cId="0" sldId="264"/>
            <ac:spMk id="50" creationId="{F231A380-58C1-4711-B05A-0A2487B72DCE}"/>
          </ac:spMkLst>
        </pc:spChg>
        <pc:spChg chg="add mod">
          <ac:chgData name="André-Guy Bruneau" userId="c9f3b82d5570fc32" providerId="LiveId" clId="{C4496A7D-9A64-4B82-9835-F710A7718518}" dt="2026-09-30T14:06:21.931" v="1376"/>
          <ac:spMkLst>
            <pc:docMk/>
            <pc:sldMk cId="0" sldId="264"/>
            <ac:spMk id="51" creationId="{2093E53A-32E2-401D-B879-68393F6C425C}"/>
          </ac:spMkLst>
        </pc:spChg>
        <pc:spChg chg="add mod">
          <ac:chgData name="André-Guy Bruneau" userId="c9f3b82d5570fc32" providerId="LiveId" clId="{C4496A7D-9A64-4B82-9835-F710A7718518}" dt="2026-09-30T14:06:21.931" v="1379"/>
          <ac:spMkLst>
            <pc:docMk/>
            <pc:sldMk cId="0" sldId="264"/>
            <ac:spMk id="52" creationId="{CC08D6CA-4EAC-495C-B0E8-F490A435F757}"/>
          </ac:spMkLst>
        </pc:spChg>
        <pc:spChg chg="add mod">
          <ac:chgData name="André-Guy Bruneau" userId="c9f3b82d5570fc32" providerId="LiveId" clId="{C4496A7D-9A64-4B82-9835-F710A7718518}" dt="2026-09-30T14:06:21.931" v="1382"/>
          <ac:spMkLst>
            <pc:docMk/>
            <pc:sldMk cId="0" sldId="264"/>
            <ac:spMk id="53" creationId="{434A8EB2-FF73-436E-96CC-046EBE2A0D9F}"/>
          </ac:spMkLst>
        </pc:spChg>
        <pc:spChg chg="add mod">
          <ac:chgData name="André-Guy Bruneau" userId="c9f3b82d5570fc32" providerId="LiveId" clId="{C4496A7D-9A64-4B82-9835-F710A7718518}" dt="2026-09-30T14:06:21.931" v="1385"/>
          <ac:spMkLst>
            <pc:docMk/>
            <pc:sldMk cId="0" sldId="264"/>
            <ac:spMk id="54" creationId="{DECCB756-E482-4F33-B76A-4CA859387993}"/>
          </ac:spMkLst>
        </pc:spChg>
        <pc:spChg chg="add mod">
          <ac:chgData name="André-Guy Bruneau" userId="c9f3b82d5570fc32" providerId="LiveId" clId="{C4496A7D-9A64-4B82-9835-F710A7718518}" dt="2026-09-30T14:06:21.932" v="1388"/>
          <ac:spMkLst>
            <pc:docMk/>
            <pc:sldMk cId="0" sldId="264"/>
            <ac:spMk id="55" creationId="{8FF8A299-7F0B-4FFC-9FB9-6D4D79BEBD81}"/>
          </ac:spMkLst>
        </pc:spChg>
        <pc:spChg chg="add mod">
          <ac:chgData name="André-Guy Bruneau" userId="c9f3b82d5570fc32" providerId="LiveId" clId="{C4496A7D-9A64-4B82-9835-F710A7718518}" dt="2026-09-30T14:06:21.932" v="1391"/>
          <ac:spMkLst>
            <pc:docMk/>
            <pc:sldMk cId="0" sldId="264"/>
            <ac:spMk id="56" creationId="{0314A12B-EC37-4C97-947D-7127AC263BA4}"/>
          </ac:spMkLst>
        </pc:spChg>
        <pc:spChg chg="add mod">
          <ac:chgData name="André-Guy Bruneau" userId="c9f3b82d5570fc32" providerId="LiveId" clId="{C4496A7D-9A64-4B82-9835-F710A7718518}" dt="2026-09-30T14:06:21.932" v="1394"/>
          <ac:spMkLst>
            <pc:docMk/>
            <pc:sldMk cId="0" sldId="264"/>
            <ac:spMk id="57" creationId="{05E660CD-D42B-4185-8EDC-E833C27FAF4E}"/>
          </ac:spMkLst>
        </pc:spChg>
        <pc:spChg chg="add mod">
          <ac:chgData name="André-Guy Bruneau" userId="c9f3b82d5570fc32" providerId="LiveId" clId="{C4496A7D-9A64-4B82-9835-F710A7718518}" dt="2026-09-30T14:06:21.932" v="1397"/>
          <ac:spMkLst>
            <pc:docMk/>
            <pc:sldMk cId="0" sldId="264"/>
            <ac:spMk id="58" creationId="{D72893B2-734C-4D20-A58A-8D61262E2F2B}"/>
          </ac:spMkLst>
        </pc:spChg>
        <pc:spChg chg="add del mod">
          <ac:chgData name="André-Guy Bruneau" userId="c9f3b82d5570fc32" providerId="LiveId" clId="{C4496A7D-9A64-4B82-9835-F710A7718518}" dt="2026-09-30T14:06:21.928" v="1361"/>
          <ac:spMkLst>
            <pc:docMk/>
            <pc:sldMk cId="0" sldId="264"/>
            <ac:spMk id="59" creationId="{0AD8E088-68F5-4F76-B037-B3809529EAED}"/>
          </ac:spMkLst>
        </pc:spChg>
        <pc:spChg chg="add mod">
          <ac:chgData name="André-Guy Bruneau" userId="c9f3b82d5570fc32" providerId="LiveId" clId="{C4496A7D-9A64-4B82-9835-F710A7718518}" dt="2026-09-30T14:08:28.649" v="1980"/>
          <ac:spMkLst>
            <pc:docMk/>
            <pc:sldMk cId="0" sldId="264"/>
            <ac:spMk id="61" creationId="{7C4A9E14-6E7B-4BAE-81B7-DD43A1EDB2A8}"/>
          </ac:spMkLst>
        </pc:spChg>
        <pc:spChg chg="add mod">
          <ac:chgData name="André-Guy Bruneau" userId="c9f3b82d5570fc32" providerId="LiveId" clId="{C4496A7D-9A64-4B82-9835-F710A7718518}" dt="2026-09-30T14:08:28.649" v="1984"/>
          <ac:spMkLst>
            <pc:docMk/>
            <pc:sldMk cId="0" sldId="264"/>
            <ac:spMk id="62" creationId="{BC084EEA-B326-41A4-B5F6-1C16C65F9526}"/>
          </ac:spMkLst>
        </pc:spChg>
        <pc:spChg chg="add mod">
          <ac:chgData name="André-Guy Bruneau" userId="c9f3b82d5570fc32" providerId="LiveId" clId="{C4496A7D-9A64-4B82-9835-F710A7718518}" dt="2026-09-30T14:08:28.651" v="1988"/>
          <ac:spMkLst>
            <pc:docMk/>
            <pc:sldMk cId="0" sldId="264"/>
            <ac:spMk id="63" creationId="{699E52D2-499A-4532-9E94-2221237B5B92}"/>
          </ac:spMkLst>
        </pc:spChg>
        <pc:spChg chg="add mod">
          <ac:chgData name="André-Guy Bruneau" userId="c9f3b82d5570fc32" providerId="LiveId" clId="{C4496A7D-9A64-4B82-9835-F710A7718518}" dt="2026-09-30T14:08:28.653" v="1992"/>
          <ac:spMkLst>
            <pc:docMk/>
            <pc:sldMk cId="0" sldId="264"/>
            <ac:spMk id="960" creationId="{C3D7FF61-C991-4C4D-B7F2-333BE7421639}"/>
          </ac:spMkLst>
        </pc:spChg>
        <pc:spChg chg="add mod">
          <ac:chgData name="André-Guy Bruneau" userId="c9f3b82d5570fc32" providerId="LiveId" clId="{C4496A7D-9A64-4B82-9835-F710A7718518}" dt="2026-09-30T14:08:28.653" v="1996"/>
          <ac:spMkLst>
            <pc:docMk/>
            <pc:sldMk cId="0" sldId="264"/>
            <ac:spMk id="961" creationId="{086AB448-4AAD-43B9-BDEF-A83F8E2F9B18}"/>
          </ac:spMkLst>
        </pc:spChg>
        <pc:spChg chg="add mod">
          <ac:chgData name="André-Guy Bruneau" userId="c9f3b82d5570fc32" providerId="LiveId" clId="{C4496A7D-9A64-4B82-9835-F710A7718518}" dt="2026-09-30T14:08:28.653" v="2000"/>
          <ac:spMkLst>
            <pc:docMk/>
            <pc:sldMk cId="0" sldId="264"/>
            <ac:spMk id="962" creationId="{3374160A-CA01-40B6-8B3F-1C5C82FD7E4D}"/>
          </ac:spMkLst>
        </pc:spChg>
        <pc:spChg chg="add mod">
          <ac:chgData name="André-Guy Bruneau" userId="c9f3b82d5570fc32" providerId="LiveId" clId="{C4496A7D-9A64-4B82-9835-F710A7718518}" dt="2026-09-30T14:08:28.656" v="2004"/>
          <ac:spMkLst>
            <pc:docMk/>
            <pc:sldMk cId="0" sldId="264"/>
            <ac:spMk id="963" creationId="{CF49B8F9-274E-4F57-ABBC-1177F5F91BED}"/>
          </ac:spMkLst>
        </pc:spChg>
        <pc:spChg chg="add mod">
          <ac:chgData name="André-Guy Bruneau" userId="c9f3b82d5570fc32" providerId="LiveId" clId="{C4496A7D-9A64-4B82-9835-F710A7718518}" dt="2026-09-30T14:08:28.657" v="2008"/>
          <ac:spMkLst>
            <pc:docMk/>
            <pc:sldMk cId="0" sldId="264"/>
            <ac:spMk id="964" creationId="{1D4E5827-BE5A-4D1B-9704-E335474DE535}"/>
          </ac:spMkLst>
        </pc:spChg>
        <pc:spChg chg="add mod">
          <ac:chgData name="André-Guy Bruneau" userId="c9f3b82d5570fc32" providerId="LiveId" clId="{C4496A7D-9A64-4B82-9835-F710A7718518}" dt="2026-09-30T14:08:28.657" v="2012"/>
          <ac:spMkLst>
            <pc:docMk/>
            <pc:sldMk cId="0" sldId="264"/>
            <ac:spMk id="965" creationId="{D729ECD3-B121-46A4-8AE0-43DF38F2B556}"/>
          </ac:spMkLst>
        </pc:spChg>
        <pc:spChg chg="add mod">
          <ac:chgData name="André-Guy Bruneau" userId="c9f3b82d5570fc32" providerId="LiveId" clId="{C4496A7D-9A64-4B82-9835-F710A7718518}" dt="2026-09-30T14:08:28.657" v="2016"/>
          <ac:spMkLst>
            <pc:docMk/>
            <pc:sldMk cId="0" sldId="264"/>
            <ac:spMk id="966" creationId="{8E2FCDB5-1C76-4542-A537-DF7A57FD5A8E}"/>
          </ac:spMkLst>
        </pc:spChg>
        <pc:spChg chg="add mod">
          <ac:chgData name="André-Guy Bruneau" userId="c9f3b82d5570fc32" providerId="LiveId" clId="{C4496A7D-9A64-4B82-9835-F710A7718518}" dt="2026-09-30T14:08:28.659" v="2020"/>
          <ac:spMkLst>
            <pc:docMk/>
            <pc:sldMk cId="0" sldId="264"/>
            <ac:spMk id="967" creationId="{7DFB1F69-155D-49CA-9E2D-81854C2008FC}"/>
          </ac:spMkLst>
        </pc:spChg>
        <pc:spChg chg="add mod">
          <ac:chgData name="André-Guy Bruneau" userId="c9f3b82d5570fc32" providerId="LiveId" clId="{C4496A7D-9A64-4B82-9835-F710A7718518}" dt="2026-09-30T14:08:28.659" v="2024"/>
          <ac:spMkLst>
            <pc:docMk/>
            <pc:sldMk cId="0" sldId="264"/>
            <ac:spMk id="968" creationId="{7AB91A1D-2A72-4D84-B7BA-38FC3B35DD85}"/>
          </ac:spMkLst>
        </pc:spChg>
        <pc:spChg chg="add mod">
          <ac:chgData name="André-Guy Bruneau" userId="c9f3b82d5570fc32" providerId="LiveId" clId="{C4496A7D-9A64-4B82-9835-F710A7718518}" dt="2026-09-30T14:08:28.661" v="2028"/>
          <ac:spMkLst>
            <pc:docMk/>
            <pc:sldMk cId="0" sldId="264"/>
            <ac:spMk id="969" creationId="{071F0B47-64B7-479E-95D2-D5C056692F97}"/>
          </ac:spMkLst>
        </pc:spChg>
        <pc:grpChg chg="add del mod">
          <ac:chgData name="André-Guy Bruneau" userId="c9f3b82d5570fc32" providerId="LiveId" clId="{C4496A7D-9A64-4B82-9835-F710A7718518}" dt="2026-09-30T14:08:28.479" v="1488"/>
          <ac:grpSpMkLst>
            <pc:docMk/>
            <pc:sldMk cId="0" sldId="264"/>
            <ac:grpSpMk id="60" creationId="{643CDF14-D799-7D44-7688-459FD6BFE3E9}"/>
          </ac:grpSpMkLst>
        </pc:grpChg>
        <pc:grpChg chg="add mod">
          <ac:chgData name="André-Guy Bruneau" userId="c9f3b82d5570fc32" providerId="LiveId" clId="{C4496A7D-9A64-4B82-9835-F710A7718518}" dt="2026-09-30T14:08:28.662" v="2030"/>
          <ac:grpSpMkLst>
            <pc:docMk/>
            <pc:sldMk cId="0" sldId="264"/>
            <ac:grpSpMk id="970" creationId="{7B909481-D615-B3A6-E18C-43D0A0A1D0DF}"/>
          </ac:grpSpMkLst>
        </pc:grpChg>
        <pc:grpChg chg="del">
          <ac:chgData name="André-Guy Bruneau" userId="c9f3b82d5570fc32" providerId="LiveId" clId="{C4496A7D-9A64-4B82-9835-F710A7718518}" dt="2026-09-30T13:59:35.775" v="533"/>
          <ac:grpSpMkLst>
            <pc:docMk/>
            <pc:sldMk cId="0" sldId="264"/>
            <ac:grpSpMk id="1009" creationId="{00000000-0000-0000-0000-000000000000}"/>
          </ac:grpSpMkLst>
        </pc:grpChg>
      </pc:sldChg>
      <pc:sldChg chg="addSp delSp modSp mod">
        <pc:chgData name="André-Guy Bruneau" userId="c9f3b82d5570fc32" providerId="LiveId" clId="{C4496A7D-9A64-4B82-9835-F710A7718518}" dt="2026-09-30T14:08:28.682" v="2084"/>
        <pc:sldMkLst>
          <pc:docMk/>
          <pc:sldMk cId="0" sldId="265"/>
        </pc:sldMkLst>
        <pc:spChg chg="add mod">
          <ac:chgData name="André-Guy Bruneau" userId="c9f3b82d5570fc32" providerId="LiveId" clId="{C4496A7D-9A64-4B82-9835-F710A7718518}" dt="2026-09-30T14:06:21.932" v="1401"/>
          <ac:spMkLst>
            <pc:docMk/>
            <pc:sldMk cId="0" sldId="265"/>
            <ac:spMk id="39" creationId="{FB675B45-C906-4E5A-94FD-8851171AE3C8}"/>
          </ac:spMkLst>
        </pc:spChg>
        <pc:spChg chg="add mod">
          <ac:chgData name="André-Guy Bruneau" userId="c9f3b82d5570fc32" providerId="LiveId" clId="{C4496A7D-9A64-4B82-9835-F710A7718518}" dt="2026-09-30T14:06:21.934" v="1404"/>
          <ac:spMkLst>
            <pc:docMk/>
            <pc:sldMk cId="0" sldId="265"/>
            <ac:spMk id="40" creationId="{DF55F91E-49CE-444A-A4E1-7B81A3D5CE81}"/>
          </ac:spMkLst>
        </pc:spChg>
        <pc:spChg chg="add mod">
          <ac:chgData name="André-Guy Bruneau" userId="c9f3b82d5570fc32" providerId="LiveId" clId="{C4496A7D-9A64-4B82-9835-F710A7718518}" dt="2026-09-30T14:06:21.934" v="1407"/>
          <ac:spMkLst>
            <pc:docMk/>
            <pc:sldMk cId="0" sldId="265"/>
            <ac:spMk id="41" creationId="{03F1A9A2-93CD-4B84-AF64-CAB5D629D392}"/>
          </ac:spMkLst>
        </pc:spChg>
        <pc:spChg chg="add mod">
          <ac:chgData name="André-Guy Bruneau" userId="c9f3b82d5570fc32" providerId="LiveId" clId="{C4496A7D-9A64-4B82-9835-F710A7718518}" dt="2026-09-30T14:06:21.934" v="1410"/>
          <ac:spMkLst>
            <pc:docMk/>
            <pc:sldMk cId="0" sldId="265"/>
            <ac:spMk id="42" creationId="{C3889FBA-445B-485E-86DD-1309EE1D78BA}"/>
          </ac:spMkLst>
        </pc:spChg>
        <pc:spChg chg="add mod">
          <ac:chgData name="André-Guy Bruneau" userId="c9f3b82d5570fc32" providerId="LiveId" clId="{C4496A7D-9A64-4B82-9835-F710A7718518}" dt="2026-09-30T14:06:21.934" v="1413"/>
          <ac:spMkLst>
            <pc:docMk/>
            <pc:sldMk cId="0" sldId="265"/>
            <ac:spMk id="43" creationId="{A5B3AEA1-957B-4F62-9778-4E875B0FBF54}"/>
          </ac:spMkLst>
        </pc:spChg>
        <pc:spChg chg="add mod">
          <ac:chgData name="André-Guy Bruneau" userId="c9f3b82d5570fc32" providerId="LiveId" clId="{C4496A7D-9A64-4B82-9835-F710A7718518}" dt="2026-09-30T14:06:21.935" v="1416"/>
          <ac:spMkLst>
            <pc:docMk/>
            <pc:sldMk cId="0" sldId="265"/>
            <ac:spMk id="44" creationId="{255676E1-794D-49E6-947D-70284B243D11}"/>
          </ac:spMkLst>
        </pc:spChg>
        <pc:spChg chg="add mod">
          <ac:chgData name="André-Guy Bruneau" userId="c9f3b82d5570fc32" providerId="LiveId" clId="{C4496A7D-9A64-4B82-9835-F710A7718518}" dt="2026-09-30T14:06:21.935" v="1419"/>
          <ac:spMkLst>
            <pc:docMk/>
            <pc:sldMk cId="0" sldId="265"/>
            <ac:spMk id="45" creationId="{2D46A7B5-C8DD-4032-8F5E-81AA16061683}"/>
          </ac:spMkLst>
        </pc:spChg>
        <pc:spChg chg="add mod">
          <ac:chgData name="André-Guy Bruneau" userId="c9f3b82d5570fc32" providerId="LiveId" clId="{C4496A7D-9A64-4B82-9835-F710A7718518}" dt="2026-09-30T14:06:21.935" v="1422"/>
          <ac:spMkLst>
            <pc:docMk/>
            <pc:sldMk cId="0" sldId="265"/>
            <ac:spMk id="46" creationId="{43C00C98-853D-4007-8966-FF52B8A6C9D0}"/>
          </ac:spMkLst>
        </pc:spChg>
        <pc:spChg chg="add mod">
          <ac:chgData name="André-Guy Bruneau" userId="c9f3b82d5570fc32" providerId="LiveId" clId="{C4496A7D-9A64-4B82-9835-F710A7718518}" dt="2026-09-30T14:06:21.936" v="1425"/>
          <ac:spMkLst>
            <pc:docMk/>
            <pc:sldMk cId="0" sldId="265"/>
            <ac:spMk id="47" creationId="{C7FF4EFF-DB8A-4E7F-A6B0-DF05022AE9F5}"/>
          </ac:spMkLst>
        </pc:spChg>
        <pc:spChg chg="add mod">
          <ac:chgData name="André-Guy Bruneau" userId="c9f3b82d5570fc32" providerId="LiveId" clId="{C4496A7D-9A64-4B82-9835-F710A7718518}" dt="2026-09-30T14:06:21.936" v="1428"/>
          <ac:spMkLst>
            <pc:docMk/>
            <pc:sldMk cId="0" sldId="265"/>
            <ac:spMk id="48" creationId="{44670D04-632B-40C4-A4C3-AD5383098334}"/>
          </ac:spMkLst>
        </pc:spChg>
        <pc:spChg chg="add mod">
          <ac:chgData name="André-Guy Bruneau" userId="c9f3b82d5570fc32" providerId="LiveId" clId="{C4496A7D-9A64-4B82-9835-F710A7718518}" dt="2026-09-30T14:06:21.936" v="1431"/>
          <ac:spMkLst>
            <pc:docMk/>
            <pc:sldMk cId="0" sldId="265"/>
            <ac:spMk id="49" creationId="{9B89C144-60C8-4DC5-916C-FE932B2C087F}"/>
          </ac:spMkLst>
        </pc:spChg>
        <pc:spChg chg="add mod">
          <ac:chgData name="André-Guy Bruneau" userId="c9f3b82d5570fc32" providerId="LiveId" clId="{C4496A7D-9A64-4B82-9835-F710A7718518}" dt="2026-09-30T14:06:21.936" v="1434"/>
          <ac:spMkLst>
            <pc:docMk/>
            <pc:sldMk cId="0" sldId="265"/>
            <ac:spMk id="50" creationId="{99544B96-4A67-432B-9CEF-6C98AB92C1E6}"/>
          </ac:spMkLst>
        </pc:spChg>
        <pc:spChg chg="add del mod">
          <ac:chgData name="André-Guy Bruneau" userId="c9f3b82d5570fc32" providerId="LiveId" clId="{C4496A7D-9A64-4B82-9835-F710A7718518}" dt="2026-09-30T14:06:21.932" v="1398"/>
          <ac:spMkLst>
            <pc:docMk/>
            <pc:sldMk cId="0" sldId="265"/>
            <ac:spMk id="51" creationId="{65EB4BB1-889F-486A-854C-C5606D3C07FC}"/>
          </ac:spMkLst>
        </pc:spChg>
        <pc:spChg chg="add mod">
          <ac:chgData name="André-Guy Bruneau" userId="c9f3b82d5570fc32" providerId="LiveId" clId="{C4496A7D-9A64-4B82-9835-F710A7718518}" dt="2026-09-30T14:08:28.667" v="2034"/>
          <ac:spMkLst>
            <pc:docMk/>
            <pc:sldMk cId="0" sldId="265"/>
            <ac:spMk id="53" creationId="{259D21C2-E439-4FE5-BEB1-08B7BBCB238F}"/>
          </ac:spMkLst>
        </pc:spChg>
        <pc:spChg chg="add mod">
          <ac:chgData name="André-Guy Bruneau" userId="c9f3b82d5570fc32" providerId="LiveId" clId="{C4496A7D-9A64-4B82-9835-F710A7718518}" dt="2026-09-30T14:08:28.669" v="2038"/>
          <ac:spMkLst>
            <pc:docMk/>
            <pc:sldMk cId="0" sldId="265"/>
            <ac:spMk id="54" creationId="{B2FD6ABC-BBE7-4279-96C3-1B76BADB781D}"/>
          </ac:spMkLst>
        </pc:spChg>
        <pc:spChg chg="add mod">
          <ac:chgData name="André-Guy Bruneau" userId="c9f3b82d5570fc32" providerId="LiveId" clId="{C4496A7D-9A64-4B82-9835-F710A7718518}" dt="2026-09-30T14:08:28.670" v="2042"/>
          <ac:spMkLst>
            <pc:docMk/>
            <pc:sldMk cId="0" sldId="265"/>
            <ac:spMk id="55" creationId="{D1B5764B-EC54-4C8A-B1DF-6DBCE925B057}"/>
          </ac:spMkLst>
        </pc:spChg>
        <pc:spChg chg="add mod">
          <ac:chgData name="André-Guy Bruneau" userId="c9f3b82d5570fc32" providerId="LiveId" clId="{C4496A7D-9A64-4B82-9835-F710A7718518}" dt="2026-09-30T14:08:28.670" v="2046"/>
          <ac:spMkLst>
            <pc:docMk/>
            <pc:sldMk cId="0" sldId="265"/>
            <ac:spMk id="56" creationId="{91F32C3C-CD39-4C92-BE94-477B8AFF089A}"/>
          </ac:spMkLst>
        </pc:spChg>
        <pc:spChg chg="add mod">
          <ac:chgData name="André-Guy Bruneau" userId="c9f3b82d5570fc32" providerId="LiveId" clId="{C4496A7D-9A64-4B82-9835-F710A7718518}" dt="2026-09-30T14:08:28.672" v="2050"/>
          <ac:spMkLst>
            <pc:docMk/>
            <pc:sldMk cId="0" sldId="265"/>
            <ac:spMk id="57" creationId="{B9C67AB8-47A2-44DA-A214-A484E63EEA6D}"/>
          </ac:spMkLst>
        </pc:spChg>
        <pc:spChg chg="add mod">
          <ac:chgData name="André-Guy Bruneau" userId="c9f3b82d5570fc32" providerId="LiveId" clId="{C4496A7D-9A64-4B82-9835-F710A7718518}" dt="2026-09-30T14:08:28.672" v="2054"/>
          <ac:spMkLst>
            <pc:docMk/>
            <pc:sldMk cId="0" sldId="265"/>
            <ac:spMk id="58" creationId="{5D882858-1C6A-414F-99E6-8C98837E21D0}"/>
          </ac:spMkLst>
        </pc:spChg>
        <pc:spChg chg="add mod">
          <ac:chgData name="André-Guy Bruneau" userId="c9f3b82d5570fc32" providerId="LiveId" clId="{C4496A7D-9A64-4B82-9835-F710A7718518}" dt="2026-09-30T14:08:28.674" v="2058"/>
          <ac:spMkLst>
            <pc:docMk/>
            <pc:sldMk cId="0" sldId="265"/>
            <ac:spMk id="59" creationId="{E41F42CA-90D8-4394-8DB0-0DDB486935C0}"/>
          </ac:spMkLst>
        </pc:spChg>
        <pc:spChg chg="add mod">
          <ac:chgData name="André-Guy Bruneau" userId="c9f3b82d5570fc32" providerId="LiveId" clId="{C4496A7D-9A64-4B82-9835-F710A7718518}" dt="2026-09-30T14:08:28.674" v="2062"/>
          <ac:spMkLst>
            <pc:docMk/>
            <pc:sldMk cId="0" sldId="265"/>
            <ac:spMk id="60" creationId="{0EFA9254-6457-4080-B1B5-B6D63FF15419}"/>
          </ac:spMkLst>
        </pc:spChg>
        <pc:spChg chg="add mod">
          <ac:chgData name="André-Guy Bruneau" userId="c9f3b82d5570fc32" providerId="LiveId" clId="{C4496A7D-9A64-4B82-9835-F710A7718518}" dt="2026-09-30T14:08:28.674" v="2066"/>
          <ac:spMkLst>
            <pc:docMk/>
            <pc:sldMk cId="0" sldId="265"/>
            <ac:spMk id="61" creationId="{D5AF02FC-90C1-4270-9C47-D0451DE03272}"/>
          </ac:spMkLst>
        </pc:spChg>
        <pc:spChg chg="add mod">
          <ac:chgData name="André-Guy Bruneau" userId="c9f3b82d5570fc32" providerId="LiveId" clId="{C4496A7D-9A64-4B82-9835-F710A7718518}" dt="2026-09-30T14:08:28.676" v="2070"/>
          <ac:spMkLst>
            <pc:docMk/>
            <pc:sldMk cId="0" sldId="265"/>
            <ac:spMk id="62" creationId="{B2575E13-818C-435A-9CE4-68D471BC7495}"/>
          </ac:spMkLst>
        </pc:spChg>
        <pc:spChg chg="add mod">
          <ac:chgData name="André-Guy Bruneau" userId="c9f3b82d5570fc32" providerId="LiveId" clId="{C4496A7D-9A64-4B82-9835-F710A7718518}" dt="2026-09-30T14:08:28.678" v="2074"/>
          <ac:spMkLst>
            <pc:docMk/>
            <pc:sldMk cId="0" sldId="265"/>
            <ac:spMk id="63" creationId="{3DCA44FF-6549-4E2B-A430-259876AA5DDB}"/>
          </ac:spMkLst>
        </pc:spChg>
        <pc:spChg chg="add mod">
          <ac:chgData name="André-Guy Bruneau" userId="c9f3b82d5570fc32" providerId="LiveId" clId="{C4496A7D-9A64-4B82-9835-F710A7718518}" dt="2026-09-30T14:08:28.678" v="2078"/>
          <ac:spMkLst>
            <pc:docMk/>
            <pc:sldMk cId="0" sldId="265"/>
            <ac:spMk id="960" creationId="{64F95D2C-11EF-41D0-B883-77FAB05FFC4F}"/>
          </ac:spMkLst>
        </pc:spChg>
        <pc:spChg chg="add mod">
          <ac:chgData name="André-Guy Bruneau" userId="c9f3b82d5570fc32" providerId="LiveId" clId="{C4496A7D-9A64-4B82-9835-F710A7718518}" dt="2026-09-30T14:08:28.678" v="2082"/>
          <ac:spMkLst>
            <pc:docMk/>
            <pc:sldMk cId="0" sldId="265"/>
            <ac:spMk id="961" creationId="{823FC7E8-CF76-41E8-978F-82E4C69509A3}"/>
          </ac:spMkLst>
        </pc:spChg>
        <pc:grpChg chg="add del mod">
          <ac:chgData name="André-Guy Bruneau" userId="c9f3b82d5570fc32" providerId="LiveId" clId="{C4496A7D-9A64-4B82-9835-F710A7718518}" dt="2026-09-30T14:08:28.479" v="1489"/>
          <ac:grpSpMkLst>
            <pc:docMk/>
            <pc:sldMk cId="0" sldId="265"/>
            <ac:grpSpMk id="52" creationId="{8731F237-B8DD-5BC3-1FDC-2419887AAFF7}"/>
          </ac:grpSpMkLst>
        </pc:grpChg>
        <pc:grpChg chg="add mod">
          <ac:chgData name="André-Guy Bruneau" userId="c9f3b82d5570fc32" providerId="LiveId" clId="{C4496A7D-9A64-4B82-9835-F710A7718518}" dt="2026-09-30T14:08:28.682" v="2084"/>
          <ac:grpSpMkLst>
            <pc:docMk/>
            <pc:sldMk cId="0" sldId="265"/>
            <ac:grpSpMk id="962" creationId="{9575FC4F-F5E5-5B82-4598-DB3755808361}"/>
          </ac:grpSpMkLst>
        </pc:grpChg>
        <pc:grpChg chg="del">
          <ac:chgData name="André-Guy Bruneau" userId="c9f3b82d5570fc32" providerId="LiveId" clId="{C4496A7D-9A64-4B82-9835-F710A7718518}" dt="2026-09-30T13:59:35.787" v="588"/>
          <ac:grpSpMkLst>
            <pc:docMk/>
            <pc:sldMk cId="0" sldId="265"/>
            <ac:grpSpMk id="1010" creationId="{00000000-0000-0000-0000-000000000000}"/>
          </ac:grpSpMkLst>
        </pc:grpChg>
      </pc:sldChg>
      <pc:sldChg chg="addSp delSp modSp del mod">
        <pc:chgData name="André-Guy Bruneau" userId="c9f3b82d5570fc32" providerId="LiveId" clId="{C4496A7D-9A64-4B82-9835-F710A7718518}" dt="2026-09-30T13:17:14.814" v="12"/>
        <pc:sldMkLst>
          <pc:docMk/>
          <pc:sldMk cId="0" sldId="266"/>
        </pc:sldMkLst>
        <pc:spChg chg="add del mod">
          <ac:chgData name="André-Guy Bruneau" userId="c9f3b82d5570fc32" providerId="LiveId" clId="{C4496A7D-9A64-4B82-9835-F710A7718518}" dt="2026-09-30T13:16:14.620" v="2"/>
          <ac:spMkLst>
            <pc:docMk/>
            <pc:sldMk cId="0" sldId="266"/>
            <ac:spMk id="20" creationId="{8F259AAA-D81E-AEA1-D0CE-82D822F0195F}"/>
          </ac:spMkLst>
        </pc:spChg>
        <pc:picChg chg="del">
          <ac:chgData name="André-Guy Bruneau" userId="c9f3b82d5570fc32" providerId="LiveId" clId="{C4496A7D-9A64-4B82-9835-F710A7718518}" dt="2026-09-30T13:16:18.694" v="5" actId="478"/>
          <ac:picMkLst>
            <pc:docMk/>
            <pc:sldMk cId="0" sldId="266"/>
            <ac:picMk id="7" creationId="{00000000-0000-0000-0000-000000000000}"/>
          </ac:picMkLst>
        </pc:picChg>
        <pc:picChg chg="add mod">
          <ac:chgData name="André-Guy Bruneau" userId="c9f3b82d5570fc32" providerId="LiveId" clId="{C4496A7D-9A64-4B82-9835-F710A7718518}" dt="2026-09-30T13:16:30.914" v="10" actId="1076"/>
          <ac:picMkLst>
            <pc:docMk/>
            <pc:sldMk cId="0" sldId="266"/>
            <ac:picMk id="21" creationId="{985A64D6-6A44-6121-75FC-921BEAB2605B}"/>
          </ac:picMkLst>
        </pc:picChg>
      </pc:sldChg>
      <pc:sldChg chg="addSp delSp modSp add mod">
        <pc:chgData name="André-Guy Bruneau" userId="c9f3b82d5570fc32" providerId="LiveId" clId="{C4496A7D-9A64-4B82-9835-F710A7718518}" dt="2026-09-30T14:08:28.720" v="2192"/>
        <pc:sldMkLst>
          <pc:docMk/>
          <pc:sldMk cId="4079065204" sldId="267"/>
        </pc:sldMkLst>
        <pc:spChg chg="mod">
          <ac:chgData name="André-Guy Bruneau" userId="c9f3b82d5570fc32" providerId="LiveId" clId="{C4496A7D-9A64-4B82-9835-F710A7718518}" dt="2026-09-30T14:00:55.672" v="855" actId="6549"/>
          <ac:spMkLst>
            <pc:docMk/>
            <pc:sldMk cId="4079065204" sldId="267"/>
            <ac:spMk id="3" creationId="{00000000-0000-0000-0000-000000000000}"/>
          </ac:spMkLst>
        </pc:spChg>
        <pc:spChg chg="del">
          <ac:chgData name="André-Guy Bruneau" userId="c9f3b82d5570fc32" providerId="LiveId" clId="{C4496A7D-9A64-4B82-9835-F710A7718518}" dt="2026-09-30T14:01:01.142" v="856" actId="478"/>
          <ac:spMkLst>
            <pc:docMk/>
            <pc:sldMk cId="4079065204" sldId="267"/>
            <ac:spMk id="4" creationId="{00000000-0000-0000-0000-000000000000}"/>
          </ac:spMkLst>
        </pc:spChg>
        <pc:spChg chg="add mod">
          <ac:chgData name="André-Guy Bruneau" userId="c9f3b82d5570fc32" providerId="LiveId" clId="{C4496A7D-9A64-4B82-9835-F710A7718518}" dt="2026-09-30T14:06:21.936" v="1438"/>
          <ac:spMkLst>
            <pc:docMk/>
            <pc:sldMk cId="4079065204" sldId="267"/>
            <ac:spMk id="7" creationId="{01661079-2BDF-4745-B058-5F457ED2C3B4}"/>
          </ac:spMkLst>
        </pc:spChg>
        <pc:spChg chg="add mod">
          <ac:chgData name="André-Guy Bruneau" userId="c9f3b82d5570fc32" providerId="LiveId" clId="{C4496A7D-9A64-4B82-9835-F710A7718518}" dt="2026-09-30T14:06:21.936" v="1441"/>
          <ac:spMkLst>
            <pc:docMk/>
            <pc:sldMk cId="4079065204" sldId="267"/>
            <ac:spMk id="20" creationId="{D42F89E9-40D7-4D90-B5E4-06D7C50DAC56}"/>
          </ac:spMkLst>
        </pc:spChg>
        <pc:spChg chg="add mod">
          <ac:chgData name="André-Guy Bruneau" userId="c9f3b82d5570fc32" providerId="LiveId" clId="{C4496A7D-9A64-4B82-9835-F710A7718518}" dt="2026-09-30T14:06:21.936" v="1444"/>
          <ac:spMkLst>
            <pc:docMk/>
            <pc:sldMk cId="4079065204" sldId="267"/>
            <ac:spMk id="22" creationId="{65DF7894-4440-4CB7-A8E9-229B7D2FD94C}"/>
          </ac:spMkLst>
        </pc:spChg>
        <pc:spChg chg="add mod">
          <ac:chgData name="André-Guy Bruneau" userId="c9f3b82d5570fc32" providerId="LiveId" clId="{C4496A7D-9A64-4B82-9835-F710A7718518}" dt="2026-09-30T14:06:21.936" v="1447"/>
          <ac:spMkLst>
            <pc:docMk/>
            <pc:sldMk cId="4079065204" sldId="267"/>
            <ac:spMk id="23" creationId="{DCB81A21-02F8-4B95-9C34-898961CA6745}"/>
          </ac:spMkLst>
        </pc:spChg>
        <pc:spChg chg="add mod">
          <ac:chgData name="André-Guy Bruneau" userId="c9f3b82d5570fc32" providerId="LiveId" clId="{C4496A7D-9A64-4B82-9835-F710A7718518}" dt="2026-09-30T14:06:21.936" v="1450"/>
          <ac:spMkLst>
            <pc:docMk/>
            <pc:sldMk cId="4079065204" sldId="267"/>
            <ac:spMk id="24" creationId="{AF007710-8E4B-4C47-B333-7D2E49399178}"/>
          </ac:spMkLst>
        </pc:spChg>
        <pc:spChg chg="add mod">
          <ac:chgData name="André-Guy Bruneau" userId="c9f3b82d5570fc32" providerId="LiveId" clId="{C4496A7D-9A64-4B82-9835-F710A7718518}" dt="2026-09-30T14:06:21.936" v="1453"/>
          <ac:spMkLst>
            <pc:docMk/>
            <pc:sldMk cId="4079065204" sldId="267"/>
            <ac:spMk id="25" creationId="{A4AADDE2-1E94-4F4A-9ACB-8670615A4E37}"/>
          </ac:spMkLst>
        </pc:spChg>
        <pc:spChg chg="add mod">
          <ac:chgData name="André-Guy Bruneau" userId="c9f3b82d5570fc32" providerId="LiveId" clId="{C4496A7D-9A64-4B82-9835-F710A7718518}" dt="2026-09-30T14:06:21.939" v="1456"/>
          <ac:spMkLst>
            <pc:docMk/>
            <pc:sldMk cId="4079065204" sldId="267"/>
            <ac:spMk id="26" creationId="{B7E30EBD-4A89-4072-BEE5-742C99C604EE}"/>
          </ac:spMkLst>
        </pc:spChg>
        <pc:spChg chg="add mod">
          <ac:chgData name="André-Guy Bruneau" userId="c9f3b82d5570fc32" providerId="LiveId" clId="{C4496A7D-9A64-4B82-9835-F710A7718518}" dt="2026-09-30T14:06:21.939" v="1459"/>
          <ac:spMkLst>
            <pc:docMk/>
            <pc:sldMk cId="4079065204" sldId="267"/>
            <ac:spMk id="27" creationId="{1212E819-AE92-459B-9819-9148B3219F9A}"/>
          </ac:spMkLst>
        </pc:spChg>
        <pc:spChg chg="add mod">
          <ac:chgData name="André-Guy Bruneau" userId="c9f3b82d5570fc32" providerId="LiveId" clId="{C4496A7D-9A64-4B82-9835-F710A7718518}" dt="2026-09-30T14:06:21.939" v="1462"/>
          <ac:spMkLst>
            <pc:docMk/>
            <pc:sldMk cId="4079065204" sldId="267"/>
            <ac:spMk id="28" creationId="{2E1EB68E-F50D-4753-A0C2-88705496ABDA}"/>
          </ac:spMkLst>
        </pc:spChg>
        <pc:spChg chg="add mod">
          <ac:chgData name="André-Guy Bruneau" userId="c9f3b82d5570fc32" providerId="LiveId" clId="{C4496A7D-9A64-4B82-9835-F710A7718518}" dt="2026-09-30T14:06:21.939" v="1465"/>
          <ac:spMkLst>
            <pc:docMk/>
            <pc:sldMk cId="4079065204" sldId="267"/>
            <ac:spMk id="29" creationId="{2964979C-5A00-4998-8C2F-038C89FFDEEA}"/>
          </ac:spMkLst>
        </pc:spChg>
        <pc:spChg chg="add mod">
          <ac:chgData name="André-Guy Bruneau" userId="c9f3b82d5570fc32" providerId="LiveId" clId="{C4496A7D-9A64-4B82-9835-F710A7718518}" dt="2026-09-30T14:06:21.939" v="1468"/>
          <ac:spMkLst>
            <pc:docMk/>
            <pc:sldMk cId="4079065204" sldId="267"/>
            <ac:spMk id="30" creationId="{CBC5EE45-D370-4C64-94E1-2EDBBB336C65}"/>
          </ac:spMkLst>
        </pc:spChg>
        <pc:spChg chg="add mod">
          <ac:chgData name="André-Guy Bruneau" userId="c9f3b82d5570fc32" providerId="LiveId" clId="{C4496A7D-9A64-4B82-9835-F710A7718518}" dt="2026-09-30T14:06:21.939" v="1471"/>
          <ac:spMkLst>
            <pc:docMk/>
            <pc:sldMk cId="4079065204" sldId="267"/>
            <ac:spMk id="31" creationId="{A6E15103-1131-4E69-A2B8-C2AFAE371789}"/>
          </ac:spMkLst>
        </pc:spChg>
        <pc:spChg chg="add del mod">
          <ac:chgData name="André-Guy Bruneau" userId="c9f3b82d5570fc32" providerId="LiveId" clId="{C4496A7D-9A64-4B82-9835-F710A7718518}" dt="2026-09-30T14:06:21.936" v="1435"/>
          <ac:spMkLst>
            <pc:docMk/>
            <pc:sldMk cId="4079065204" sldId="267"/>
            <ac:spMk id="32" creationId="{B23EBD94-D213-4314-A28C-C64FD6D26EAB}"/>
          </ac:spMkLst>
        </pc:spChg>
        <pc:spChg chg="add mod">
          <ac:chgData name="André-Guy Bruneau" userId="c9f3b82d5570fc32" providerId="LiveId" clId="{C4496A7D-9A64-4B82-9835-F710A7718518}" dt="2026-09-30T14:08:28.705" v="2142"/>
          <ac:spMkLst>
            <pc:docMk/>
            <pc:sldMk cId="4079065204" sldId="267"/>
            <ac:spMk id="34" creationId="{61CE6509-DEEB-420E-AF05-8812595A2DE1}"/>
          </ac:spMkLst>
        </pc:spChg>
        <pc:spChg chg="add mod">
          <ac:chgData name="André-Guy Bruneau" userId="c9f3b82d5570fc32" providerId="LiveId" clId="{C4496A7D-9A64-4B82-9835-F710A7718518}" dt="2026-09-30T14:08:28.707" v="2146"/>
          <ac:spMkLst>
            <pc:docMk/>
            <pc:sldMk cId="4079065204" sldId="267"/>
            <ac:spMk id="35" creationId="{D6D398BA-55AD-4C0E-A655-E2CBFB430803}"/>
          </ac:spMkLst>
        </pc:spChg>
        <pc:spChg chg="add mod">
          <ac:chgData name="André-Guy Bruneau" userId="c9f3b82d5570fc32" providerId="LiveId" clId="{C4496A7D-9A64-4B82-9835-F710A7718518}" dt="2026-09-30T14:08:28.707" v="2150"/>
          <ac:spMkLst>
            <pc:docMk/>
            <pc:sldMk cId="4079065204" sldId="267"/>
            <ac:spMk id="36" creationId="{6B533768-0A21-41BF-B1EF-5328AF59B1DB}"/>
          </ac:spMkLst>
        </pc:spChg>
        <pc:spChg chg="add mod">
          <ac:chgData name="André-Guy Bruneau" userId="c9f3b82d5570fc32" providerId="LiveId" clId="{C4496A7D-9A64-4B82-9835-F710A7718518}" dt="2026-09-30T14:08:28.707" v="2154"/>
          <ac:spMkLst>
            <pc:docMk/>
            <pc:sldMk cId="4079065204" sldId="267"/>
            <ac:spMk id="37" creationId="{84E391E1-091A-414C-9581-48A664B53639}"/>
          </ac:spMkLst>
        </pc:spChg>
        <pc:spChg chg="add mod">
          <ac:chgData name="André-Guy Bruneau" userId="c9f3b82d5570fc32" providerId="LiveId" clId="{C4496A7D-9A64-4B82-9835-F710A7718518}" dt="2026-09-30T14:08:28.709" v="2158"/>
          <ac:spMkLst>
            <pc:docMk/>
            <pc:sldMk cId="4079065204" sldId="267"/>
            <ac:spMk id="38" creationId="{2D4C07AB-25F1-42BB-968B-A9BE91AE902B}"/>
          </ac:spMkLst>
        </pc:spChg>
        <pc:spChg chg="add mod">
          <ac:chgData name="André-Guy Bruneau" userId="c9f3b82d5570fc32" providerId="LiveId" clId="{C4496A7D-9A64-4B82-9835-F710A7718518}" dt="2026-09-30T14:08:28.711" v="2162"/>
          <ac:spMkLst>
            <pc:docMk/>
            <pc:sldMk cId="4079065204" sldId="267"/>
            <ac:spMk id="39" creationId="{5BB5FB2D-81B8-4DA8-A670-0982582587C1}"/>
          </ac:spMkLst>
        </pc:spChg>
        <pc:spChg chg="add mod">
          <ac:chgData name="André-Guy Bruneau" userId="c9f3b82d5570fc32" providerId="LiveId" clId="{C4496A7D-9A64-4B82-9835-F710A7718518}" dt="2026-09-30T14:08:28.712" v="2166"/>
          <ac:spMkLst>
            <pc:docMk/>
            <pc:sldMk cId="4079065204" sldId="267"/>
            <ac:spMk id="40" creationId="{F654DC4D-0190-46C5-9203-BC21A62C365B}"/>
          </ac:spMkLst>
        </pc:spChg>
        <pc:spChg chg="add mod">
          <ac:chgData name="André-Guy Bruneau" userId="c9f3b82d5570fc32" providerId="LiveId" clId="{C4496A7D-9A64-4B82-9835-F710A7718518}" dt="2026-09-30T14:08:28.713" v="2170"/>
          <ac:spMkLst>
            <pc:docMk/>
            <pc:sldMk cId="4079065204" sldId="267"/>
            <ac:spMk id="41" creationId="{2EFBBD29-CBD2-400D-B884-EC08C1A69BA2}"/>
          </ac:spMkLst>
        </pc:spChg>
        <pc:spChg chg="add mod">
          <ac:chgData name="André-Guy Bruneau" userId="c9f3b82d5570fc32" providerId="LiveId" clId="{C4496A7D-9A64-4B82-9835-F710A7718518}" dt="2026-09-30T14:08:28.713" v="2174"/>
          <ac:spMkLst>
            <pc:docMk/>
            <pc:sldMk cId="4079065204" sldId="267"/>
            <ac:spMk id="42" creationId="{22BD46F2-F591-4E41-878C-C9ECD7428A9D}"/>
          </ac:spMkLst>
        </pc:spChg>
        <pc:spChg chg="add mod">
          <ac:chgData name="André-Guy Bruneau" userId="c9f3b82d5570fc32" providerId="LiveId" clId="{C4496A7D-9A64-4B82-9835-F710A7718518}" dt="2026-09-30T14:08:28.715" v="2178"/>
          <ac:spMkLst>
            <pc:docMk/>
            <pc:sldMk cId="4079065204" sldId="267"/>
            <ac:spMk id="43" creationId="{852A00CF-D461-4117-BA24-295C2DD7CABA}"/>
          </ac:spMkLst>
        </pc:spChg>
        <pc:spChg chg="add mod">
          <ac:chgData name="André-Guy Bruneau" userId="c9f3b82d5570fc32" providerId="LiveId" clId="{C4496A7D-9A64-4B82-9835-F710A7718518}" dt="2026-09-30T14:08:28.715" v="2182"/>
          <ac:spMkLst>
            <pc:docMk/>
            <pc:sldMk cId="4079065204" sldId="267"/>
            <ac:spMk id="44" creationId="{8F3165C9-9286-4F9E-80E5-0B03945755FF}"/>
          </ac:spMkLst>
        </pc:spChg>
        <pc:spChg chg="add mod">
          <ac:chgData name="André-Guy Bruneau" userId="c9f3b82d5570fc32" providerId="LiveId" clId="{C4496A7D-9A64-4B82-9835-F710A7718518}" dt="2026-09-30T14:08:28.717" v="2186"/>
          <ac:spMkLst>
            <pc:docMk/>
            <pc:sldMk cId="4079065204" sldId="267"/>
            <ac:spMk id="45" creationId="{7D34766C-2849-4F86-B270-564DA1A48372}"/>
          </ac:spMkLst>
        </pc:spChg>
        <pc:spChg chg="add mod">
          <ac:chgData name="André-Guy Bruneau" userId="c9f3b82d5570fc32" providerId="LiveId" clId="{C4496A7D-9A64-4B82-9835-F710A7718518}" dt="2026-09-30T14:08:28.717" v="2190"/>
          <ac:spMkLst>
            <pc:docMk/>
            <pc:sldMk cId="4079065204" sldId="267"/>
            <ac:spMk id="46" creationId="{CB0A70A0-C3AC-4B3F-B555-BA9580BA4216}"/>
          </ac:spMkLst>
        </pc:spChg>
        <pc:grpChg chg="add del mod">
          <ac:chgData name="André-Guy Bruneau" userId="c9f3b82d5570fc32" providerId="LiveId" clId="{C4496A7D-9A64-4B82-9835-F710A7718518}" dt="2026-09-30T14:08:28.479" v="1490"/>
          <ac:grpSpMkLst>
            <pc:docMk/>
            <pc:sldMk cId="4079065204" sldId="267"/>
            <ac:grpSpMk id="33" creationId="{BB9DAB09-E1E3-8358-8A6B-49E652740C3E}"/>
          </ac:grpSpMkLst>
        </pc:grpChg>
        <pc:grpChg chg="add mod">
          <ac:chgData name="André-Guy Bruneau" userId="c9f3b82d5570fc32" providerId="LiveId" clId="{C4496A7D-9A64-4B82-9835-F710A7718518}" dt="2026-09-30T14:08:28.720" v="2192"/>
          <ac:grpSpMkLst>
            <pc:docMk/>
            <pc:sldMk cId="4079065204" sldId="267"/>
            <ac:grpSpMk id="47" creationId="{A47DC5C3-AF4B-8FB5-3A45-21192C4E3534}"/>
          </ac:grpSpMkLst>
        </pc:grpChg>
        <pc:grpChg chg="del">
          <ac:chgData name="André-Guy Bruneau" userId="c9f3b82d5570fc32" providerId="LiveId" clId="{C4496A7D-9A64-4B82-9835-F710A7718518}" dt="2026-09-30T13:59:35.795" v="643"/>
          <ac:grpSpMkLst>
            <pc:docMk/>
            <pc:sldMk cId="4079065204" sldId="267"/>
            <ac:grpSpMk id="1011" creationId="{00000000-0000-0000-0000-000000000000}"/>
          </ac:grpSpMkLst>
        </pc:grpChg>
      </pc:sldChg>
      <pc:sldChg chg="addSp delSp modSp add del mod setBg">
        <pc:chgData name="André-Guy Bruneau" userId="c9f3b82d5570fc32" providerId="LiveId" clId="{C4496A7D-9A64-4B82-9835-F710A7718518}" dt="2026-09-30T13:54:37.836" v="34" actId="47"/>
        <pc:sldMkLst>
          <pc:docMk/>
          <pc:sldMk cId="1503508383" sldId="268"/>
        </pc:sldMkLst>
        <pc:spChg chg="del">
          <ac:chgData name="André-Guy Bruneau" userId="c9f3b82d5570fc32" providerId="LiveId" clId="{C4496A7D-9A64-4B82-9835-F710A7718518}" dt="2026-09-30T13:49:15.931" v="14" actId="478"/>
          <ac:spMkLst>
            <pc:docMk/>
            <pc:sldMk cId="1503508383" sldId="268"/>
            <ac:spMk id="2" creationId="{DC2505FB-BFD1-5E18-411B-262AD56CDB1C}"/>
          </ac:spMkLst>
        </pc:spChg>
        <pc:spChg chg="del">
          <ac:chgData name="André-Guy Bruneau" userId="c9f3b82d5570fc32" providerId="LiveId" clId="{C4496A7D-9A64-4B82-9835-F710A7718518}" dt="2026-09-30T13:49:15.931" v="14" actId="478"/>
          <ac:spMkLst>
            <pc:docMk/>
            <pc:sldMk cId="1503508383" sldId="268"/>
            <ac:spMk id="5" creationId="{0C61188A-34DD-4896-36BA-97B9973FAE9A}"/>
          </ac:spMkLst>
        </pc:spChg>
        <pc:spChg chg="del">
          <ac:chgData name="André-Guy Bruneau" userId="c9f3b82d5570fc32" providerId="LiveId" clId="{C4496A7D-9A64-4B82-9835-F710A7718518}" dt="2026-09-30T13:49:15.931" v="14" actId="478"/>
          <ac:spMkLst>
            <pc:docMk/>
            <pc:sldMk cId="1503508383" sldId="268"/>
            <ac:spMk id="6" creationId="{24288331-C4FE-AC97-11AB-9B78AAA5275A}"/>
          </ac:spMkLst>
        </pc:spChg>
        <pc:spChg chg="del">
          <ac:chgData name="André-Guy Bruneau" userId="c9f3b82d5570fc32" providerId="LiveId" clId="{C4496A7D-9A64-4B82-9835-F710A7718518}" dt="2026-09-30T13:49:15.931" v="14" actId="478"/>
          <ac:spMkLst>
            <pc:docMk/>
            <pc:sldMk cId="1503508383" sldId="268"/>
            <ac:spMk id="7" creationId="{EA9D6CAD-0FF9-272F-072F-16DD8E62DC64}"/>
          </ac:spMkLst>
        </pc:spChg>
        <pc:spChg chg="del">
          <ac:chgData name="André-Guy Bruneau" userId="c9f3b82d5570fc32" providerId="LiveId" clId="{C4496A7D-9A64-4B82-9835-F710A7718518}" dt="2026-09-30T13:49:15.931" v="14" actId="478"/>
          <ac:spMkLst>
            <pc:docMk/>
            <pc:sldMk cId="1503508383" sldId="268"/>
            <ac:spMk id="9" creationId="{069D40DF-D2D3-3E9F-2BD5-81370EB9FA84}"/>
          </ac:spMkLst>
        </pc:spChg>
        <pc:spChg chg="del">
          <ac:chgData name="André-Guy Bruneau" userId="c9f3b82d5570fc32" providerId="LiveId" clId="{C4496A7D-9A64-4B82-9835-F710A7718518}" dt="2026-09-30T13:49:15.931" v="14" actId="478"/>
          <ac:spMkLst>
            <pc:docMk/>
            <pc:sldMk cId="1503508383" sldId="268"/>
            <ac:spMk id="24" creationId="{1023FE5B-109F-849B-A039-06A1AE2544C1}"/>
          </ac:spMkLst>
        </pc:spChg>
        <pc:spChg chg="del">
          <ac:chgData name="André-Guy Bruneau" userId="c9f3b82d5570fc32" providerId="LiveId" clId="{C4496A7D-9A64-4B82-9835-F710A7718518}" dt="2026-09-30T13:49:15.931" v="14" actId="478"/>
          <ac:spMkLst>
            <pc:docMk/>
            <pc:sldMk cId="1503508383" sldId="268"/>
            <ac:spMk id="27" creationId="{E56CDCB7-5827-83FF-61D8-D2ADA0D526A6}"/>
          </ac:spMkLst>
        </pc:spChg>
        <pc:spChg chg="del">
          <ac:chgData name="André-Guy Bruneau" userId="c9f3b82d5570fc32" providerId="LiveId" clId="{C4496A7D-9A64-4B82-9835-F710A7718518}" dt="2026-09-30T13:49:15.931" v="14" actId="478"/>
          <ac:spMkLst>
            <pc:docMk/>
            <pc:sldMk cId="1503508383" sldId="268"/>
            <ac:spMk id="28" creationId="{1F89C76F-8EAF-A3EC-FAE4-E6660B162076}"/>
          </ac:spMkLst>
        </pc:spChg>
        <pc:spChg chg="del">
          <ac:chgData name="André-Guy Bruneau" userId="c9f3b82d5570fc32" providerId="LiveId" clId="{C4496A7D-9A64-4B82-9835-F710A7718518}" dt="2026-09-30T13:49:15.931" v="14" actId="478"/>
          <ac:spMkLst>
            <pc:docMk/>
            <pc:sldMk cId="1503508383" sldId="268"/>
            <ac:spMk id="31" creationId="{CAE55145-1186-C366-A0B9-8BEC4DF00BB3}"/>
          </ac:spMkLst>
        </pc:spChg>
        <pc:spChg chg="del">
          <ac:chgData name="André-Guy Bruneau" userId="c9f3b82d5570fc32" providerId="LiveId" clId="{C4496A7D-9A64-4B82-9835-F710A7718518}" dt="2026-09-30T13:49:15.931" v="14" actId="478"/>
          <ac:spMkLst>
            <pc:docMk/>
            <pc:sldMk cId="1503508383" sldId="268"/>
            <ac:spMk id="35" creationId="{855C49C6-32FE-24BB-2735-DC28065DA7A0}"/>
          </ac:spMkLst>
        </pc:spChg>
        <pc:spChg chg="add">
          <ac:chgData name="André-Guy Bruneau" userId="c9f3b82d5570fc32" providerId="LiveId" clId="{C4496A7D-9A64-4B82-9835-F710A7718518}" dt="2026-09-30T13:49:56.626" v="16" actId="26606"/>
          <ac:spMkLst>
            <pc:docMk/>
            <pc:sldMk cId="1503508383" sldId="268"/>
            <ac:spMk id="58" creationId="{216BB327-7AA9-4EC5-815F-9D8E6BC53E34}"/>
          </ac:spMkLst>
        </pc:spChg>
        <pc:picChg chg="add del mod">
          <ac:chgData name="André-Guy Bruneau" userId="c9f3b82d5570fc32" providerId="LiveId" clId="{C4496A7D-9A64-4B82-9835-F710A7718518}" dt="2026-09-30T13:54:28.452" v="33" actId="478"/>
          <ac:picMkLst>
            <pc:docMk/>
            <pc:sldMk cId="1503508383" sldId="268"/>
            <ac:picMk id="53" creationId="{53F28682-B49A-388A-C580-2CD143502889}"/>
          </ac:picMkLst>
        </pc:picChg>
        <pc:picChg chg="add del">
          <ac:chgData name="André-Guy Bruneau" userId="c9f3b82d5570fc32" providerId="LiveId" clId="{C4496A7D-9A64-4B82-9835-F710A7718518}" dt="2026-09-30T13:52:27.235" v="18" actId="22"/>
          <ac:picMkLst>
            <pc:docMk/>
            <pc:sldMk cId="1503508383" sldId="268"/>
            <ac:picMk id="55" creationId="{D9018B00-2220-2863-27B6-9F5868382CD1}"/>
          </ac:picMkLst>
        </pc:picChg>
      </pc:sldChg>
      <pc:sldChg chg="addSp delSp modSp add del mod ord setBg delDesignElem">
        <pc:chgData name="André-Guy Bruneau" userId="c9f3b82d5570fc32" providerId="LiveId" clId="{C4496A7D-9A64-4B82-9835-F710A7718518}" dt="2026-09-30T14:05:49.879" v="1027" actId="47"/>
        <pc:sldMkLst>
          <pc:docMk/>
          <pc:sldMk cId="1357812566" sldId="269"/>
        </pc:sldMkLst>
        <pc:spChg chg="add mod">
          <ac:chgData name="André-Guy Bruneau" userId="c9f3b82d5570fc32" providerId="LiveId" clId="{C4496A7D-9A64-4B82-9835-F710A7718518}" dt="2026-09-30T14:01:39.937" v="1001"/>
          <ac:spMkLst>
            <pc:docMk/>
            <pc:sldMk cId="1357812566" sldId="269"/>
            <ac:spMk id="8" creationId="{471C2ADD-3FC4-40E5-98CD-8FEB682264B6}"/>
          </ac:spMkLst>
        </pc:spChg>
        <pc:spChg chg="add mod">
          <ac:chgData name="André-Guy Bruneau" userId="c9f3b82d5570fc32" providerId="LiveId" clId="{C4496A7D-9A64-4B82-9835-F710A7718518}" dt="2026-09-30T14:01:39.937" v="1002"/>
          <ac:spMkLst>
            <pc:docMk/>
            <pc:sldMk cId="1357812566" sldId="269"/>
            <ac:spMk id="9" creationId="{B8FA0CA7-E7B9-4F01-94D0-B02FC74421F5}"/>
          </ac:spMkLst>
        </pc:spChg>
        <pc:spChg chg="add mod">
          <ac:chgData name="André-Guy Bruneau" userId="c9f3b82d5570fc32" providerId="LiveId" clId="{C4496A7D-9A64-4B82-9835-F710A7718518}" dt="2026-09-30T14:01:39.937" v="1003"/>
          <ac:spMkLst>
            <pc:docMk/>
            <pc:sldMk cId="1357812566" sldId="269"/>
            <ac:spMk id="10" creationId="{0A756100-5D95-4A45-AFF2-8212692068F5}"/>
          </ac:spMkLst>
        </pc:spChg>
        <pc:spChg chg="add mod">
          <ac:chgData name="André-Guy Bruneau" userId="c9f3b82d5570fc32" providerId="LiveId" clId="{C4496A7D-9A64-4B82-9835-F710A7718518}" dt="2026-09-30T14:01:39.941" v="1004"/>
          <ac:spMkLst>
            <pc:docMk/>
            <pc:sldMk cId="1357812566" sldId="269"/>
            <ac:spMk id="11" creationId="{F2EF48A3-A2DE-44E6-B5DE-088C9AC26A05}"/>
          </ac:spMkLst>
        </pc:spChg>
        <pc:spChg chg="add mod">
          <ac:chgData name="André-Guy Bruneau" userId="c9f3b82d5570fc32" providerId="LiveId" clId="{C4496A7D-9A64-4B82-9835-F710A7718518}" dt="2026-09-30T14:01:39.941" v="1005"/>
          <ac:spMkLst>
            <pc:docMk/>
            <pc:sldMk cId="1357812566" sldId="269"/>
            <ac:spMk id="12" creationId="{193F8FEA-CA0B-4284-8762-CC7249CC3BB7}"/>
          </ac:spMkLst>
        </pc:spChg>
        <pc:spChg chg="add mod">
          <ac:chgData name="André-Guy Bruneau" userId="c9f3b82d5570fc32" providerId="LiveId" clId="{C4496A7D-9A64-4B82-9835-F710A7718518}" dt="2026-09-30T14:01:39.941" v="1006"/>
          <ac:spMkLst>
            <pc:docMk/>
            <pc:sldMk cId="1357812566" sldId="269"/>
            <ac:spMk id="13" creationId="{D00A42C3-2CB4-4E87-B522-50D0B1CBB770}"/>
          </ac:spMkLst>
        </pc:spChg>
        <pc:spChg chg="add mod">
          <ac:chgData name="André-Guy Bruneau" userId="c9f3b82d5570fc32" providerId="LiveId" clId="{C4496A7D-9A64-4B82-9835-F710A7718518}" dt="2026-09-30T14:01:39.941" v="1007"/>
          <ac:spMkLst>
            <pc:docMk/>
            <pc:sldMk cId="1357812566" sldId="269"/>
            <ac:spMk id="14" creationId="{1532C10B-35C2-483F-BE8C-85300EF953B8}"/>
          </ac:spMkLst>
        </pc:spChg>
        <pc:spChg chg="add mod">
          <ac:chgData name="André-Guy Bruneau" userId="c9f3b82d5570fc32" providerId="LiveId" clId="{C4496A7D-9A64-4B82-9835-F710A7718518}" dt="2026-09-30T14:01:39.942" v="1008"/>
          <ac:spMkLst>
            <pc:docMk/>
            <pc:sldMk cId="1357812566" sldId="269"/>
            <ac:spMk id="15" creationId="{7C321E11-2858-4A31-9F81-DD9338EE4D11}"/>
          </ac:spMkLst>
        </pc:spChg>
        <pc:spChg chg="add mod">
          <ac:chgData name="André-Guy Bruneau" userId="c9f3b82d5570fc32" providerId="LiveId" clId="{C4496A7D-9A64-4B82-9835-F710A7718518}" dt="2026-09-30T14:01:39.942" v="1009"/>
          <ac:spMkLst>
            <pc:docMk/>
            <pc:sldMk cId="1357812566" sldId="269"/>
            <ac:spMk id="16" creationId="{E07AD625-F346-4588-8F47-D7AEF13D0E02}"/>
          </ac:spMkLst>
        </pc:spChg>
        <pc:spChg chg="add mod">
          <ac:chgData name="André-Guy Bruneau" userId="c9f3b82d5570fc32" providerId="LiveId" clId="{C4496A7D-9A64-4B82-9835-F710A7718518}" dt="2026-09-30T14:01:39.942" v="1010"/>
          <ac:spMkLst>
            <pc:docMk/>
            <pc:sldMk cId="1357812566" sldId="269"/>
            <ac:spMk id="17" creationId="{561E440B-6B71-4542-A772-9C27215C4C8A}"/>
          </ac:spMkLst>
        </pc:spChg>
        <pc:spChg chg="add mod">
          <ac:chgData name="André-Guy Bruneau" userId="c9f3b82d5570fc32" providerId="LiveId" clId="{C4496A7D-9A64-4B82-9835-F710A7718518}" dt="2026-09-30T14:01:39.942" v="1011"/>
          <ac:spMkLst>
            <pc:docMk/>
            <pc:sldMk cId="1357812566" sldId="269"/>
            <ac:spMk id="18" creationId="{83434417-37AD-486E-BC26-1D1A6037DF8B}"/>
          </ac:spMkLst>
        </pc:spChg>
        <pc:spChg chg="add mod">
          <ac:chgData name="André-Guy Bruneau" userId="c9f3b82d5570fc32" providerId="LiveId" clId="{C4496A7D-9A64-4B82-9835-F710A7718518}" dt="2026-09-30T14:01:39.942" v="1012"/>
          <ac:spMkLst>
            <pc:docMk/>
            <pc:sldMk cId="1357812566" sldId="269"/>
            <ac:spMk id="19" creationId="{8E97008A-548C-40D9-B593-4CB084F46228}"/>
          </ac:spMkLst>
        </pc:spChg>
        <pc:spChg chg="add mod">
          <ac:chgData name="André-Guy Bruneau" userId="c9f3b82d5570fc32" providerId="LiveId" clId="{C4496A7D-9A64-4B82-9835-F710A7718518}" dt="2026-09-30T14:01:39.942" v="1013"/>
          <ac:spMkLst>
            <pc:docMk/>
            <pc:sldMk cId="1357812566" sldId="269"/>
            <ac:spMk id="20" creationId="{7F4C8B0C-F613-42BA-A5E7-3AF7B210B117}"/>
          </ac:spMkLst>
        </pc:spChg>
        <pc:spChg chg="del">
          <ac:chgData name="André-Guy Bruneau" userId="c9f3b82d5570fc32" providerId="LiveId" clId="{C4496A7D-9A64-4B82-9835-F710A7718518}" dt="2026-09-30T13:52:30.227" v="20"/>
          <ac:spMkLst>
            <pc:docMk/>
            <pc:sldMk cId="1357812566" sldId="269"/>
            <ac:spMk id="58" creationId="{15550D54-6131-816A-67C3-89CAD6C0359F}"/>
          </ac:spMkLst>
        </pc:spChg>
        <pc:grpChg chg="add mod">
          <ac:chgData name="André-Guy Bruneau" userId="c9f3b82d5570fc32" providerId="LiveId" clId="{C4496A7D-9A64-4B82-9835-F710A7718518}" dt="2026-09-30T13:59:35.811" v="751"/>
          <ac:grpSpMkLst>
            <pc:docMk/>
            <pc:sldMk cId="1357812566" sldId="269"/>
            <ac:grpSpMk id="21" creationId="{1DE1EDDA-16F7-004A-0840-9F8C237D1FE6}"/>
          </ac:grpSpMkLst>
        </pc:grpChg>
        <pc:picChg chg="add del">
          <ac:chgData name="André-Guy Bruneau" userId="c9f3b82d5570fc32" providerId="LiveId" clId="{C4496A7D-9A64-4B82-9835-F710A7718518}" dt="2026-09-30T13:53:16.545" v="28" actId="478"/>
          <ac:picMkLst>
            <pc:docMk/>
            <pc:sldMk cId="1357812566" sldId="269"/>
            <ac:picMk id="3" creationId="{83411C0A-1B07-3B81-FCE9-497D0650E520}"/>
          </ac:picMkLst>
        </pc:picChg>
        <pc:picChg chg="add del mod">
          <ac:chgData name="André-Guy Bruneau" userId="c9f3b82d5570fc32" providerId="LiveId" clId="{C4496A7D-9A64-4B82-9835-F710A7718518}" dt="2026-09-30T13:53:11.851" v="27" actId="478"/>
          <ac:picMkLst>
            <pc:docMk/>
            <pc:sldMk cId="1357812566" sldId="269"/>
            <ac:picMk id="5" creationId="{25498C34-A875-E4BF-D86F-5127C3C36DEC}"/>
          </ac:picMkLst>
        </pc:picChg>
        <pc:picChg chg="add mod">
          <ac:chgData name="André-Guy Bruneau" userId="c9f3b82d5570fc32" providerId="LiveId" clId="{C4496A7D-9A64-4B82-9835-F710A7718518}" dt="2026-09-30T14:00:48.419" v="834"/>
          <ac:picMkLst>
            <pc:docMk/>
            <pc:sldMk cId="1357812566" sldId="269"/>
            <ac:picMk id="7" creationId="{585A3AFD-6347-EA8D-0B58-FC82321CC6BC}"/>
          </ac:picMkLst>
        </pc:picChg>
        <pc:picChg chg="del">
          <ac:chgData name="André-Guy Bruneau" userId="c9f3b82d5570fc32" providerId="LiveId" clId="{C4496A7D-9A64-4B82-9835-F710A7718518}" dt="2026-09-30T13:52:43.338" v="23" actId="478"/>
          <ac:picMkLst>
            <pc:docMk/>
            <pc:sldMk cId="1357812566" sldId="269"/>
            <ac:picMk id="53" creationId="{C6B69EC6-D856-C3DE-8F07-C44A2DF8E440}"/>
          </ac:picMkLst>
        </pc:picChg>
      </pc:sldChg>
      <pc:sldChg chg="addSp delSp modSp add mod setBg">
        <pc:chgData name="André-Guy Bruneau" userId="c9f3b82d5570fc32" providerId="LiveId" clId="{C4496A7D-9A64-4B82-9835-F710A7718518}" dt="2026-09-30T14:08:28.577" v="1760"/>
        <pc:sldMkLst>
          <pc:docMk/>
          <pc:sldMk cId="4046815704" sldId="270"/>
        </pc:sldMkLst>
        <pc:spChg chg="add mod">
          <ac:chgData name="André-Guy Bruneau" userId="c9f3b82d5570fc32" providerId="LiveId" clId="{C4496A7D-9A64-4B82-9835-F710A7718518}" dt="2026-09-30T14:06:21.911" v="1179"/>
          <ac:spMkLst>
            <pc:docMk/>
            <pc:sldMk cId="4046815704" sldId="270"/>
            <ac:spMk id="4" creationId="{1934A611-5A8E-4381-BD37-33427D0312C1}"/>
          </ac:spMkLst>
        </pc:spChg>
        <pc:spChg chg="add mod">
          <ac:chgData name="André-Guy Bruneau" userId="c9f3b82d5570fc32" providerId="LiveId" clId="{C4496A7D-9A64-4B82-9835-F710A7718518}" dt="2026-09-30T14:06:21.912" v="1182"/>
          <ac:spMkLst>
            <pc:docMk/>
            <pc:sldMk cId="4046815704" sldId="270"/>
            <ac:spMk id="5" creationId="{D1A6A13C-64B2-4A14-9461-538BD88CAF3B}"/>
          </ac:spMkLst>
        </pc:spChg>
        <pc:spChg chg="add mod">
          <ac:chgData name="André-Guy Bruneau" userId="c9f3b82d5570fc32" providerId="LiveId" clId="{C4496A7D-9A64-4B82-9835-F710A7718518}" dt="2026-09-30T14:06:21.912" v="1185"/>
          <ac:spMkLst>
            <pc:docMk/>
            <pc:sldMk cId="4046815704" sldId="270"/>
            <ac:spMk id="6" creationId="{59479EEA-463B-4FFE-9947-EA6EE97C1147}"/>
          </ac:spMkLst>
        </pc:spChg>
        <pc:spChg chg="add">
          <ac:chgData name="André-Guy Bruneau" userId="c9f3b82d5570fc32" providerId="LiveId" clId="{C4496A7D-9A64-4B82-9835-F710A7718518}" dt="2026-09-30T13:55:10.315" v="38" actId="26606"/>
          <ac:spMkLst>
            <pc:docMk/>
            <pc:sldMk cId="4046815704" sldId="270"/>
            <ac:spMk id="8" creationId="{216BB327-7AA9-4EC5-815F-9D8E6BC53E34}"/>
          </ac:spMkLst>
        </pc:spChg>
        <pc:spChg chg="add mod">
          <ac:chgData name="André-Guy Bruneau" userId="c9f3b82d5570fc32" providerId="LiveId" clId="{C4496A7D-9A64-4B82-9835-F710A7718518}" dt="2026-09-30T14:06:21.912" v="1188"/>
          <ac:spMkLst>
            <pc:docMk/>
            <pc:sldMk cId="4046815704" sldId="270"/>
            <ac:spMk id="9" creationId="{B0F80DE7-DBC8-49D3-886F-FFC27CA190EB}"/>
          </ac:spMkLst>
        </pc:spChg>
        <pc:spChg chg="add mod">
          <ac:chgData name="André-Guy Bruneau" userId="c9f3b82d5570fc32" providerId="LiveId" clId="{C4496A7D-9A64-4B82-9835-F710A7718518}" dt="2026-09-30T14:06:21.912" v="1191"/>
          <ac:spMkLst>
            <pc:docMk/>
            <pc:sldMk cId="4046815704" sldId="270"/>
            <ac:spMk id="10" creationId="{8F45568F-231E-4BFF-9A4D-EC5F259308D2}"/>
          </ac:spMkLst>
        </pc:spChg>
        <pc:spChg chg="add mod">
          <ac:chgData name="André-Guy Bruneau" userId="c9f3b82d5570fc32" providerId="LiveId" clId="{C4496A7D-9A64-4B82-9835-F710A7718518}" dt="2026-09-30T14:06:21.912" v="1194"/>
          <ac:spMkLst>
            <pc:docMk/>
            <pc:sldMk cId="4046815704" sldId="270"/>
            <ac:spMk id="11" creationId="{8D228455-BA71-414C-ACFB-E4734E66DAB2}"/>
          </ac:spMkLst>
        </pc:spChg>
        <pc:spChg chg="add mod">
          <ac:chgData name="André-Guy Bruneau" userId="c9f3b82d5570fc32" providerId="LiveId" clId="{C4496A7D-9A64-4B82-9835-F710A7718518}" dt="2026-09-30T14:06:21.912" v="1197"/>
          <ac:spMkLst>
            <pc:docMk/>
            <pc:sldMk cId="4046815704" sldId="270"/>
            <ac:spMk id="12" creationId="{B7ABD26C-FC94-4227-9DCB-C27C2EB2540D}"/>
          </ac:spMkLst>
        </pc:spChg>
        <pc:spChg chg="add mod">
          <ac:chgData name="André-Guy Bruneau" userId="c9f3b82d5570fc32" providerId="LiveId" clId="{C4496A7D-9A64-4B82-9835-F710A7718518}" dt="2026-09-30T14:06:21.912" v="1200"/>
          <ac:spMkLst>
            <pc:docMk/>
            <pc:sldMk cId="4046815704" sldId="270"/>
            <ac:spMk id="13" creationId="{2AAA62D9-6BD6-42F7-B33F-E01497D2BEED}"/>
          </ac:spMkLst>
        </pc:spChg>
        <pc:spChg chg="add mod">
          <ac:chgData name="André-Guy Bruneau" userId="c9f3b82d5570fc32" providerId="LiveId" clId="{C4496A7D-9A64-4B82-9835-F710A7718518}" dt="2026-09-30T14:06:21.912" v="1203"/>
          <ac:spMkLst>
            <pc:docMk/>
            <pc:sldMk cId="4046815704" sldId="270"/>
            <ac:spMk id="14" creationId="{1F922D1E-6D85-4B6D-A848-B24849C3D998}"/>
          </ac:spMkLst>
        </pc:spChg>
        <pc:spChg chg="add mod">
          <ac:chgData name="André-Guy Bruneau" userId="c9f3b82d5570fc32" providerId="LiveId" clId="{C4496A7D-9A64-4B82-9835-F710A7718518}" dt="2026-09-30T14:06:21.914" v="1206"/>
          <ac:spMkLst>
            <pc:docMk/>
            <pc:sldMk cId="4046815704" sldId="270"/>
            <ac:spMk id="15" creationId="{6FC99DB5-080D-4208-B8BA-268A523D1922}"/>
          </ac:spMkLst>
        </pc:spChg>
        <pc:spChg chg="add mod">
          <ac:chgData name="André-Guy Bruneau" userId="c9f3b82d5570fc32" providerId="LiveId" clId="{C4496A7D-9A64-4B82-9835-F710A7718518}" dt="2026-09-30T14:06:21.914" v="1209"/>
          <ac:spMkLst>
            <pc:docMk/>
            <pc:sldMk cId="4046815704" sldId="270"/>
            <ac:spMk id="16" creationId="{3159D894-6ED5-4CE2-9F56-9529DD1F9CEE}"/>
          </ac:spMkLst>
        </pc:spChg>
        <pc:spChg chg="add mod">
          <ac:chgData name="André-Guy Bruneau" userId="c9f3b82d5570fc32" providerId="LiveId" clId="{C4496A7D-9A64-4B82-9835-F710A7718518}" dt="2026-09-30T14:06:21.914" v="1212"/>
          <ac:spMkLst>
            <pc:docMk/>
            <pc:sldMk cId="4046815704" sldId="270"/>
            <ac:spMk id="17" creationId="{F4FB8AEE-9815-44E9-B73F-2FB3646FD0EA}"/>
          </ac:spMkLst>
        </pc:spChg>
        <pc:spChg chg="add del mod">
          <ac:chgData name="André-Guy Bruneau" userId="c9f3b82d5570fc32" providerId="LiveId" clId="{C4496A7D-9A64-4B82-9835-F710A7718518}" dt="2026-09-30T14:06:21.910" v="1176"/>
          <ac:spMkLst>
            <pc:docMk/>
            <pc:sldMk cId="4046815704" sldId="270"/>
            <ac:spMk id="18" creationId="{3B4A240F-BD63-4FA6-BCD2-7C24C9FBC394}"/>
          </ac:spMkLst>
        </pc:spChg>
        <pc:spChg chg="add mod">
          <ac:chgData name="André-Guy Bruneau" userId="c9f3b82d5570fc32" providerId="LiveId" clId="{C4496A7D-9A64-4B82-9835-F710A7718518}" dt="2026-09-30T14:08:28.563" v="1710"/>
          <ac:spMkLst>
            <pc:docMk/>
            <pc:sldMk cId="4046815704" sldId="270"/>
            <ac:spMk id="20" creationId="{189EDD8E-C51F-4CAF-BE28-FCEF8E74C7DA}"/>
          </ac:spMkLst>
        </pc:spChg>
        <pc:spChg chg="add mod">
          <ac:chgData name="André-Guy Bruneau" userId="c9f3b82d5570fc32" providerId="LiveId" clId="{C4496A7D-9A64-4B82-9835-F710A7718518}" dt="2026-09-30T14:08:28.563" v="1714"/>
          <ac:spMkLst>
            <pc:docMk/>
            <pc:sldMk cId="4046815704" sldId="270"/>
            <ac:spMk id="21" creationId="{DCF3CB33-D586-4783-BE2D-83A651EAC845}"/>
          </ac:spMkLst>
        </pc:spChg>
        <pc:spChg chg="add mod">
          <ac:chgData name="André-Guy Bruneau" userId="c9f3b82d5570fc32" providerId="LiveId" clId="{C4496A7D-9A64-4B82-9835-F710A7718518}" dt="2026-09-30T14:08:28.565" v="1718"/>
          <ac:spMkLst>
            <pc:docMk/>
            <pc:sldMk cId="4046815704" sldId="270"/>
            <ac:spMk id="22" creationId="{1B978799-DF62-42DD-83D6-5F1B6B54FCEE}"/>
          </ac:spMkLst>
        </pc:spChg>
        <pc:spChg chg="add mod">
          <ac:chgData name="André-Guy Bruneau" userId="c9f3b82d5570fc32" providerId="LiveId" clId="{C4496A7D-9A64-4B82-9835-F710A7718518}" dt="2026-09-30T14:08:28.566" v="1722"/>
          <ac:spMkLst>
            <pc:docMk/>
            <pc:sldMk cId="4046815704" sldId="270"/>
            <ac:spMk id="23" creationId="{49884C10-4B66-4031-908A-AA630B647FC4}"/>
          </ac:spMkLst>
        </pc:spChg>
        <pc:spChg chg="add mod">
          <ac:chgData name="André-Guy Bruneau" userId="c9f3b82d5570fc32" providerId="LiveId" clId="{C4496A7D-9A64-4B82-9835-F710A7718518}" dt="2026-09-30T14:08:28.566" v="1726"/>
          <ac:spMkLst>
            <pc:docMk/>
            <pc:sldMk cId="4046815704" sldId="270"/>
            <ac:spMk id="24" creationId="{FA55E176-8472-4F89-970D-E0E2CA6009CE}"/>
          </ac:spMkLst>
        </pc:spChg>
        <pc:spChg chg="add mod">
          <ac:chgData name="André-Guy Bruneau" userId="c9f3b82d5570fc32" providerId="LiveId" clId="{C4496A7D-9A64-4B82-9835-F710A7718518}" dt="2026-09-30T14:08:28.566" v="1730"/>
          <ac:spMkLst>
            <pc:docMk/>
            <pc:sldMk cId="4046815704" sldId="270"/>
            <ac:spMk id="25" creationId="{BBCCA158-83B4-4A73-B0B8-91C9C28EB775}"/>
          </ac:spMkLst>
        </pc:spChg>
        <pc:spChg chg="add mod">
          <ac:chgData name="André-Guy Bruneau" userId="c9f3b82d5570fc32" providerId="LiveId" clId="{C4496A7D-9A64-4B82-9835-F710A7718518}" dt="2026-09-30T14:08:28.569" v="1734"/>
          <ac:spMkLst>
            <pc:docMk/>
            <pc:sldMk cId="4046815704" sldId="270"/>
            <ac:spMk id="26" creationId="{44BDD9AC-E48D-482A-8FF8-8B96AEE9A7CA}"/>
          </ac:spMkLst>
        </pc:spChg>
        <pc:spChg chg="add mod">
          <ac:chgData name="André-Guy Bruneau" userId="c9f3b82d5570fc32" providerId="LiveId" clId="{C4496A7D-9A64-4B82-9835-F710A7718518}" dt="2026-09-30T14:08:28.570" v="1738"/>
          <ac:spMkLst>
            <pc:docMk/>
            <pc:sldMk cId="4046815704" sldId="270"/>
            <ac:spMk id="27" creationId="{6EAC7F9B-BA10-468B-ABC8-7F78DA3BD2AB}"/>
          </ac:spMkLst>
        </pc:spChg>
        <pc:spChg chg="add mod">
          <ac:chgData name="André-Guy Bruneau" userId="c9f3b82d5570fc32" providerId="LiveId" clId="{C4496A7D-9A64-4B82-9835-F710A7718518}" dt="2026-09-30T14:08:28.570" v="1742"/>
          <ac:spMkLst>
            <pc:docMk/>
            <pc:sldMk cId="4046815704" sldId="270"/>
            <ac:spMk id="28" creationId="{D48E1540-F991-48C8-B137-0E35011E783A}"/>
          </ac:spMkLst>
        </pc:spChg>
        <pc:spChg chg="add mod">
          <ac:chgData name="André-Guy Bruneau" userId="c9f3b82d5570fc32" providerId="LiveId" clId="{C4496A7D-9A64-4B82-9835-F710A7718518}" dt="2026-09-30T14:08:28.572" v="1746"/>
          <ac:spMkLst>
            <pc:docMk/>
            <pc:sldMk cId="4046815704" sldId="270"/>
            <ac:spMk id="29" creationId="{AC1379D2-6B50-48CA-932C-23BA91D0ED48}"/>
          </ac:spMkLst>
        </pc:spChg>
        <pc:spChg chg="add mod">
          <ac:chgData name="André-Guy Bruneau" userId="c9f3b82d5570fc32" providerId="LiveId" clId="{C4496A7D-9A64-4B82-9835-F710A7718518}" dt="2026-09-30T14:08:28.573" v="1750"/>
          <ac:spMkLst>
            <pc:docMk/>
            <pc:sldMk cId="4046815704" sldId="270"/>
            <ac:spMk id="30" creationId="{A2EB0B48-515C-48C4-9951-689B34B4F49A}"/>
          </ac:spMkLst>
        </pc:spChg>
        <pc:spChg chg="add mod">
          <ac:chgData name="André-Guy Bruneau" userId="c9f3b82d5570fc32" providerId="LiveId" clId="{C4496A7D-9A64-4B82-9835-F710A7718518}" dt="2026-09-30T14:08:28.573" v="1754"/>
          <ac:spMkLst>
            <pc:docMk/>
            <pc:sldMk cId="4046815704" sldId="270"/>
            <ac:spMk id="31" creationId="{9A5A479D-3819-4A2A-9CD8-BEE97AF2204F}"/>
          </ac:spMkLst>
        </pc:spChg>
        <pc:spChg chg="add mod">
          <ac:chgData name="André-Guy Bruneau" userId="c9f3b82d5570fc32" providerId="LiveId" clId="{C4496A7D-9A64-4B82-9835-F710A7718518}" dt="2026-09-30T14:08:28.573" v="1758"/>
          <ac:spMkLst>
            <pc:docMk/>
            <pc:sldMk cId="4046815704" sldId="270"/>
            <ac:spMk id="32" creationId="{8A6AD77B-6351-446A-981D-F621A8779D98}"/>
          </ac:spMkLst>
        </pc:spChg>
        <pc:grpChg chg="add del mod">
          <ac:chgData name="André-Guy Bruneau" userId="c9f3b82d5570fc32" providerId="LiveId" clId="{C4496A7D-9A64-4B82-9835-F710A7718518}" dt="2026-09-30T14:08:28.478" v="1483"/>
          <ac:grpSpMkLst>
            <pc:docMk/>
            <pc:sldMk cId="4046815704" sldId="270"/>
            <ac:grpSpMk id="19" creationId="{CBD55AF5-11E0-4B5C-AD09-BAE2D21F2D26}"/>
          </ac:grpSpMkLst>
        </pc:grpChg>
        <pc:grpChg chg="add mod">
          <ac:chgData name="André-Guy Bruneau" userId="c9f3b82d5570fc32" providerId="LiveId" clId="{C4496A7D-9A64-4B82-9835-F710A7718518}" dt="2026-09-30T14:08:28.577" v="1760"/>
          <ac:grpSpMkLst>
            <pc:docMk/>
            <pc:sldMk cId="4046815704" sldId="270"/>
            <ac:grpSpMk id="33" creationId="{4AFA2091-0431-2227-13A2-9D4633B6A5B3}"/>
          </ac:grpSpMkLst>
        </pc:grpChg>
        <pc:picChg chg="add mod">
          <ac:chgData name="André-Guy Bruneau" userId="c9f3b82d5570fc32" providerId="LiveId" clId="{C4496A7D-9A64-4B82-9835-F710A7718518}" dt="2026-09-30T13:55:10.315" v="38" actId="26606"/>
          <ac:picMkLst>
            <pc:docMk/>
            <pc:sldMk cId="4046815704" sldId="270"/>
            <ac:picMk id="3" creationId="{1E90C983-2659-D7A4-AF36-EE9B84C735B9}"/>
          </ac:picMkLst>
        </pc:picChg>
        <pc:picChg chg="del">
          <ac:chgData name="André-Guy Bruneau" userId="c9f3b82d5570fc32" providerId="LiveId" clId="{C4496A7D-9A64-4B82-9835-F710A7718518}" dt="2026-09-30T13:54:49.442" v="36" actId="478"/>
          <ac:picMkLst>
            <pc:docMk/>
            <pc:sldMk cId="4046815704" sldId="270"/>
            <ac:picMk id="7" creationId="{0A7C0489-EB0A-4009-D9A4-DEC8F9C7DFB4}"/>
          </ac:picMkLst>
        </pc:picChg>
      </pc:sldChg>
      <pc:sldChg chg="addSp delSp modSp add del mod ord setBg">
        <pc:chgData name="André-Guy Bruneau" userId="c9f3b82d5570fc32" providerId="LiveId" clId="{C4496A7D-9A64-4B82-9835-F710A7718518}" dt="2026-09-30T14:11:02.951" v="2194"/>
        <pc:sldMkLst>
          <pc:docMk/>
          <pc:sldMk cId="3898411873" sldId="271"/>
        </pc:sldMkLst>
        <pc:spChg chg="del">
          <ac:chgData name="André-Guy Bruneau" userId="c9f3b82d5570fc32" providerId="LiveId" clId="{C4496A7D-9A64-4B82-9835-F710A7718518}" dt="2026-09-30T14:07:32.731" v="1473" actId="478"/>
          <ac:spMkLst>
            <pc:docMk/>
            <pc:sldMk cId="3898411873" sldId="271"/>
            <ac:spMk id="2" creationId="{4A4F4248-CC3D-3BBA-3890-89474C1DE560}"/>
          </ac:spMkLst>
        </pc:spChg>
        <pc:spChg chg="del">
          <ac:chgData name="André-Guy Bruneau" userId="c9f3b82d5570fc32" providerId="LiveId" clId="{C4496A7D-9A64-4B82-9835-F710A7718518}" dt="2026-09-30T14:07:32.731" v="1473" actId="478"/>
          <ac:spMkLst>
            <pc:docMk/>
            <pc:sldMk cId="3898411873" sldId="271"/>
            <ac:spMk id="3" creationId="{671107D6-37C7-100F-DA34-AB418915263C}"/>
          </ac:spMkLst>
        </pc:spChg>
        <pc:spChg chg="del">
          <ac:chgData name="André-Guy Bruneau" userId="c9f3b82d5570fc32" providerId="LiveId" clId="{C4496A7D-9A64-4B82-9835-F710A7718518}" dt="2026-09-30T14:07:32.731" v="1473" actId="478"/>
          <ac:spMkLst>
            <pc:docMk/>
            <pc:sldMk cId="3898411873" sldId="271"/>
            <ac:spMk id="5" creationId="{ED8E6BC7-37D1-5B5D-48EB-357BC740EED2}"/>
          </ac:spMkLst>
        </pc:spChg>
        <pc:spChg chg="del">
          <ac:chgData name="André-Guy Bruneau" userId="c9f3b82d5570fc32" providerId="LiveId" clId="{C4496A7D-9A64-4B82-9835-F710A7718518}" dt="2026-09-30T14:07:32.731" v="1473" actId="478"/>
          <ac:spMkLst>
            <pc:docMk/>
            <pc:sldMk cId="3898411873" sldId="271"/>
            <ac:spMk id="6" creationId="{C52C1600-A129-76DF-ED4B-178EEC323191}"/>
          </ac:spMkLst>
        </pc:spChg>
        <pc:spChg chg="del">
          <ac:chgData name="André-Guy Bruneau" userId="c9f3b82d5570fc32" providerId="LiveId" clId="{C4496A7D-9A64-4B82-9835-F710A7718518}" dt="2026-09-30T14:07:32.731" v="1473" actId="478"/>
          <ac:spMkLst>
            <pc:docMk/>
            <pc:sldMk cId="3898411873" sldId="271"/>
            <ac:spMk id="8" creationId="{954D6186-632C-6123-5344-FFACE80E2571}"/>
          </ac:spMkLst>
        </pc:spChg>
        <pc:spChg chg="add mod">
          <ac:chgData name="André-Guy Bruneau" userId="c9f3b82d5570fc32" providerId="LiveId" clId="{C4496A7D-9A64-4B82-9835-F710A7718518}" dt="2026-09-30T14:08:28.686" v="2088"/>
          <ac:spMkLst>
            <pc:docMk/>
            <pc:sldMk cId="3898411873" sldId="271"/>
            <ac:spMk id="10" creationId="{38D194F6-6304-4A89-A723-6B74B6747344}"/>
          </ac:spMkLst>
        </pc:spChg>
        <pc:spChg chg="add mod">
          <ac:chgData name="André-Guy Bruneau" userId="c9f3b82d5570fc32" providerId="LiveId" clId="{C4496A7D-9A64-4B82-9835-F710A7718518}" dt="2026-09-30T14:08:28.687" v="2092"/>
          <ac:spMkLst>
            <pc:docMk/>
            <pc:sldMk cId="3898411873" sldId="271"/>
            <ac:spMk id="11" creationId="{8D061991-3F87-4947-BC08-726C84AC9E81}"/>
          </ac:spMkLst>
        </pc:spChg>
        <pc:spChg chg="add mod">
          <ac:chgData name="André-Guy Bruneau" userId="c9f3b82d5570fc32" providerId="LiveId" clId="{C4496A7D-9A64-4B82-9835-F710A7718518}" dt="2026-09-30T14:08:28.687" v="2096"/>
          <ac:spMkLst>
            <pc:docMk/>
            <pc:sldMk cId="3898411873" sldId="271"/>
            <ac:spMk id="12" creationId="{1DEE0619-84B1-4DE8-B386-B00A25421EAC}"/>
          </ac:spMkLst>
        </pc:spChg>
        <pc:spChg chg="add mod">
          <ac:chgData name="André-Guy Bruneau" userId="c9f3b82d5570fc32" providerId="LiveId" clId="{C4496A7D-9A64-4B82-9835-F710A7718518}" dt="2026-09-30T14:08:28.687" v="2100"/>
          <ac:spMkLst>
            <pc:docMk/>
            <pc:sldMk cId="3898411873" sldId="271"/>
            <ac:spMk id="13" creationId="{B5530CA8-9113-4360-B995-D02C91C9DB2E}"/>
          </ac:spMkLst>
        </pc:spChg>
        <pc:spChg chg="add mod">
          <ac:chgData name="André-Guy Bruneau" userId="c9f3b82d5570fc32" providerId="LiveId" clId="{C4496A7D-9A64-4B82-9835-F710A7718518}" dt="2026-09-30T14:08:28.689" v="2104"/>
          <ac:spMkLst>
            <pc:docMk/>
            <pc:sldMk cId="3898411873" sldId="271"/>
            <ac:spMk id="14" creationId="{FBDB58F7-0FA0-44C5-BAB8-D5776154B350}"/>
          </ac:spMkLst>
        </pc:spChg>
        <pc:spChg chg="add mod">
          <ac:chgData name="André-Guy Bruneau" userId="c9f3b82d5570fc32" providerId="LiveId" clId="{C4496A7D-9A64-4B82-9835-F710A7718518}" dt="2026-09-30T14:08:28.690" v="2108"/>
          <ac:spMkLst>
            <pc:docMk/>
            <pc:sldMk cId="3898411873" sldId="271"/>
            <ac:spMk id="15" creationId="{CE224B99-1E51-47CE-9EF3-6CE410659282}"/>
          </ac:spMkLst>
        </pc:spChg>
        <pc:spChg chg="add mod">
          <ac:chgData name="André-Guy Bruneau" userId="c9f3b82d5570fc32" providerId="LiveId" clId="{C4496A7D-9A64-4B82-9835-F710A7718518}" dt="2026-09-30T14:08:28.690" v="2112"/>
          <ac:spMkLst>
            <pc:docMk/>
            <pc:sldMk cId="3898411873" sldId="271"/>
            <ac:spMk id="16" creationId="{8C928F01-C832-4BD9-8019-0DE59223698D}"/>
          </ac:spMkLst>
        </pc:spChg>
        <pc:spChg chg="add mod">
          <ac:chgData name="André-Guy Bruneau" userId="c9f3b82d5570fc32" providerId="LiveId" clId="{C4496A7D-9A64-4B82-9835-F710A7718518}" dt="2026-09-30T14:08:28.692" v="2116"/>
          <ac:spMkLst>
            <pc:docMk/>
            <pc:sldMk cId="3898411873" sldId="271"/>
            <ac:spMk id="17" creationId="{BC8C71CD-695A-4B24-B9EC-37D8CCA25D9C}"/>
          </ac:spMkLst>
        </pc:spChg>
        <pc:spChg chg="add mod">
          <ac:chgData name="André-Guy Bruneau" userId="c9f3b82d5570fc32" providerId="LiveId" clId="{C4496A7D-9A64-4B82-9835-F710A7718518}" dt="2026-09-30T14:08:28.692" v="2120"/>
          <ac:spMkLst>
            <pc:docMk/>
            <pc:sldMk cId="3898411873" sldId="271"/>
            <ac:spMk id="18" creationId="{9FDA5619-1842-4929-B62E-D0D97DBA8E45}"/>
          </ac:spMkLst>
        </pc:spChg>
        <pc:spChg chg="add mod">
          <ac:chgData name="André-Guy Bruneau" userId="c9f3b82d5570fc32" providerId="LiveId" clId="{C4496A7D-9A64-4B82-9835-F710A7718518}" dt="2026-09-30T14:08:28.694" v="2124"/>
          <ac:spMkLst>
            <pc:docMk/>
            <pc:sldMk cId="3898411873" sldId="271"/>
            <ac:spMk id="19" creationId="{CF49229F-4A53-406E-9098-2B365566080E}"/>
          </ac:spMkLst>
        </pc:spChg>
        <pc:spChg chg="add mod">
          <ac:chgData name="André-Guy Bruneau" userId="c9f3b82d5570fc32" providerId="LiveId" clId="{C4496A7D-9A64-4B82-9835-F710A7718518}" dt="2026-09-30T14:08:28.695" v="2128"/>
          <ac:spMkLst>
            <pc:docMk/>
            <pc:sldMk cId="3898411873" sldId="271"/>
            <ac:spMk id="32" creationId="{F6426989-C570-402E-9513-6710DB6C0705}"/>
          </ac:spMkLst>
        </pc:spChg>
        <pc:spChg chg="add mod">
          <ac:chgData name="André-Guy Bruneau" userId="c9f3b82d5570fc32" providerId="LiveId" clId="{C4496A7D-9A64-4B82-9835-F710A7718518}" dt="2026-09-30T14:08:28.695" v="2132"/>
          <ac:spMkLst>
            <pc:docMk/>
            <pc:sldMk cId="3898411873" sldId="271"/>
            <ac:spMk id="34" creationId="{DF4536BC-20F9-4881-A36B-B9918A06A465}"/>
          </ac:spMkLst>
        </pc:spChg>
        <pc:spChg chg="add mod">
          <ac:chgData name="André-Guy Bruneau" userId="c9f3b82d5570fc32" providerId="LiveId" clId="{C4496A7D-9A64-4B82-9835-F710A7718518}" dt="2026-09-30T14:08:28.697" v="2136"/>
          <ac:spMkLst>
            <pc:docMk/>
            <pc:sldMk cId="3898411873" sldId="271"/>
            <ac:spMk id="35" creationId="{52647B9C-2FAC-4354-A5A8-7AC8C23B84CA}"/>
          </ac:spMkLst>
        </pc:spChg>
        <pc:grpChg chg="del">
          <ac:chgData name="André-Guy Bruneau" userId="c9f3b82d5570fc32" providerId="LiveId" clId="{C4496A7D-9A64-4B82-9835-F710A7718518}" dt="2026-09-30T14:07:32.731" v="1473" actId="478"/>
          <ac:grpSpMkLst>
            <pc:docMk/>
            <pc:sldMk cId="3898411873" sldId="271"/>
            <ac:grpSpMk id="33" creationId="{5BB157F6-8A9F-3F71-1F9E-6B517E35DF95}"/>
          </ac:grpSpMkLst>
        </pc:grpChg>
        <pc:grpChg chg="add mod">
          <ac:chgData name="André-Guy Bruneau" userId="c9f3b82d5570fc32" providerId="LiveId" clId="{C4496A7D-9A64-4B82-9835-F710A7718518}" dt="2026-09-30T14:08:28.701" v="2138"/>
          <ac:grpSpMkLst>
            <pc:docMk/>
            <pc:sldMk cId="3898411873" sldId="271"/>
            <ac:grpSpMk id="36" creationId="{2B911351-189D-A7A2-8AA8-FB95B4755D07}"/>
          </ac:grpSpMkLst>
        </pc:grpChg>
        <pc:picChg chg="add mod">
          <ac:chgData name="André-Guy Bruneau" userId="c9f3b82d5570fc32" providerId="LiveId" clId="{C4496A7D-9A64-4B82-9835-F710A7718518}" dt="2026-09-30T14:07:48.893" v="1478" actId="14100"/>
          <ac:picMkLst>
            <pc:docMk/>
            <pc:sldMk cId="3898411873" sldId="271"/>
            <ac:picMk id="9" creationId="{D8E4BEF1-7A4E-DB88-8210-811468065523}"/>
          </ac:picMkLst>
        </pc:picChg>
        <pc:picChg chg="del">
          <ac:chgData name="André-Guy Bruneau" userId="c9f3b82d5570fc32" providerId="LiveId" clId="{C4496A7D-9A64-4B82-9835-F710A7718518}" dt="2026-09-30T14:07:32.731" v="1473" actId="478"/>
          <ac:picMkLst>
            <pc:docMk/>
            <pc:sldMk cId="3898411873" sldId="271"/>
            <ac:picMk id="21" creationId="{2FDF06FA-FE32-4DBA-3FED-33CAE255E5B7}"/>
          </ac:picMkLst>
        </pc:picChg>
      </pc:sldChg>
      <pc:sldChg chg="modSp add del mod">
        <pc:chgData name="André-Guy Bruneau" userId="c9f3b82d5570fc32" providerId="LiveId" clId="{C4496A7D-9A64-4B82-9835-F710A7718518}" dt="2026-09-30T14:11:49.417" v="2197"/>
        <pc:sldMkLst>
          <pc:docMk/>
          <pc:sldMk cId="2019565159" sldId="272"/>
        </pc:sldMkLst>
        <pc:grpChg chg="mod">
          <ac:chgData name="André-Guy Bruneau" userId="c9f3b82d5570fc32" providerId="LiveId" clId="{C4496A7D-9A64-4B82-9835-F710A7718518}" dt="2026-09-30T14:11:24.108" v="2195"/>
          <ac:grpSpMkLst>
            <pc:docMk/>
            <pc:sldMk cId="2019565159" sldId="272"/>
            <ac:grpSpMk id="899" creationId="{00000000-0000-0000-0000-000000000000}"/>
          </ac:grpSpMkLst>
        </pc:grpChg>
      </pc:sldChg>
      <pc:sldChg chg="add">
        <pc:chgData name="André-Guy Bruneau" userId="c9f3b82d5570fc32" providerId="LiveId" clId="{C4496A7D-9A64-4B82-9835-F710A7718518}" dt="2026-09-30T14:11:49.404" v="2196"/>
        <pc:sldMkLst>
          <pc:docMk/>
          <pc:sldMk cId="3995451279" sldId="273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3404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Avant de commencer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Lecture publique : </a:t>
            </a:r>
            <a:r>
              <a:rPr lang="fr-CA" sz="1400" dirty="0"/>
              <a:t>Genèse 1.26-28 et Romains 8.28-30.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Durée visée : </a:t>
            </a:r>
            <a:r>
              <a:rPr lang="fr-CA" sz="1400" dirty="0"/>
              <a:t>45 minutes.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à faire retenir : </a:t>
            </a:r>
            <a:r>
              <a:rPr lang="fr-CA" sz="1400" dirty="0"/>
              <a:t>Créés à son image, restaurés en Christ, transformés par l'Esprit, envoyés en son nom.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But : </a:t>
            </a:r>
            <a:r>
              <a:rPr lang="fr-CA" sz="1400" dirty="0"/>
              <a:t>que l'incroyant voie qu'il porte une image qu'il ne peut restaurer et un commandement qu'il n'a jamais accompli, et se tourne vers Christ; que le croyant repose sa sanctification sur le dessein de Dieu et l'œuvre de l'Esprit, contemple Christ dans la Parole et fasse des disciples.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Citations : </a:t>
            </a:r>
            <a:r>
              <a:rPr lang="fr-CA" sz="1400" dirty="0"/>
              <a:t>NEG79; Jérémie 31.33 en NBS.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2 min · 2 Timothée 3.16-17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Lire </a:t>
            </a:r>
            <a:r>
              <a:rPr lang="fr-CA" sz="1400" dirty="0"/>
              <a:t>2 Timothée 3.16-17.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Theopneustos : </a:t>
            </a:r>
            <a:r>
              <a:rPr lang="fr-CA" sz="1400" dirty="0"/>
              <a:t>« soufflée par Dieu ». « Ce que l'Écriture dit, Dieu le dit » (55-17).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Quatre œuvres : </a:t>
            </a:r>
            <a:r>
              <a:rPr lang="fr-CA" sz="1400" dirty="0"/>
              <a:t>enseigner, convaincre, corriger, instruire dans la justice (55-19).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But : </a:t>
            </a:r>
            <a:r>
              <a:rPr lang="fr-CA" sz="1400" dirty="0"/>
              <a:t>que l'homme de Dieu soit propre non à la plupart des bonnes œuvres, mais à toutes (55-19).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Lectures recommandées :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Stephen Yuille, Le sentier de la vie. La richesse du Psaume 119 (Europresse);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John Owen, Communion with God (Puritan Paperbacks, abrégé par R. J. K. Law).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Pierre d'attente → IV : </a:t>
            </a:r>
            <a:r>
              <a:rPr lang="fr-CA" sz="1400" dirty="0"/>
              <a:t>l'Écriture est le miroir.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3 min · Genèse 1.27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Accroche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Dans l'Antiquité, l'« image » d'un dieu, c'était le roi :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Égypte : </a:t>
            </a:r>
            <a:r>
              <a:rPr lang="fr-CA" sz="1400" dirty="0"/>
              <a:t>le pharaon en portait le titre; Toutânkhamon signifie « image vivante d'Amon ».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Mésopotamie : </a:t>
            </a:r>
            <a:r>
              <a:rPr lang="fr-CA" sz="1400" dirty="0"/>
              <a:t>le roi dressait son effigie aux confins de ses territoires pour y marquer sa souveraineté.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Genèse 1.27 accorde ce titre à l'être humain comme tel, homme et femme, sans rang ni lignée.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Tselem </a:t>
            </a:r>
            <a:r>
              <a:rPr lang="fr-CA" sz="1400" dirty="0"/>
              <a:t>(eikôn dans la Septante) désigne ailleurs les statues cultuelles (Nb 33.52; 2 R 11.18).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Question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Vous aussi, vous portez une image. Laquelle?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Qu'est-il arrivé à cette image, et que Dieu en fait-il?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Parcours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Six étapes, un seul arc : l'image créée, parfaite, promise, transformée, qui aime, envoyée.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8 min · Genèse 1.26-27; 5.1-2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l'homme est fait à l'image d'un Dieu qui n'a jamais été seul.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 Le Dieu qui dit « Faisons » (1.26)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Jusqu'au verset 24, Dieu commande : « Que la terre produise ». Au verset 26, « jamais Dieu n'a parlé au pluriel » (90-218). Puis il agit au singulier (1.27).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Première indication claire de la Trinité (3.22; 11.7) : un seul Dieu, trois personnes en communion parfaite.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Périchorèse </a:t>
            </a:r>
            <a:r>
              <a:rPr lang="fr-CA" sz="1400" dirty="0"/>
              <a:t>(Jn 14.10-11; 17.21) : l'habitation mutuelle des trois personnes; le mot nomme, il ne spécule pas.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Pierre d'attente → III : </a:t>
            </a:r>
            <a:r>
              <a:rPr lang="fr-CA" sz="1400" dirty="0"/>
              <a:t>ce conseil exécute un dessein arrêté avant la fondation du monde (Ép 1.4).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 Ce qu'est l'image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Tselem et demuth : </a:t>
            </a:r>
            <a:r>
              <a:rPr lang="fr-CA" sz="1400" dirty="0"/>
              <a:t>« synonymes », répétés pour insister (90-218).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Trois dimensions </a:t>
            </a:r>
            <a:r>
              <a:rPr lang="fr-CA" sz="1400" dirty="0"/>
              <a:t>(note sur Gn 1.26; 90-218) :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Raison – Logos : </a:t>
            </a:r>
            <a:r>
              <a:rPr lang="fr-CA" sz="1400" dirty="0"/>
              <a:t>l'homme est comme Dieu; il pense, veut et ressent, fait pour recevoir la Parole du Dieu qui parle (Jn 1.1).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Morale – Éthique : </a:t>
            </a:r>
            <a:r>
              <a:rPr lang="fr-CA" sz="1400" dirty="0"/>
              <a:t>il était comme Dieu, bon et sans péché.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Communion – Affection : </a:t>
            </a:r>
            <a:r>
              <a:rPr lang="fr-CA" sz="1400" dirty="0"/>
              <a:t>le centre, « la capacité de relations personnelles et, par-dessus tout, d'une relation personnelle avec Dieu » (90-218).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Pierre d'attente → V : </a:t>
            </a:r>
            <a:r>
              <a:rPr lang="fr-CA" sz="1400" dirty="0"/>
              <a:t>ces trois dimensions sont celles du cœur que Dieu renouvelle.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Bara' </a:t>
            </a:r>
            <a:r>
              <a:rPr lang="fr-CA" sz="1400" dirty="0"/>
              <a:t>trois fois au verset 27 : Dieu seul crée, et l'homme est le seul être vivant fait sur le modèle divin (90-219).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C. La vocation de l'image (1.26-28)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Domination : </a:t>
            </a:r>
            <a:r>
              <a:rPr lang="fr-CA" sz="1400" dirty="0"/>
              <a:t>représentant de Dieu, « roi de la terre », chargé de la cultiver et de la garder (90-219; Ps 8.7-9).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Homme et femme : </a:t>
            </a:r>
            <a:r>
              <a:rPr lang="fr-CA" sz="1400" dirty="0"/>
              <a:t>égaux en dignité, ils dominent ensemble; rôles distincts selon l'ordre de la création (Gn 2.18-23; 1 Tm 2.13).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À montrer : </a:t>
            </a:r>
            <a:r>
              <a:rPr lang="fr-CA" sz="1400" dirty="0"/>
              <a:t>la NEG79 efface le pluriel hébreu (« qu'ils dominent », « il les créa mâle et femelle »).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 dignité repose sur l'acte créateur, non sur l'utilité : l'enfant à naître, la personne handicapée, l'aîné atteint de démence portent l'image.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 : l'image ternie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Genèse 5.1-2 reprend 1.27 : Dieu avait fait l'homme « à la ressemblance de Dieu ».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Aussitôt après, Adam déchu engendre « à sa ressemblance » (Gn 5.3).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L'image demeure (Gn 9.6; Jc 3.9), mais la ressemblance morale est perdue et l'homme ne peut la restaurer.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Où voir encore l'image telle que Dieu l'a voulue?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Spéculer sur la périchorèse : le mot nomme la communion trinitaire, il ne remplace pas le texte.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Faire de la domination une écologie moralisante ou une licence d'exploiter.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Opposer l'égalité de l'homme et de la femme et leurs rôles distincts.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59BFF-66D0-1C28-0E9D-B29B97AFA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054F25-451A-6F2E-CA28-527C558E1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AACEAE-89A8-3E48-B0D6-DE42665569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8 min · Genèse 1.26-27; 5.1-2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l'homme est fait à l'image d'un Dieu qui n'a jamais été seul.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 Le Dieu qui dit « Faisons » (1.26)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Jusqu'au verset 24, Dieu commande : « Que la terre produise ». Au verset 26, « jamais Dieu n'a parlé au pluriel » (90-218). Puis il agit au singulier (1.27).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Première indication claire de la Trinité (3.22; 11.7) : un seul Dieu, trois personnes en communion parfaite.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Périchorèse </a:t>
            </a:r>
            <a:r>
              <a:rPr lang="fr-CA" sz="1400" dirty="0"/>
              <a:t>(Jn 14.10-11; 17.21) : l'habitation mutuelle des trois personnes; le mot nomme, il ne spécule pas.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Pierre d'attente → III : </a:t>
            </a:r>
            <a:r>
              <a:rPr lang="fr-CA" sz="1400" dirty="0"/>
              <a:t>ce conseil exécute un dessein arrêté avant la fondation du monde (Ép 1.4).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 Ce qu'est l'image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Tselem et demuth : </a:t>
            </a:r>
            <a:r>
              <a:rPr lang="fr-CA" sz="1400" dirty="0"/>
              <a:t>« synonymes », répétés pour insister (90-218).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Trois dimensions </a:t>
            </a:r>
            <a:r>
              <a:rPr lang="fr-CA" sz="1400" dirty="0"/>
              <a:t>(note sur Gn 1.26; 90-218) :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Raison – Logos : </a:t>
            </a:r>
            <a:r>
              <a:rPr lang="fr-CA" sz="1400" dirty="0"/>
              <a:t>l'homme est comme Dieu; il pense, veut et ressent, fait pour recevoir la Parole du Dieu qui parle (Jn 1.1).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Morale – Éthique : </a:t>
            </a:r>
            <a:r>
              <a:rPr lang="fr-CA" sz="1400" dirty="0"/>
              <a:t>il était comme Dieu, bon et sans péché.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Communion – Affection : </a:t>
            </a:r>
            <a:r>
              <a:rPr lang="fr-CA" sz="1400" dirty="0"/>
              <a:t>le centre, « la capacité de relations personnelles et, par-dessus tout, d'une relation personnelle avec Dieu » (90-218).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Pierre d'attente → V : </a:t>
            </a:r>
            <a:r>
              <a:rPr lang="fr-CA" sz="1400" dirty="0"/>
              <a:t>ces trois dimensions sont celles du cœur que Dieu renouvelle.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Bara' </a:t>
            </a:r>
            <a:r>
              <a:rPr lang="fr-CA" sz="1400" dirty="0"/>
              <a:t>trois fois au verset 27 : Dieu seul crée, et l'homme est le seul être vivant fait sur le modèle divin (90-219).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C. La vocation de l'image (1.26-28)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Domination : </a:t>
            </a:r>
            <a:r>
              <a:rPr lang="fr-CA" sz="1400" dirty="0"/>
              <a:t>représentant de Dieu, « roi de la terre », chargé de la cultiver et de la garder (90-219; Ps 8.7-9).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Homme et femme : </a:t>
            </a:r>
            <a:r>
              <a:rPr lang="fr-CA" sz="1400" dirty="0"/>
              <a:t>égaux en dignité, ils dominent ensemble; rôles distincts selon l'ordre de la création (Gn 2.18-23; 1 Tm 2.13).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À montrer : </a:t>
            </a:r>
            <a:r>
              <a:rPr lang="fr-CA" sz="1400" dirty="0"/>
              <a:t>la NEG79 efface le pluriel hébreu (« qu'ils dominent », « il les créa mâle et femelle »).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 dignité repose sur l'acte créateur, non sur l'utilité : l'enfant à naître, la personne handicapée, l'aîné atteint de démence portent l'image.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 : l'image ternie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Genèse 5.1-2 reprend 1.27 : Dieu avait fait l'homme « à la ressemblance de Dieu ».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Aussitôt après, Adam déchu engendre « à sa ressemblance » (Gn 5.3).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L'image demeure (Gn 9.6; Jc 3.9), mais la ressemblance morale est perdue et l'homme ne peut la restaurer.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Où voir encore l'image telle que Dieu l'a voulue?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Spéculer sur la périchorèse : le mot nomme la communion trinitaire, il ne remplace pas le texte.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Faire de la domination une écologie moralisante ou une licence d'exploiter.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Opposer l'égalité de l'homme et de la femme et leurs rôles distincts.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0126F-A611-1F62-2E31-3E2B6966CF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42175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6 min · Colossiens 1.15; Philippiens 2.6-7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Christ est ce que l'homme n'est plus.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 L'Image incréée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Eikôn : </a:t>
            </a:r>
            <a:r>
              <a:rPr lang="fr-CA" sz="1400" dirty="0"/>
              <a:t>la Septante rend l'image de Gn 1.27 par eikôn, le mot que Paul applique à Christ (aussi 2 Co 4.4).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Mais en un autre sens :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l'homme porte l'image comme créature;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Christ est, de toute éternité, la ressemblance parfaite de Dieu, sa représentation et sa manifestation (Ph 2.6; Jn 14.9), une reproduction exacte, sans rien de manquant ni d'altéré (2135; Hé 1.3).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Kénose (Ph 2.6-7) : </a:t>
            </a:r>
            <a:r>
              <a:rPr lang="fr-CA" sz="1400" dirty="0"/>
              <a:t>existant en forme de Dieu, « il s'est dépouillé lui-même, en prenant une forme de serviteur »;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non de sa divinité : « il n'a jamais cessé d'être Dieu » (50-16);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mais de sa gloire céleste et de l'usage volontaire de ses prérogatives.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 Premier-né : le rang, non la naissance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premier-né est l'héritier, qu'il soit l'aîné ou non (Ex 4.22; Jr 31.9, Éphraïm avant Manassé).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Christ n'est pas la première créature : il a créé toutes choses (1.16); il a la prééminence et le droit d'héritage (1.18; Hé 1.2).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Qui veut savoir ce qu'est l'homme tel que Dieu l'a voulu regarde Christ.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Qui veut connaître Dieu n'a besoin d'aucun intermédiaire : il le voit en Christ.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Si Christ est l'image parfaite, que Dieu fait-il de ceux qu'il sauve?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Projeter « l'image de Christ » sur Moïse : montrer le chemin tselem → eikôn → Col 1.15 → Rm 8.29 → 2 Co 3.18.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Présenter « premier-né » comme un ordre de naissance.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Faire de la kénose un abandon de la divinité (50-16).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5 min · Romains 8.29; Éphésiens 1.4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Dieu a décidé d'avance la fin de votre salut, et cette fin, c'est Christ en vous.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Trois expressions du verset 29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Connus d'avance » : </a:t>
            </a:r>
            <a:r>
              <a:rPr lang="fr-CA" sz="1400" dirty="0"/>
              <a:t>non une simple prévision de qui croirait, mais le choix d'aimer, l'élection (note sur Rm 8.29; Ac 2.23; 1 P 1.2, 20).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Le même conseil éternel que le « Faisons » : « En lui Dieu nous a élus avant la fondation du monde » (Ép 1.4).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Prédestinés à être semblables à l'image de son Fils » : </a:t>
            </a:r>
            <a:r>
              <a:rPr lang="fr-CA" sz="1400" dirty="0"/>
              <a:t>« Le but de votre salut était que vous soyez rendus semblables à l'image de son Fils » (90-180).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Sainteté maintenant, corps glorifié à la fin (Ph 3.21).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Premier-né de beaucoup de frères » : </a:t>
            </a:r>
            <a:r>
              <a:rPr lang="fr-CA" sz="1400" dirty="0"/>
              <a:t>la fin dernière du salut est la gloire du Fils; ses frères lui ressemblent sans jamais être ses égaux.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Connus d'avance, prédestinés, appelés, justifiés, glorifiés (8.29-30) : aucun maillon ne manque.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Ce que Dieu a décrété, il l'achèvera : c'est la sécurité du croyant.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Les épreuves de 8.28 servent ce but.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Nous ne voyons pas encore cette ressemblance achevée. Comment Dieu nous y conduit-il, aujourd'hui?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Contourner l'élection pour ne garder qu'un « imitez Jésus ».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Laisser entendre que le croyant deviendra ce que Christ est par essence : Christ est l'image par nature, le croyant y est transformé par grâce.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6 min · 2 Corinthiens 3.18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on devient semblable à ce que l'on contemple.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 Le visage découvert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Moïse voilait son visage (Ex 34.29-35); en Christ, le voile est ôté (3.14-16).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Nous tous » : </a:t>
            </a:r>
            <a:r>
              <a:rPr lang="fr-CA" sz="1400" dirty="0"/>
              <a:t>tous les croyants; rien ne s'interpose plus entre eux et la vision du Seigneur (47-22).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 Contempler dans le miroir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À montrer : </a:t>
            </a:r>
            <a:r>
              <a:rPr lang="fr-CA" sz="1400" dirty="0"/>
              <a:t>la NEG79 dit « reflète »; le grec, avec la S21, la LSG, Darby et la KJF, dit contempler comme dans un miroir.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On ne reflète que ce qu'on contemple.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miroir, c'est l'Écriture : </a:t>
            </a:r>
            <a:r>
              <a:rPr lang="fr-CA" sz="1400" dirty="0"/>
              <a:t>la gloire de Dieu s'y voit sur la face de Jésus-Christ (90-75; 4.6). Relier au Rappel.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C. Transformés par l'Esprit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Metamorphoô : </a:t>
            </a:r>
            <a:r>
              <a:rPr lang="fr-CA" sz="1400" dirty="0"/>
              <a:t>présent passif, « une action de transformation continue et progressive » (47-21). Nous ne nous transformons pas; nous sommes transformés.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C'est là toute la sanctification progressive […] passer d'un degré de gloire au suivant en contemplant la gloire du Seigneur » (90-75).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terme : </a:t>
            </a:r>
            <a:r>
              <a:rPr lang="fr-CA" sz="1400" dirty="0"/>
              <a:t>« Le dessein salvateur de Dieu était de créer une humanité rachetée qui serait semblable à son Fils » (47-21), jusqu'à ce que nous lui soyons semblables (1 Jn 3.2).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moyen est fixé : contempler Christ dans sa Parole, et l'Esprit fait l'œuvre.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Celui qui délaisse l'Écriture se prive du miroir.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À quoi reconnaît-on cette image qui grandit? À ce que Dieu avait mis au centre : le cœur qui aime.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Laisser le « reflète » de la NEG79 effacer le moyen : le croyant reflète Christ parce qu'il le contemple dans la Parole.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7 min · Matthieu 22.37-40; Jérémie 31.33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la loi que je ne peux accomplir, Dieu l'écrit sur mon cœur.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 Le commandement que tous connaissaient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piège des 613 commandements; Jésus répond par le Shema, récité matin et soir (Dt 6.5), et par Lv 19.18 (2358).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Tu aimeras » : </a:t>
            </a:r>
            <a:r>
              <a:rPr lang="fr-CA" sz="1400" dirty="0"/>
              <a:t>l'amour de la volonté, de tout l'être.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second découle du premier : « Quand vous aimez Dieu comme il faut, vous aimez les gens comme il faut » (2358).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 Le commandement qui accuse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Personne n'a aimé Dieu ainsi.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Parce que nous n'avons pas aimé ainsi, nous avons besoin du pardon, et parce que nous ne pouvons pas aimer ainsi, nous avons besoin d'une capacité nouvelle » (2358).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C. La loi écrite sur le cœur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Lire </a:t>
            </a:r>
            <a:r>
              <a:rPr lang="fr-CA" sz="1400" dirty="0"/>
              <a:t>Jérémie 31.33 (NBS).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La nouvelle alliance : </a:t>
            </a:r>
            <a:r>
              <a:rPr lang="fr-CA" sz="1400" dirty="0"/>
              <a:t>« le pardon de tous nos péchés et l'écriture de la loi de Dieu sur nos cœurs » (80-286).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cœur, c'est la personne intérieure </a:t>
            </a:r>
            <a:r>
              <a:rPr lang="fr-CA" sz="1400" dirty="0"/>
              <a:t>(1 Ch 28.9); ses trois dimensions sont celles de l'image (point I.B) :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Rationnel </a:t>
            </a:r>
            <a:r>
              <a:rPr lang="fr-CA" sz="1400" dirty="0"/>
              <a:t>(Jn 1.1; 1 Jn 1.1) : le cœur qui pense; Dieu parle en Christ, le Logos (43-2), et renouvelle la pensée.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Moral </a:t>
            </a:r>
            <a:r>
              <a:rPr lang="fr-CA" sz="1400" dirty="0"/>
              <a:t>(Ps 51.12) : le cœur pur qui juge le bien et le mal; le cœur est tortueux (Jr 17.9), Dieu seul en crée un pur.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Relationnel </a:t>
            </a:r>
            <a:r>
              <a:rPr lang="fr-CA" sz="1400" dirty="0"/>
              <a:t>(Mt 22.37-40) : le cœur qui aime; Dieu répand son amour dans nos cœurs par l'Esprit (Rm 5.5).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Nous l'aimons parce qu'il nous a aimés le premier (1 Jn 4.19), et cet amour se prouve par l'obéissance (Jn 14.15).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Et le prochain que nous aimons, que lui devons-nous d'abord?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Prêcher une exhortation à aimer davantage, sans la loi qui accuse, la croix qui pardonne et l'Esprit qui écrit la loi sur le cœur.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5 min · Matthieu 28.19-20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ceux que Dieu restaure à son image, il les envoie.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Le mandat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Un seul impératif : </a:t>
            </a:r>
            <a:r>
              <a:rPr lang="fr-CA" sz="1400" dirty="0"/>
              <a:t>« faites des disciples »; aller, baptiser, enseigner en décrivent le chemin (2405).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disciple : </a:t>
            </a:r>
            <a:r>
              <a:rPr lang="fr-CA" sz="1400" dirty="0"/>
              <a:t>« un croyant qui apprend »;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« on ne peut être disciple de Christ sans un cœur obéissant » (2405);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la foi salvatrice se soumet à Christ comme Seigneur.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Au nom » : </a:t>
            </a:r>
            <a:r>
              <a:rPr lang="fr-CA" sz="1400" dirty="0"/>
              <a:t>« un seul nom et trois personnes » (2405); le Dieu du « Faisons ».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Le baptême, signe extérieur d'une foi déjà reçue.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Tout ce que je vous ai prescrit » : </a:t>
            </a:r>
            <a:r>
              <a:rPr lang="fr-CA" sz="1400" dirty="0"/>
              <a:t>y compris le grand commandement; faire des disciples, c'est former d'autres porteurs de l'image restaurée.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Je suis avec vous tous les jours » : </a:t>
            </a:r>
            <a:r>
              <a:rPr lang="fr-CA" sz="1400" dirty="0"/>
              <a:t>jusqu'à son retour (2405).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Aimer son prochain, c'est d'abord lui annoncer Christ.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Qui, cette semaine, entendra de vous l'Évangile?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Réduire l'envoi à un appel aux missionnaires : il concerne tout disciple.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3 min · 2 Corinthiens 3.18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Récapitulation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créés à son image (Gn 1.26-27),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ternis par le péché (Gn 5.3),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restaurés en Christ (Col 1.15),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promis à sa ressemblance (Rm 8.29),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transformés par l'Esprit (2 Co 3.18),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renouvelés au cœur (Jr 31.33),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aimés et envoyés en son nom (Mt 22.37-40; 28.19).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Christ, la Parole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Dieu qui a soufflé l'Écriture (Rappel) se fait voir en son Fils, le Logos (Jn 1.1).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C'est dans la Parole qu'on le contemple, et l'Esprit transforme en son image, de gloire en gloire.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Appel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À l'incroyant : </a:t>
            </a:r>
            <a:r>
              <a:rPr lang="fr-CA" sz="1400" dirty="0"/>
              <a:t>vous portez l'image de Dieu, et vous n'avez jamais aimé Dieu de tout votre cœur. Christ seul pardonne et restaure : repentez-vous, croyez en lui et soumettez-vous à lui comme Seigneur.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Au croyant : </a:t>
            </a:r>
            <a:r>
              <a:rPr lang="fr-CA" sz="1400" dirty="0"/>
              <a:t>Dieu achèvera en vous ce qu'il a décidé avant la fondation du monde; nous serons semblables à lui (1 Jn 3.2). Contemplez Christ dans sa Parole; c'est ainsi que l'Esprit vous transforme. Et allez : faites des disciples.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0C5F7-6A4A-CABE-E1C8-DCD24FB71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E9DE4E-8E3C-A0B5-1990-3C3247B46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DFE233-3BD1-20FE-BBD1-0AA59AE2D4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Prière · La Régénération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Source : </a:t>
            </a:r>
            <a:r>
              <a:rPr lang="fr-CA" sz="1400" dirty="0"/>
              <a:t>La Vallée de la vision, prières puritaines réunies par Arthur Bennett.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Échos du message :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« J’étais mort dans l’iniquité, mais ton Esprit m’a vivifié » : Ép 2.1, 5; l'Esprit qui transforme (IV).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« Aucune provocation ne peut me séparer de ta bienveillance » : Rm 8.35-39; ce que Dieu a décrété, il l'achèvera (III).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« Que je sois désormais sel de la terre » : Mt 5.13; l'image envoyée (VI).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CC03E9-9754-8A46-573B-22345995AE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10062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Prière · La Régénération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Source : </a:t>
            </a:r>
            <a:r>
              <a:rPr lang="fr-CA" sz="1400" dirty="0"/>
              <a:t>La Vallée de la vision, prières puritaines réunies par Arthur Bennett.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Échos du message :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« J’étais mort dans l’iniquité, mais ton Esprit m’a vivifié » : Ép 2.1, 5; l'Esprit qui transforme (IV).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« Aucune provocation ne peut me séparer de ta bienveillance » : Rm 8.35-39; ce que Dieu a décrété, il l'achèvera (III).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« Que je sois désormais sel de la terre » : Mt 5.13; l'image envoyée (VI).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lustration" descr="Silhouette humaine dans un médaillon rayonnant : l'image de Dieu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822960"/>
            <a:ext cx="5212080" cy="5212080"/>
          </a:xfrm>
          <a:prstGeom prst="rect">
            <a:avLst/>
          </a:prstGeom>
        </p:spPr>
      </p:pic>
      <p:sp>
        <p:nvSpPr>
          <p:cNvPr id="3" name="Repère"/>
          <p:cNvSpPr txBox="1"/>
          <p:nvPr/>
        </p:nvSpPr>
        <p:spPr>
          <a:xfrm>
            <a:off x="731520" y="14630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PRÉDICATION · 30 SEPTEMBRE 2026</a:t>
            </a:r>
            <a:endParaRPr lang="fr-CA" sz="1400" dirty="0"/>
          </a:p>
        </p:txBody>
      </p:sp>
      <p:sp>
        <p:nvSpPr>
          <p:cNvPr id="4" name="Titre"/>
          <p:cNvSpPr>
            <a:spLocks noGrp="1"/>
          </p:cNvSpPr>
          <p:nvPr>
            <p:ph type="title"/>
          </p:nvPr>
        </p:nvSpPr>
        <p:spPr>
          <a:xfrm>
            <a:off x="731520" y="1874520"/>
            <a:ext cx="6035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fr-CA" altLang="en-US" sz="56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l'image de</a:t>
            </a:r>
            <a:endParaRPr lang="fr-CA" sz="5600" dirty="0"/>
          </a:p>
          <a:p>
            <a:pPr marL="0" indent="0" algn="l">
              <a:lnSpc>
                <a:spcPct val="95000"/>
              </a:lnSpc>
              <a:buNone/>
            </a:pPr>
            <a:r>
              <a:rPr lang="fr-CA" altLang="en-US" sz="56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Christ-Jésus</a:t>
            </a:r>
            <a:endParaRPr lang="fr-CA" sz="5600" dirty="0"/>
          </a:p>
        </p:txBody>
      </p:sp>
      <p:sp>
        <p:nvSpPr>
          <p:cNvPr id="5" name="Passage"/>
          <p:cNvSpPr txBox="1"/>
          <p:nvPr/>
        </p:nvSpPr>
        <p:spPr>
          <a:xfrm>
            <a:off x="731520" y="3840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26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Genèse 1.26-27</a:t>
            </a:r>
            <a:endParaRPr lang="fr-CA" sz="2600" dirty="0"/>
          </a:p>
        </p:txBody>
      </p:sp>
      <p:sp>
        <p:nvSpPr>
          <p:cNvPr id="6" name="Verset"/>
          <p:cNvSpPr txBox="1"/>
          <p:nvPr/>
        </p:nvSpPr>
        <p:spPr>
          <a:xfrm>
            <a:off x="731520" y="4526280"/>
            <a:ext cx="5867705" cy="1422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fr-CA" altLang="en-US" sz="1900" i="1" dirty="0">
                <a:solidFill>
                  <a:srgbClr val="C9BC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Dieu créa l'homme à son image, il le créa à l'image de Dieu, il créa l'homme et la femme. »</a:t>
            </a:r>
            <a:endParaRPr lang="fr-CA" sz="1900" dirty="0"/>
          </a:p>
          <a:p>
            <a:pPr marL="0" indent="0">
              <a:spcBef>
                <a:spcPts val="600"/>
              </a:spcBef>
              <a:spcAft>
                <a:spcPts val="400"/>
              </a:spcAft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Genèse 1.27</a:t>
            </a:r>
            <a:endParaRPr lang="fr-CA" sz="1900" dirty="0"/>
          </a:p>
        </p:txBody>
      </p:sp>
      <p:sp>
        <p:nvSpPr>
          <p:cNvPr id="7" name="Prédicateur"/>
          <p:cNvSpPr txBox="1"/>
          <p:nvPr/>
        </p:nvSpPr>
        <p:spPr>
          <a:xfrm>
            <a:off x="731520" y="6120994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André-Guy Bruneau</a:t>
            </a:r>
            <a:endParaRPr lang="fr-CA" sz="1600" dirty="0"/>
          </a:p>
        </p:txBody>
      </p:sp>
      <p:grpSp>
        <p:nvGrpSpPr>
          <p:cNvPr id="46" name="Barre de progression">
            <a:extLst>
              <a:ext uri="{FF2B5EF4-FFF2-40B4-BE49-F238E27FC236}">
                <a16:creationId xmlns:a16="http://schemas.microsoft.com/office/drawing/2014/main" id="{75E40B8C-B756-5ADD-C690-394FCD70A715}"/>
              </a:ext>
            </a:extLst>
          </p:cNvPr>
          <p:cNvGrpSpPr/>
          <p:nvPr/>
        </p:nvGrpSpPr>
        <p:grpSpPr>
          <a:xfrm>
            <a:off x="546100" y="6527800"/>
            <a:ext cx="11099799" cy="63500"/>
            <a:chOff x="546100" y="6527800"/>
            <a:chExt cx="11099799" cy="63500"/>
          </a:xfrm>
        </p:grpSpPr>
        <p:sp>
          <p:nvSpPr>
            <p:cNvPr id="33" name="Progression 1">
              <a:extLst>
                <a:ext uri="{FF2B5EF4-FFF2-40B4-BE49-F238E27FC236}">
                  <a16:creationId xmlns:a16="http://schemas.microsoft.com/office/drawing/2014/main" id="{573C9D7C-2C0C-4380-9C73-156D4BCB1AEA}"/>
                </a:ext>
              </a:extLst>
            </p:cNvPr>
            <p:cNvSpPr/>
            <p:nvPr/>
          </p:nvSpPr>
          <p:spPr>
            <a:xfrm>
              <a:off x="546100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4" name="Progression 2">
              <a:extLst>
                <a:ext uri="{FF2B5EF4-FFF2-40B4-BE49-F238E27FC236}">
                  <a16:creationId xmlns:a16="http://schemas.microsoft.com/office/drawing/2014/main" id="{B5F14220-C41D-4126-8686-121F56D3FA45}"/>
                </a:ext>
              </a:extLst>
            </p:cNvPr>
            <p:cNvSpPr/>
            <p:nvPr/>
          </p:nvSpPr>
          <p:spPr>
            <a:xfrm>
              <a:off x="1405792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5" name="Progression 3">
              <a:extLst>
                <a:ext uri="{FF2B5EF4-FFF2-40B4-BE49-F238E27FC236}">
                  <a16:creationId xmlns:a16="http://schemas.microsoft.com/office/drawing/2014/main" id="{E1E72C7D-CCA3-4C7C-B70C-FA541416E9B9}"/>
                </a:ext>
              </a:extLst>
            </p:cNvPr>
            <p:cNvSpPr/>
            <p:nvPr/>
          </p:nvSpPr>
          <p:spPr>
            <a:xfrm>
              <a:off x="2265484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6" name="Progression 4">
              <a:extLst>
                <a:ext uri="{FF2B5EF4-FFF2-40B4-BE49-F238E27FC236}">
                  <a16:creationId xmlns:a16="http://schemas.microsoft.com/office/drawing/2014/main" id="{F34C3F87-E766-4144-9C63-CAA4250396D9}"/>
                </a:ext>
              </a:extLst>
            </p:cNvPr>
            <p:cNvSpPr/>
            <p:nvPr/>
          </p:nvSpPr>
          <p:spPr>
            <a:xfrm>
              <a:off x="3125176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7" name="Progression 5">
              <a:extLst>
                <a:ext uri="{FF2B5EF4-FFF2-40B4-BE49-F238E27FC236}">
                  <a16:creationId xmlns:a16="http://schemas.microsoft.com/office/drawing/2014/main" id="{59E26637-C39A-4967-B051-4B28BE10D820}"/>
                </a:ext>
              </a:extLst>
            </p:cNvPr>
            <p:cNvSpPr/>
            <p:nvPr/>
          </p:nvSpPr>
          <p:spPr>
            <a:xfrm>
              <a:off x="3984869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8" name="Progression 6">
              <a:extLst>
                <a:ext uri="{FF2B5EF4-FFF2-40B4-BE49-F238E27FC236}">
                  <a16:creationId xmlns:a16="http://schemas.microsoft.com/office/drawing/2014/main" id="{5C4B7743-0655-43D9-A0C3-4AAB2E32503A}"/>
                </a:ext>
              </a:extLst>
            </p:cNvPr>
            <p:cNvSpPr/>
            <p:nvPr/>
          </p:nvSpPr>
          <p:spPr>
            <a:xfrm>
              <a:off x="4844561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9" name="Progression 7">
              <a:extLst>
                <a:ext uri="{FF2B5EF4-FFF2-40B4-BE49-F238E27FC236}">
                  <a16:creationId xmlns:a16="http://schemas.microsoft.com/office/drawing/2014/main" id="{B3927525-D0D6-41ED-8865-8BBFA0488BD1}"/>
                </a:ext>
              </a:extLst>
            </p:cNvPr>
            <p:cNvSpPr/>
            <p:nvPr/>
          </p:nvSpPr>
          <p:spPr>
            <a:xfrm>
              <a:off x="5704253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0" name="Progression 8">
              <a:extLst>
                <a:ext uri="{FF2B5EF4-FFF2-40B4-BE49-F238E27FC236}">
                  <a16:creationId xmlns:a16="http://schemas.microsoft.com/office/drawing/2014/main" id="{98790F2C-4353-42C2-9909-9129E8CBFEE3}"/>
                </a:ext>
              </a:extLst>
            </p:cNvPr>
            <p:cNvSpPr/>
            <p:nvPr/>
          </p:nvSpPr>
          <p:spPr>
            <a:xfrm>
              <a:off x="6563946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1" name="Progression 9">
              <a:extLst>
                <a:ext uri="{FF2B5EF4-FFF2-40B4-BE49-F238E27FC236}">
                  <a16:creationId xmlns:a16="http://schemas.microsoft.com/office/drawing/2014/main" id="{864BFC9B-580E-48A6-847B-7E98E393FE00}"/>
                </a:ext>
              </a:extLst>
            </p:cNvPr>
            <p:cNvSpPr/>
            <p:nvPr/>
          </p:nvSpPr>
          <p:spPr>
            <a:xfrm>
              <a:off x="7423638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2" name="Progression 10">
              <a:extLst>
                <a:ext uri="{FF2B5EF4-FFF2-40B4-BE49-F238E27FC236}">
                  <a16:creationId xmlns:a16="http://schemas.microsoft.com/office/drawing/2014/main" id="{DAEAD271-E2AC-4B4F-84A9-FD420AA57D22}"/>
                </a:ext>
              </a:extLst>
            </p:cNvPr>
            <p:cNvSpPr/>
            <p:nvPr/>
          </p:nvSpPr>
          <p:spPr>
            <a:xfrm>
              <a:off x="8283330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3" name="Progression 11">
              <a:extLst>
                <a:ext uri="{FF2B5EF4-FFF2-40B4-BE49-F238E27FC236}">
                  <a16:creationId xmlns:a16="http://schemas.microsoft.com/office/drawing/2014/main" id="{3ECBFBD9-74F3-419C-9380-35E719806FCD}"/>
                </a:ext>
              </a:extLst>
            </p:cNvPr>
            <p:cNvSpPr/>
            <p:nvPr/>
          </p:nvSpPr>
          <p:spPr>
            <a:xfrm>
              <a:off x="9143023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4" name="Progression 12">
              <a:extLst>
                <a:ext uri="{FF2B5EF4-FFF2-40B4-BE49-F238E27FC236}">
                  <a16:creationId xmlns:a16="http://schemas.microsoft.com/office/drawing/2014/main" id="{7919A8C2-5A9D-483D-84F8-33B8ABD7871B}"/>
                </a:ext>
              </a:extLst>
            </p:cNvPr>
            <p:cNvSpPr/>
            <p:nvPr/>
          </p:nvSpPr>
          <p:spPr>
            <a:xfrm>
              <a:off x="10002715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5" name="Progression 13">
              <a:extLst>
                <a:ext uri="{FF2B5EF4-FFF2-40B4-BE49-F238E27FC236}">
                  <a16:creationId xmlns:a16="http://schemas.microsoft.com/office/drawing/2014/main" id="{137AE50B-5DAE-4AB2-B92B-9CA07FAC023B}"/>
                </a:ext>
              </a:extLst>
            </p:cNvPr>
            <p:cNvSpPr/>
            <p:nvPr/>
          </p:nvSpPr>
          <p:spPr>
            <a:xfrm>
              <a:off x="10862407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217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RAPPEL · 2 TIMOTHÉE 3.16-17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Toute l'Écriture est soufflée par Dieu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Ce que l'Écriture dit, Dieu le dit. »  (MacArthur)</a:t>
            </a:r>
            <a:endParaRPr lang="fr-CA" sz="1900" dirty="0"/>
          </a:p>
        </p:txBody>
      </p:sp>
      <p:pic>
        <p:nvPicPr>
          <p:cNvPr id="5" name="Image 0" descr="Bible ouverte d'où s'élève un souffle : l'Écriture soufflée par Dieu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700" y="2311400"/>
            <a:ext cx="2540000" cy="25400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6100" y="5638800"/>
            <a:ext cx="30099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8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theopneustos</a:t>
            </a: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« soufflée par Dieu »</a:t>
            </a:r>
            <a:endParaRPr lang="fr-CA" sz="1800" dirty="0"/>
          </a:p>
        </p:txBody>
      </p:sp>
      <p:sp>
        <p:nvSpPr>
          <p:cNvPr id="7" name="Shape 4"/>
          <p:cNvSpPr/>
          <p:nvPr/>
        </p:nvSpPr>
        <p:spPr>
          <a:xfrm>
            <a:off x="3822700" y="2349500"/>
            <a:ext cx="0" cy="246888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8" name="Shape 5"/>
          <p:cNvSpPr/>
          <p:nvPr/>
        </p:nvSpPr>
        <p:spPr>
          <a:xfrm>
            <a:off x="3556000" y="2070100"/>
            <a:ext cx="548640" cy="548640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9" name="Text 6"/>
          <p:cNvSpPr txBox="1"/>
          <p:nvPr/>
        </p:nvSpPr>
        <p:spPr>
          <a:xfrm>
            <a:off x="3556000" y="20701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fr-CA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4330700" y="2032000"/>
            <a:ext cx="3810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Enseigner</a:t>
            </a:r>
            <a:endParaRPr lang="fr-CA" sz="1700" dirty="0"/>
          </a:p>
          <a:p>
            <a:pPr marL="0" indent="0">
              <a:buNone/>
            </a:pPr>
            <a:r>
              <a:rPr lang="fr-CA" altLang="en-US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 la vérité qui fait vivre selon Dieu</a:t>
            </a:r>
            <a:endParaRPr lang="fr-CA" sz="1700" dirty="0"/>
          </a:p>
        </p:txBody>
      </p:sp>
      <p:sp>
        <p:nvSpPr>
          <p:cNvPr id="11" name="Shape 8"/>
          <p:cNvSpPr/>
          <p:nvPr/>
        </p:nvSpPr>
        <p:spPr>
          <a:xfrm>
            <a:off x="3556000" y="2895600"/>
            <a:ext cx="548640" cy="548640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2" name="Text 9"/>
          <p:cNvSpPr txBox="1"/>
          <p:nvPr/>
        </p:nvSpPr>
        <p:spPr>
          <a:xfrm>
            <a:off x="3556000" y="2895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fr-CA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330700" y="2857500"/>
            <a:ext cx="3810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Convaincre</a:t>
            </a:r>
            <a:endParaRPr lang="fr-CA" sz="1700" dirty="0"/>
          </a:p>
          <a:p>
            <a:pPr marL="0" indent="0">
              <a:buNone/>
            </a:pPr>
            <a:r>
              <a:rPr lang="fr-CA" altLang="en-US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le péché et l'erreur en lumière</a:t>
            </a:r>
            <a:endParaRPr lang="fr-CA" sz="1700" dirty="0"/>
          </a:p>
        </p:txBody>
      </p:sp>
      <p:sp>
        <p:nvSpPr>
          <p:cNvPr id="14" name="Shape 11"/>
          <p:cNvSpPr/>
          <p:nvPr/>
        </p:nvSpPr>
        <p:spPr>
          <a:xfrm>
            <a:off x="3556000" y="3721100"/>
            <a:ext cx="548640" cy="548640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5" name="Text 12"/>
          <p:cNvSpPr txBox="1"/>
          <p:nvPr/>
        </p:nvSpPr>
        <p:spPr>
          <a:xfrm>
            <a:off x="3556000" y="37211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fr-CA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4330700" y="3683000"/>
            <a:ext cx="3810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Corriger</a:t>
            </a:r>
            <a:endParaRPr lang="fr-CA" sz="1700" dirty="0"/>
          </a:p>
          <a:p>
            <a:pPr marL="0" indent="0">
              <a:buNone/>
            </a:pPr>
            <a:r>
              <a:rPr lang="fr-CA" altLang="en-US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relève et redresse</a:t>
            </a:r>
            <a:endParaRPr lang="fr-CA" sz="1700" dirty="0"/>
          </a:p>
        </p:txBody>
      </p:sp>
      <p:sp>
        <p:nvSpPr>
          <p:cNvPr id="17" name="Shape 14"/>
          <p:cNvSpPr/>
          <p:nvPr/>
        </p:nvSpPr>
        <p:spPr>
          <a:xfrm>
            <a:off x="3556000" y="4546600"/>
            <a:ext cx="548640" cy="548640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8" name="Text 15"/>
          <p:cNvSpPr txBox="1"/>
          <p:nvPr/>
        </p:nvSpPr>
        <p:spPr>
          <a:xfrm>
            <a:off x="3556000" y="4546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fr-CA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4330700" y="4508500"/>
            <a:ext cx="3810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Instruire dans la justice</a:t>
            </a:r>
            <a:endParaRPr lang="fr-CA" sz="1700" dirty="0"/>
          </a:p>
          <a:p>
            <a:pPr marL="0" indent="0">
              <a:buNone/>
            </a:pPr>
            <a:r>
              <a:rPr lang="fr-CA" altLang="en-US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 grandir jusqu'à la maturité</a:t>
            </a:r>
            <a:endParaRPr lang="fr-CA" sz="1700" dirty="0"/>
          </a:p>
        </p:txBody>
      </p:sp>
      <p:sp>
        <p:nvSpPr>
          <p:cNvPr id="20" name="Shape 17"/>
          <p:cNvSpPr/>
          <p:nvPr/>
        </p:nvSpPr>
        <p:spPr>
          <a:xfrm>
            <a:off x="3556000" y="5638800"/>
            <a:ext cx="8089900" cy="635000"/>
          </a:xfrm>
          <a:prstGeom prst="roundRect">
            <a:avLst>
              <a:gd name="adj" fmla="val 17280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1" name="Text 18"/>
          <p:cNvSpPr txBox="1"/>
          <p:nvPr/>
        </p:nvSpPr>
        <p:spPr>
          <a:xfrm>
            <a:off x="3784600" y="5638800"/>
            <a:ext cx="76327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 : </a:t>
            </a: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l'homme de Dieu soit propre, non à la plupart, mais à toutes les bonnes œuvres.</a:t>
            </a:r>
            <a:endParaRPr lang="fr-CA" sz="1700" dirty="0"/>
          </a:p>
        </p:txBody>
      </p:sp>
      <p:pic>
        <p:nvPicPr>
          <p:cNvPr id="22" name="Couverture du livre" descr="Couverture du livre « Le sentier de la vie – La richesse du Psaume 119 », de Stephen Yuille (Europresse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6070" y="2374265"/>
            <a:ext cx="1741170" cy="2785872"/>
          </a:xfrm>
          <a:prstGeom prst="rect">
            <a:avLst/>
          </a:prstGeom>
        </p:spPr>
      </p:pic>
      <p:pic>
        <p:nvPicPr>
          <p:cNvPr id="34" name="Couverture du livre (Owen)" descr="Couverture du livre « Communion with God », de John Owen (Puritan Paperbacks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1499" y="2419223"/>
            <a:ext cx="1847977" cy="2785872"/>
          </a:xfrm>
          <a:prstGeom prst="rect">
            <a:avLst/>
          </a:prstGeom>
        </p:spPr>
      </p:pic>
      <p:grpSp>
        <p:nvGrpSpPr>
          <p:cNvPr id="62" name="Barre de progression">
            <a:extLst>
              <a:ext uri="{FF2B5EF4-FFF2-40B4-BE49-F238E27FC236}">
                <a16:creationId xmlns:a16="http://schemas.microsoft.com/office/drawing/2014/main" id="{C2B55EA9-6EB4-3CD4-D79F-7E36B5A900E8}"/>
              </a:ext>
            </a:extLst>
          </p:cNvPr>
          <p:cNvGrpSpPr/>
          <p:nvPr/>
        </p:nvGrpSpPr>
        <p:grpSpPr>
          <a:xfrm>
            <a:off x="546100" y="6527800"/>
            <a:ext cx="11099799" cy="63500"/>
            <a:chOff x="546100" y="6527800"/>
            <a:chExt cx="11099799" cy="63500"/>
          </a:xfrm>
        </p:grpSpPr>
        <p:sp>
          <p:nvSpPr>
            <p:cNvPr id="49" name="Progression 1">
              <a:extLst>
                <a:ext uri="{FF2B5EF4-FFF2-40B4-BE49-F238E27FC236}">
                  <a16:creationId xmlns:a16="http://schemas.microsoft.com/office/drawing/2014/main" id="{746442AE-29CA-4173-B5EF-4FE79002D5AC}"/>
                </a:ext>
              </a:extLst>
            </p:cNvPr>
            <p:cNvSpPr/>
            <p:nvPr/>
          </p:nvSpPr>
          <p:spPr>
            <a:xfrm>
              <a:off x="546100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0" name="Progression 2">
              <a:extLst>
                <a:ext uri="{FF2B5EF4-FFF2-40B4-BE49-F238E27FC236}">
                  <a16:creationId xmlns:a16="http://schemas.microsoft.com/office/drawing/2014/main" id="{ADA5FAEA-B0BF-4006-A47B-96209B6B3E2B}"/>
                </a:ext>
              </a:extLst>
            </p:cNvPr>
            <p:cNvSpPr/>
            <p:nvPr/>
          </p:nvSpPr>
          <p:spPr>
            <a:xfrm>
              <a:off x="1405792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1" name="Progression 3">
              <a:extLst>
                <a:ext uri="{FF2B5EF4-FFF2-40B4-BE49-F238E27FC236}">
                  <a16:creationId xmlns:a16="http://schemas.microsoft.com/office/drawing/2014/main" id="{5B0B44DA-42AA-4000-9AF0-A0E95196B2B3}"/>
                </a:ext>
              </a:extLst>
            </p:cNvPr>
            <p:cNvSpPr/>
            <p:nvPr/>
          </p:nvSpPr>
          <p:spPr>
            <a:xfrm>
              <a:off x="2265484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2" name="Progression 4">
              <a:extLst>
                <a:ext uri="{FF2B5EF4-FFF2-40B4-BE49-F238E27FC236}">
                  <a16:creationId xmlns:a16="http://schemas.microsoft.com/office/drawing/2014/main" id="{E2C09C9B-4FDC-4D37-9FB2-DFBB634DFE3D}"/>
                </a:ext>
              </a:extLst>
            </p:cNvPr>
            <p:cNvSpPr/>
            <p:nvPr/>
          </p:nvSpPr>
          <p:spPr>
            <a:xfrm>
              <a:off x="3125176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3" name="Progression 5">
              <a:extLst>
                <a:ext uri="{FF2B5EF4-FFF2-40B4-BE49-F238E27FC236}">
                  <a16:creationId xmlns:a16="http://schemas.microsoft.com/office/drawing/2014/main" id="{8477239D-0069-4C3F-A705-794EC2C1EBEB}"/>
                </a:ext>
              </a:extLst>
            </p:cNvPr>
            <p:cNvSpPr/>
            <p:nvPr/>
          </p:nvSpPr>
          <p:spPr>
            <a:xfrm>
              <a:off x="3984869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4" name="Progression 6">
              <a:extLst>
                <a:ext uri="{FF2B5EF4-FFF2-40B4-BE49-F238E27FC236}">
                  <a16:creationId xmlns:a16="http://schemas.microsoft.com/office/drawing/2014/main" id="{9CB15FF7-3D5C-4E9A-9D52-6AF6EF6D07E3}"/>
                </a:ext>
              </a:extLst>
            </p:cNvPr>
            <p:cNvSpPr/>
            <p:nvPr/>
          </p:nvSpPr>
          <p:spPr>
            <a:xfrm>
              <a:off x="4844561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5" name="Progression 7">
              <a:extLst>
                <a:ext uri="{FF2B5EF4-FFF2-40B4-BE49-F238E27FC236}">
                  <a16:creationId xmlns:a16="http://schemas.microsoft.com/office/drawing/2014/main" id="{523F01ED-8C0A-4C7E-9D81-18BE864FE8E0}"/>
                </a:ext>
              </a:extLst>
            </p:cNvPr>
            <p:cNvSpPr/>
            <p:nvPr/>
          </p:nvSpPr>
          <p:spPr>
            <a:xfrm>
              <a:off x="5704253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6" name="Progression 8">
              <a:extLst>
                <a:ext uri="{FF2B5EF4-FFF2-40B4-BE49-F238E27FC236}">
                  <a16:creationId xmlns:a16="http://schemas.microsoft.com/office/drawing/2014/main" id="{EDA3336B-46A8-49C9-A450-6FCE6F24A48C}"/>
                </a:ext>
              </a:extLst>
            </p:cNvPr>
            <p:cNvSpPr/>
            <p:nvPr/>
          </p:nvSpPr>
          <p:spPr>
            <a:xfrm>
              <a:off x="6563946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7" name="Progression 9">
              <a:extLst>
                <a:ext uri="{FF2B5EF4-FFF2-40B4-BE49-F238E27FC236}">
                  <a16:creationId xmlns:a16="http://schemas.microsoft.com/office/drawing/2014/main" id="{149F7F01-3F17-49E5-A1E6-375CCA290A66}"/>
                </a:ext>
              </a:extLst>
            </p:cNvPr>
            <p:cNvSpPr/>
            <p:nvPr/>
          </p:nvSpPr>
          <p:spPr>
            <a:xfrm>
              <a:off x="7423638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8" name="Progression 10">
              <a:extLst>
                <a:ext uri="{FF2B5EF4-FFF2-40B4-BE49-F238E27FC236}">
                  <a16:creationId xmlns:a16="http://schemas.microsoft.com/office/drawing/2014/main" id="{F9ABDB27-67ED-420F-A7F4-F09FCA0623B9}"/>
                </a:ext>
              </a:extLst>
            </p:cNvPr>
            <p:cNvSpPr/>
            <p:nvPr/>
          </p:nvSpPr>
          <p:spPr>
            <a:xfrm>
              <a:off x="8283330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9" name="Progression 11">
              <a:extLst>
                <a:ext uri="{FF2B5EF4-FFF2-40B4-BE49-F238E27FC236}">
                  <a16:creationId xmlns:a16="http://schemas.microsoft.com/office/drawing/2014/main" id="{054247D6-AA19-4441-B018-582C718DB68F}"/>
                </a:ext>
              </a:extLst>
            </p:cNvPr>
            <p:cNvSpPr/>
            <p:nvPr/>
          </p:nvSpPr>
          <p:spPr>
            <a:xfrm>
              <a:off x="9143023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0" name="Progression 12">
              <a:extLst>
                <a:ext uri="{FF2B5EF4-FFF2-40B4-BE49-F238E27FC236}">
                  <a16:creationId xmlns:a16="http://schemas.microsoft.com/office/drawing/2014/main" id="{96F85A61-06C2-4B34-BFCA-5D72A4A159BD}"/>
                </a:ext>
              </a:extLst>
            </p:cNvPr>
            <p:cNvSpPr/>
            <p:nvPr/>
          </p:nvSpPr>
          <p:spPr>
            <a:xfrm>
              <a:off x="10002715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1" name="Progression 13">
              <a:extLst>
                <a:ext uri="{FF2B5EF4-FFF2-40B4-BE49-F238E27FC236}">
                  <a16:creationId xmlns:a16="http://schemas.microsoft.com/office/drawing/2014/main" id="{8B492EF5-EFF9-45F7-B16F-3A4D1CBEF04B}"/>
                </a:ext>
              </a:extLst>
            </p:cNvPr>
            <p:cNvSpPr/>
            <p:nvPr/>
          </p:nvSpPr>
          <p:spPr>
            <a:xfrm>
              <a:off x="10862407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217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· GENÈSE 1.27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 porte l'image de Dieu?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représentait, et rendait présent, celui qu'elle figurait</a:t>
            </a:r>
            <a:endParaRPr lang="fr-CA" sz="1900" dirty="0"/>
          </a:p>
        </p:txBody>
      </p:sp>
      <p:pic>
        <p:nvPicPr>
          <p:cNvPr id="5" name="Image 0" descr="Deux médaillons reliés par une flèche : l'effigie du pharaon, puis la silhouette de tout être huma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0"/>
            <a:ext cx="6583680" cy="32918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8041" y="5120640"/>
            <a:ext cx="31749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Autour d'Israël : le roi seul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pharaon, « image vivante » du dieu</a:t>
            </a:r>
            <a:endParaRPr lang="fr-CA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3810030" y="5120640"/>
            <a:ext cx="31749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Genèse 1.27 : tout être humain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homme et femme, sans rang ni lignée</a:t>
            </a:r>
            <a:endParaRPr lang="fr-CA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943600"/>
            <a:ext cx="6492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2100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aussi, vous portez une image. Laquelle?</a:t>
            </a:r>
            <a:endParaRPr lang="fr-CA" sz="2100" dirty="0"/>
          </a:p>
        </p:txBody>
      </p:sp>
      <p:sp>
        <p:nvSpPr>
          <p:cNvPr id="9" name="Shape 6"/>
          <p:cNvSpPr/>
          <p:nvPr/>
        </p:nvSpPr>
        <p:spPr>
          <a:xfrm>
            <a:off x="7452360" y="1828800"/>
            <a:ext cx="4187952" cy="4526280"/>
          </a:xfrm>
          <a:prstGeom prst="roundRect">
            <a:avLst>
              <a:gd name="adj" fmla="val 2620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0" name="Text 7"/>
          <p:cNvSpPr txBox="1"/>
          <p:nvPr/>
        </p:nvSpPr>
        <p:spPr>
          <a:xfrm>
            <a:off x="7726680" y="2011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7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Tselem / eikôn</a:t>
            </a:r>
            <a:r>
              <a:rPr lang="fr-CA" altLang="en-US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: image, effigie</a:t>
            </a:r>
            <a:endParaRPr lang="fr-CA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7726680" y="2514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SEUL PARCOURS</a:t>
            </a:r>
            <a:endParaRPr lang="fr-CA" sz="1400" dirty="0"/>
          </a:p>
        </p:txBody>
      </p:sp>
      <p:sp>
        <p:nvSpPr>
          <p:cNvPr id="12" name="Shape 9"/>
          <p:cNvSpPr/>
          <p:nvPr/>
        </p:nvSpPr>
        <p:spPr>
          <a:xfrm>
            <a:off x="7726680" y="288036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3" name="Text 10"/>
          <p:cNvSpPr txBox="1"/>
          <p:nvPr/>
        </p:nvSpPr>
        <p:spPr>
          <a:xfrm>
            <a:off x="7726680" y="2880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fr-CA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8321040" y="288036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créée</a:t>
            </a:r>
            <a:endParaRPr lang="fr-CA" sz="1900" dirty="0"/>
          </a:p>
        </p:txBody>
      </p:sp>
      <p:sp>
        <p:nvSpPr>
          <p:cNvPr id="15" name="Shape 12"/>
          <p:cNvSpPr/>
          <p:nvPr/>
        </p:nvSpPr>
        <p:spPr>
          <a:xfrm>
            <a:off x="7726680" y="342900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6" name="Text 13"/>
          <p:cNvSpPr txBox="1"/>
          <p:nvPr/>
        </p:nvSpPr>
        <p:spPr>
          <a:xfrm>
            <a:off x="7726680" y="3429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</a:t>
            </a:r>
            <a:endParaRPr lang="fr-CA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321040" y="342900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parfaite</a:t>
            </a:r>
            <a:endParaRPr lang="fr-CA" sz="1900" dirty="0"/>
          </a:p>
        </p:txBody>
      </p:sp>
      <p:sp>
        <p:nvSpPr>
          <p:cNvPr id="18" name="Shape 15"/>
          <p:cNvSpPr/>
          <p:nvPr/>
        </p:nvSpPr>
        <p:spPr>
          <a:xfrm>
            <a:off x="7726680" y="397764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9" name="Text 16"/>
          <p:cNvSpPr txBox="1"/>
          <p:nvPr/>
        </p:nvSpPr>
        <p:spPr>
          <a:xfrm>
            <a:off x="7726680" y="3977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</a:t>
            </a:r>
            <a:endParaRPr lang="fr-CA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8321040" y="397764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promise</a:t>
            </a:r>
            <a:endParaRPr lang="fr-CA" sz="1900" dirty="0"/>
          </a:p>
        </p:txBody>
      </p:sp>
      <p:sp>
        <p:nvSpPr>
          <p:cNvPr id="21" name="Shape 18"/>
          <p:cNvSpPr/>
          <p:nvPr/>
        </p:nvSpPr>
        <p:spPr>
          <a:xfrm>
            <a:off x="7726680" y="452628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2" name="Text 19"/>
          <p:cNvSpPr txBox="1"/>
          <p:nvPr/>
        </p:nvSpPr>
        <p:spPr>
          <a:xfrm>
            <a:off x="7726680" y="45262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</a:t>
            </a:r>
            <a:endParaRPr lang="fr-CA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21040" y="452628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transformée</a:t>
            </a:r>
            <a:endParaRPr lang="fr-CA" sz="1900" dirty="0"/>
          </a:p>
        </p:txBody>
      </p:sp>
      <p:sp>
        <p:nvSpPr>
          <p:cNvPr id="24" name="Shape 21"/>
          <p:cNvSpPr/>
          <p:nvPr/>
        </p:nvSpPr>
        <p:spPr>
          <a:xfrm>
            <a:off x="7726680" y="507492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5" name="Text 22"/>
          <p:cNvSpPr txBox="1"/>
          <p:nvPr/>
        </p:nvSpPr>
        <p:spPr>
          <a:xfrm>
            <a:off x="7726680" y="5074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fr-CA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321040" y="507492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qui aime</a:t>
            </a:r>
            <a:endParaRPr lang="fr-CA" sz="1900" dirty="0"/>
          </a:p>
        </p:txBody>
      </p:sp>
      <p:sp>
        <p:nvSpPr>
          <p:cNvPr id="27" name="Shape 24"/>
          <p:cNvSpPr/>
          <p:nvPr/>
        </p:nvSpPr>
        <p:spPr>
          <a:xfrm>
            <a:off x="7726680" y="562356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8" name="Text 25"/>
          <p:cNvSpPr txBox="1"/>
          <p:nvPr/>
        </p:nvSpPr>
        <p:spPr>
          <a:xfrm>
            <a:off x="7726680" y="5623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</a:t>
            </a:r>
            <a:endParaRPr lang="fr-CA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321040" y="562356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envoyée</a:t>
            </a:r>
            <a:endParaRPr lang="fr-CA" sz="1900" dirty="0"/>
          </a:p>
        </p:txBody>
      </p:sp>
      <p:grpSp>
        <p:nvGrpSpPr>
          <p:cNvPr id="964" name="Barre de progression">
            <a:extLst>
              <a:ext uri="{FF2B5EF4-FFF2-40B4-BE49-F238E27FC236}">
                <a16:creationId xmlns:a16="http://schemas.microsoft.com/office/drawing/2014/main" id="{6016EA9A-74FB-C045-9662-156E96AA1E0C}"/>
              </a:ext>
            </a:extLst>
          </p:cNvPr>
          <p:cNvGrpSpPr/>
          <p:nvPr/>
        </p:nvGrpSpPr>
        <p:grpSpPr>
          <a:xfrm>
            <a:off x="546100" y="6527800"/>
            <a:ext cx="11099799" cy="63500"/>
            <a:chOff x="546100" y="6527800"/>
            <a:chExt cx="11099799" cy="63500"/>
          </a:xfrm>
        </p:grpSpPr>
        <p:sp>
          <p:nvSpPr>
            <p:cNvPr id="55" name="Progression 1">
              <a:extLst>
                <a:ext uri="{FF2B5EF4-FFF2-40B4-BE49-F238E27FC236}">
                  <a16:creationId xmlns:a16="http://schemas.microsoft.com/office/drawing/2014/main" id="{B39D3C88-CF7E-4242-87AF-0BE5AA9E2882}"/>
                </a:ext>
              </a:extLst>
            </p:cNvPr>
            <p:cNvSpPr/>
            <p:nvPr/>
          </p:nvSpPr>
          <p:spPr>
            <a:xfrm>
              <a:off x="546100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6" name="Progression 2">
              <a:extLst>
                <a:ext uri="{FF2B5EF4-FFF2-40B4-BE49-F238E27FC236}">
                  <a16:creationId xmlns:a16="http://schemas.microsoft.com/office/drawing/2014/main" id="{C3A1AA37-4F34-4518-9CDF-DA130959A3EB}"/>
                </a:ext>
              </a:extLst>
            </p:cNvPr>
            <p:cNvSpPr/>
            <p:nvPr/>
          </p:nvSpPr>
          <p:spPr>
            <a:xfrm>
              <a:off x="1405792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7" name="Progression 3">
              <a:extLst>
                <a:ext uri="{FF2B5EF4-FFF2-40B4-BE49-F238E27FC236}">
                  <a16:creationId xmlns:a16="http://schemas.microsoft.com/office/drawing/2014/main" id="{F8253D4C-0B2F-45A9-B19E-D449DEF13A61}"/>
                </a:ext>
              </a:extLst>
            </p:cNvPr>
            <p:cNvSpPr/>
            <p:nvPr/>
          </p:nvSpPr>
          <p:spPr>
            <a:xfrm>
              <a:off x="2265484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8" name="Progression 4">
              <a:extLst>
                <a:ext uri="{FF2B5EF4-FFF2-40B4-BE49-F238E27FC236}">
                  <a16:creationId xmlns:a16="http://schemas.microsoft.com/office/drawing/2014/main" id="{EF111CAE-97A7-43CA-BA85-1455F2F8B113}"/>
                </a:ext>
              </a:extLst>
            </p:cNvPr>
            <p:cNvSpPr/>
            <p:nvPr/>
          </p:nvSpPr>
          <p:spPr>
            <a:xfrm>
              <a:off x="3125176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9" name="Progression 5">
              <a:extLst>
                <a:ext uri="{FF2B5EF4-FFF2-40B4-BE49-F238E27FC236}">
                  <a16:creationId xmlns:a16="http://schemas.microsoft.com/office/drawing/2014/main" id="{05F01748-F3A3-4ED9-BA62-A9E8C73DCD96}"/>
                </a:ext>
              </a:extLst>
            </p:cNvPr>
            <p:cNvSpPr/>
            <p:nvPr/>
          </p:nvSpPr>
          <p:spPr>
            <a:xfrm>
              <a:off x="3984869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0" name="Progression 6">
              <a:extLst>
                <a:ext uri="{FF2B5EF4-FFF2-40B4-BE49-F238E27FC236}">
                  <a16:creationId xmlns:a16="http://schemas.microsoft.com/office/drawing/2014/main" id="{27F5E5D9-1EA2-417C-BEA6-941DADC843FC}"/>
                </a:ext>
              </a:extLst>
            </p:cNvPr>
            <p:cNvSpPr/>
            <p:nvPr/>
          </p:nvSpPr>
          <p:spPr>
            <a:xfrm>
              <a:off x="4844561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1" name="Progression 7">
              <a:extLst>
                <a:ext uri="{FF2B5EF4-FFF2-40B4-BE49-F238E27FC236}">
                  <a16:creationId xmlns:a16="http://schemas.microsoft.com/office/drawing/2014/main" id="{130B5126-E04D-4881-A9C9-8FE6B92E4050}"/>
                </a:ext>
              </a:extLst>
            </p:cNvPr>
            <p:cNvSpPr/>
            <p:nvPr/>
          </p:nvSpPr>
          <p:spPr>
            <a:xfrm>
              <a:off x="5704253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2" name="Progression 8">
              <a:extLst>
                <a:ext uri="{FF2B5EF4-FFF2-40B4-BE49-F238E27FC236}">
                  <a16:creationId xmlns:a16="http://schemas.microsoft.com/office/drawing/2014/main" id="{2954F56B-9F23-407E-94B9-2BE42CE7C408}"/>
                </a:ext>
              </a:extLst>
            </p:cNvPr>
            <p:cNvSpPr/>
            <p:nvPr/>
          </p:nvSpPr>
          <p:spPr>
            <a:xfrm>
              <a:off x="6563946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3" name="Progression 9">
              <a:extLst>
                <a:ext uri="{FF2B5EF4-FFF2-40B4-BE49-F238E27FC236}">
                  <a16:creationId xmlns:a16="http://schemas.microsoft.com/office/drawing/2014/main" id="{64C066B6-BCF5-40DB-B8CC-483D0B6F6726}"/>
                </a:ext>
              </a:extLst>
            </p:cNvPr>
            <p:cNvSpPr/>
            <p:nvPr/>
          </p:nvSpPr>
          <p:spPr>
            <a:xfrm>
              <a:off x="7423638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0" name="Progression 10">
              <a:extLst>
                <a:ext uri="{FF2B5EF4-FFF2-40B4-BE49-F238E27FC236}">
                  <a16:creationId xmlns:a16="http://schemas.microsoft.com/office/drawing/2014/main" id="{E9949BBC-29CF-4BAA-BC65-75D8722DFD3D}"/>
                </a:ext>
              </a:extLst>
            </p:cNvPr>
            <p:cNvSpPr/>
            <p:nvPr/>
          </p:nvSpPr>
          <p:spPr>
            <a:xfrm>
              <a:off x="8283330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1" name="Progression 11">
              <a:extLst>
                <a:ext uri="{FF2B5EF4-FFF2-40B4-BE49-F238E27FC236}">
                  <a16:creationId xmlns:a16="http://schemas.microsoft.com/office/drawing/2014/main" id="{8325456E-638E-45F9-8DFE-5256A5DFFCFC}"/>
                </a:ext>
              </a:extLst>
            </p:cNvPr>
            <p:cNvSpPr/>
            <p:nvPr/>
          </p:nvSpPr>
          <p:spPr>
            <a:xfrm>
              <a:off x="9143023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2" name="Progression 12">
              <a:extLst>
                <a:ext uri="{FF2B5EF4-FFF2-40B4-BE49-F238E27FC236}">
                  <a16:creationId xmlns:a16="http://schemas.microsoft.com/office/drawing/2014/main" id="{C9091CFA-8047-4A33-9DE3-DC12428A0569}"/>
                </a:ext>
              </a:extLst>
            </p:cNvPr>
            <p:cNvSpPr/>
            <p:nvPr/>
          </p:nvSpPr>
          <p:spPr>
            <a:xfrm>
              <a:off x="10002715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3" name="Progression 13">
              <a:extLst>
                <a:ext uri="{FF2B5EF4-FFF2-40B4-BE49-F238E27FC236}">
                  <a16:creationId xmlns:a16="http://schemas.microsoft.com/office/drawing/2014/main" id="{33E981AD-0074-4411-9FCB-3ADCA67C0E0A}"/>
                </a:ext>
              </a:extLst>
            </p:cNvPr>
            <p:cNvSpPr/>
            <p:nvPr/>
          </p:nvSpPr>
          <p:spPr>
            <a:xfrm>
              <a:off x="10862407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· GENÈSE 1.26-27 / Genèse 5.1-2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créée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L'homme est fait à l'image d'un Dieu qui n'a jamais été seul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580583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Faisons » : </a:t>
            </a:r>
            <a:r>
              <a:rPr lang="fr-CA" altLang="en-US" sz="16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la première fois, Dieu parle au pluriel. Un seul Dieu, trois personnes en communion.</a:t>
            </a:r>
            <a:endParaRPr lang="fr-CA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754880" y="18745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qu'est l'image  </a:t>
            </a:r>
            <a:r>
              <a:rPr lang="fr-CA" altLang="en-US" sz="16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tselem = demuth : image = ressemblance</a:t>
            </a:r>
            <a:endParaRPr lang="fr-CA" sz="1900" dirty="0"/>
          </a:p>
        </p:txBody>
      </p:sp>
      <p:sp>
        <p:nvSpPr>
          <p:cNvPr id="13" name="Shape 11"/>
          <p:cNvSpPr/>
          <p:nvPr/>
        </p:nvSpPr>
        <p:spPr>
          <a:xfrm>
            <a:off x="4754880" y="2377440"/>
            <a:ext cx="2148840" cy="2148840"/>
          </a:xfrm>
          <a:prstGeom prst="roundRect">
            <a:avLst>
              <a:gd name="adj" fmla="val 5106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4" name="Shape 12"/>
          <p:cNvSpPr/>
          <p:nvPr/>
        </p:nvSpPr>
        <p:spPr>
          <a:xfrm>
            <a:off x="5509260" y="2560320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5" name="Image 0" descr="Icône : cerveau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7276" y="2688336"/>
            <a:ext cx="384048" cy="38404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4800600" y="331012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Raison - Logos</a:t>
            </a:r>
            <a:endParaRPr lang="fr-CA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937760" y="3675888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est comme Dieu : il pense, veut, ressent.</a:t>
            </a:r>
            <a:endParaRPr lang="fr-CA" sz="1500" dirty="0"/>
          </a:p>
        </p:txBody>
      </p:sp>
      <p:sp>
        <p:nvSpPr>
          <p:cNvPr id="18" name="Shape 15"/>
          <p:cNvSpPr/>
          <p:nvPr/>
        </p:nvSpPr>
        <p:spPr>
          <a:xfrm>
            <a:off x="7132320" y="2377440"/>
            <a:ext cx="2148840" cy="2148840"/>
          </a:xfrm>
          <a:prstGeom prst="roundRect">
            <a:avLst>
              <a:gd name="adj" fmla="val 5106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9" name="Shape 16"/>
          <p:cNvSpPr/>
          <p:nvPr/>
        </p:nvSpPr>
        <p:spPr>
          <a:xfrm>
            <a:off x="7886700" y="2560320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0" name="Image 1" descr="Icône : balanc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4716" y="2688336"/>
            <a:ext cx="384048" cy="38404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78040" y="331012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Morale - Éthique</a:t>
            </a:r>
            <a:endParaRPr lang="fr-CA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7315200" y="3675888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était comme Dieu : bon, sans péché.</a:t>
            </a:r>
            <a:endParaRPr lang="fr-CA" sz="1500" dirty="0"/>
          </a:p>
        </p:txBody>
      </p:sp>
      <p:sp>
        <p:nvSpPr>
          <p:cNvPr id="23" name="Shape 19"/>
          <p:cNvSpPr/>
          <p:nvPr/>
        </p:nvSpPr>
        <p:spPr>
          <a:xfrm>
            <a:off x="9509760" y="2377440"/>
            <a:ext cx="2148840" cy="2148840"/>
          </a:xfrm>
          <a:prstGeom prst="roundRect">
            <a:avLst>
              <a:gd name="adj" fmla="val 5106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4" name="Shape 20"/>
          <p:cNvSpPr/>
          <p:nvPr/>
        </p:nvSpPr>
        <p:spPr>
          <a:xfrm>
            <a:off x="10264140" y="2560320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5" name="Image 2" descr="Icône : cœu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92156" y="2688336"/>
            <a:ext cx="384048" cy="384048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9555480" y="331012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Communion - Affection</a:t>
            </a:r>
            <a:endParaRPr lang="fr-CA" sz="1600" dirty="0"/>
          </a:p>
        </p:txBody>
      </p:sp>
      <p:sp>
        <p:nvSpPr>
          <p:cNvPr id="27" name="Text 22"/>
          <p:cNvSpPr txBox="1"/>
          <p:nvPr/>
        </p:nvSpPr>
        <p:spPr>
          <a:xfrm>
            <a:off x="9692640" y="3675888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 de l'image : connaître Dieu personnellement.</a:t>
            </a:r>
            <a:endParaRPr lang="fr-CA" sz="1500" dirty="0"/>
          </a:p>
        </p:txBody>
      </p:sp>
      <p:sp>
        <p:nvSpPr>
          <p:cNvPr id="28" name="Text 23"/>
          <p:cNvSpPr txBox="1"/>
          <p:nvPr/>
        </p:nvSpPr>
        <p:spPr>
          <a:xfrm>
            <a:off x="4754880" y="46634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 vocation</a:t>
            </a:r>
            <a:endParaRPr lang="fr-CA" sz="1900" dirty="0"/>
          </a:p>
        </p:txBody>
      </p:sp>
      <p:sp>
        <p:nvSpPr>
          <p:cNvPr id="29" name="Shape 24"/>
          <p:cNvSpPr/>
          <p:nvPr/>
        </p:nvSpPr>
        <p:spPr>
          <a:xfrm>
            <a:off x="4754880" y="5120640"/>
            <a:ext cx="548640" cy="54864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30" name="Image 3" descr="Icône : couronn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4608" y="5230368"/>
            <a:ext cx="329184" cy="329184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5440680" y="507492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Représenter Dieu et gérer la terre</a:t>
            </a:r>
            <a:endParaRPr lang="fr-CA" sz="1500" dirty="0"/>
          </a:p>
        </p:txBody>
      </p:sp>
      <p:sp>
        <p:nvSpPr>
          <p:cNvPr id="32" name="Shape 26"/>
          <p:cNvSpPr/>
          <p:nvPr/>
        </p:nvSpPr>
        <p:spPr>
          <a:xfrm>
            <a:off x="7132320" y="5120640"/>
            <a:ext cx="548640" cy="54864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33" name="Image 4" descr="Icône : deux personne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42048" y="5230368"/>
            <a:ext cx="329184" cy="329184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7818120" y="507492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Homme et femme : même dignité, rôles distincts</a:t>
            </a:r>
            <a:endParaRPr lang="fr-CA" sz="1500" dirty="0"/>
          </a:p>
        </p:txBody>
      </p:sp>
      <p:sp>
        <p:nvSpPr>
          <p:cNvPr id="35" name="Shape 28"/>
          <p:cNvSpPr/>
          <p:nvPr/>
        </p:nvSpPr>
        <p:spPr>
          <a:xfrm>
            <a:off x="9509760" y="5120640"/>
            <a:ext cx="548640" cy="54864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36" name="Image 5" descr="Icône : personn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19488" y="5230368"/>
            <a:ext cx="329184" cy="329184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10195560" y="507492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 vie humaine porte l'image</a:t>
            </a:r>
            <a:endParaRPr lang="fr-CA" sz="1500" dirty="0"/>
          </a:p>
        </p:txBody>
      </p:sp>
      <p:grpSp>
        <p:nvGrpSpPr>
          <p:cNvPr id="1004" name="Schéma Trinité"/>
          <p:cNvGrpSpPr/>
          <p:nvPr/>
        </p:nvGrpSpPr>
        <p:grpSpPr>
          <a:xfrm>
            <a:off x="97155" y="1595120"/>
            <a:ext cx="4475988" cy="4027805"/>
            <a:chOff x="97155" y="1595120"/>
            <a:chExt cx="4475988" cy="4027805"/>
          </a:xfrm>
        </p:grpSpPr>
        <p:pic>
          <p:nvPicPr>
            <p:cNvPr id="49" name="Trinité" descr="Père, Fils et Esprit en communion autour du nom de Dieu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7155" y="1595120"/>
              <a:ext cx="4475988" cy="4027805"/>
            </a:xfrm>
            <a:prstGeom prst="rect">
              <a:avLst/>
            </a:prstGeom>
          </p:spPr>
        </p:pic>
        <p:sp>
          <p:nvSpPr>
            <p:cNvPr id="50" name="Légende : Périchorèse"/>
            <p:cNvSpPr txBox="1"/>
            <p:nvPr/>
          </p:nvSpPr>
          <p:spPr>
            <a:xfrm>
              <a:off x="972312" y="4995799"/>
              <a:ext cx="2632202" cy="485648"/>
            </a:xfrm>
            <a:prstGeom prst="rect">
              <a:avLst/>
            </a:prstGeom>
            <a:noFill/>
            <a:ln/>
          </p:spPr>
          <p:txBody>
            <a:bodyPr wrap="none" rtlCol="0" anchor="ctr"/>
            <a:lstStyle/>
            <a:p>
              <a:pPr marL="0" indent="0" algn="ctr">
                <a:buNone/>
              </a:pPr>
              <a:r>
                <a:rPr lang="fr-CA" altLang="en-US" sz="2400" b="1" i="1" dirty="0">
                  <a:solidFill>
                    <a:srgbClr val="E8742A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Périchorèse</a:t>
              </a:r>
              <a:endParaRPr lang="fr-CA" sz="2400" dirty="0"/>
            </a:p>
          </p:txBody>
        </p:sp>
      </p:grpSp>
      <p:sp>
        <p:nvSpPr>
          <p:cNvPr id="51" name="Légende : Relation Divine"/>
          <p:cNvSpPr txBox="1"/>
          <p:nvPr/>
        </p:nvSpPr>
        <p:spPr>
          <a:xfrm>
            <a:off x="1013206" y="1691259"/>
            <a:ext cx="2632202" cy="4856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ctr">
              <a:buNone/>
            </a:pPr>
            <a:r>
              <a:rPr lang="fr-CA" altLang="en-US" sz="2400" b="1" i="1" dirty="0">
                <a:solidFill>
                  <a:srgbClr val="E87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Relation Divine</a:t>
            </a:r>
            <a:endParaRPr lang="fr-CA" sz="2400" dirty="0"/>
          </a:p>
        </p:txBody>
      </p:sp>
      <p:grpSp>
        <p:nvGrpSpPr>
          <p:cNvPr id="975" name="Barre de progression">
            <a:extLst>
              <a:ext uri="{FF2B5EF4-FFF2-40B4-BE49-F238E27FC236}">
                <a16:creationId xmlns:a16="http://schemas.microsoft.com/office/drawing/2014/main" id="{6A5C0F94-EF4F-8A2F-7526-A59A8FDE7AEC}"/>
              </a:ext>
            </a:extLst>
          </p:cNvPr>
          <p:cNvGrpSpPr/>
          <p:nvPr/>
        </p:nvGrpSpPr>
        <p:grpSpPr>
          <a:xfrm>
            <a:off x="546100" y="6527800"/>
            <a:ext cx="11099799" cy="63500"/>
            <a:chOff x="546100" y="6527800"/>
            <a:chExt cx="11099799" cy="63500"/>
          </a:xfrm>
        </p:grpSpPr>
        <p:sp>
          <p:nvSpPr>
            <p:cNvPr id="962" name="Progression 1">
              <a:extLst>
                <a:ext uri="{FF2B5EF4-FFF2-40B4-BE49-F238E27FC236}">
                  <a16:creationId xmlns:a16="http://schemas.microsoft.com/office/drawing/2014/main" id="{C57DED89-8455-4DDF-ABBB-B610F14973F0}"/>
                </a:ext>
              </a:extLst>
            </p:cNvPr>
            <p:cNvSpPr/>
            <p:nvPr/>
          </p:nvSpPr>
          <p:spPr>
            <a:xfrm>
              <a:off x="546100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3" name="Progression 2">
              <a:extLst>
                <a:ext uri="{FF2B5EF4-FFF2-40B4-BE49-F238E27FC236}">
                  <a16:creationId xmlns:a16="http://schemas.microsoft.com/office/drawing/2014/main" id="{D3A4EB77-49FB-444D-9727-6C84C4733124}"/>
                </a:ext>
              </a:extLst>
            </p:cNvPr>
            <p:cNvSpPr/>
            <p:nvPr/>
          </p:nvSpPr>
          <p:spPr>
            <a:xfrm>
              <a:off x="1405792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4" name="Progression 3">
              <a:extLst>
                <a:ext uri="{FF2B5EF4-FFF2-40B4-BE49-F238E27FC236}">
                  <a16:creationId xmlns:a16="http://schemas.microsoft.com/office/drawing/2014/main" id="{5444AFD9-245A-405E-8632-760CFBAC244E}"/>
                </a:ext>
              </a:extLst>
            </p:cNvPr>
            <p:cNvSpPr/>
            <p:nvPr/>
          </p:nvSpPr>
          <p:spPr>
            <a:xfrm>
              <a:off x="2265484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5" name="Progression 4">
              <a:extLst>
                <a:ext uri="{FF2B5EF4-FFF2-40B4-BE49-F238E27FC236}">
                  <a16:creationId xmlns:a16="http://schemas.microsoft.com/office/drawing/2014/main" id="{3CC44B34-BE43-441D-8E89-70B36A3B51B8}"/>
                </a:ext>
              </a:extLst>
            </p:cNvPr>
            <p:cNvSpPr/>
            <p:nvPr/>
          </p:nvSpPr>
          <p:spPr>
            <a:xfrm>
              <a:off x="3125176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6" name="Progression 5">
              <a:extLst>
                <a:ext uri="{FF2B5EF4-FFF2-40B4-BE49-F238E27FC236}">
                  <a16:creationId xmlns:a16="http://schemas.microsoft.com/office/drawing/2014/main" id="{A9EDFC63-E1D5-49FB-8C79-DC7B276D2213}"/>
                </a:ext>
              </a:extLst>
            </p:cNvPr>
            <p:cNvSpPr/>
            <p:nvPr/>
          </p:nvSpPr>
          <p:spPr>
            <a:xfrm>
              <a:off x="3984869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7" name="Progression 6">
              <a:extLst>
                <a:ext uri="{FF2B5EF4-FFF2-40B4-BE49-F238E27FC236}">
                  <a16:creationId xmlns:a16="http://schemas.microsoft.com/office/drawing/2014/main" id="{7A4400A9-BEBD-4E24-84BC-70BD1E03764A}"/>
                </a:ext>
              </a:extLst>
            </p:cNvPr>
            <p:cNvSpPr/>
            <p:nvPr/>
          </p:nvSpPr>
          <p:spPr>
            <a:xfrm>
              <a:off x="4844561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8" name="Progression 7">
              <a:extLst>
                <a:ext uri="{FF2B5EF4-FFF2-40B4-BE49-F238E27FC236}">
                  <a16:creationId xmlns:a16="http://schemas.microsoft.com/office/drawing/2014/main" id="{51DAC5B8-3EF9-4473-AE41-6BEAF8C84215}"/>
                </a:ext>
              </a:extLst>
            </p:cNvPr>
            <p:cNvSpPr/>
            <p:nvPr/>
          </p:nvSpPr>
          <p:spPr>
            <a:xfrm>
              <a:off x="5704253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9" name="Progression 8">
              <a:extLst>
                <a:ext uri="{FF2B5EF4-FFF2-40B4-BE49-F238E27FC236}">
                  <a16:creationId xmlns:a16="http://schemas.microsoft.com/office/drawing/2014/main" id="{6027BC41-4A45-4C5A-90B2-3CF52D1943C1}"/>
                </a:ext>
              </a:extLst>
            </p:cNvPr>
            <p:cNvSpPr/>
            <p:nvPr/>
          </p:nvSpPr>
          <p:spPr>
            <a:xfrm>
              <a:off x="6563946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70" name="Progression 9">
              <a:extLst>
                <a:ext uri="{FF2B5EF4-FFF2-40B4-BE49-F238E27FC236}">
                  <a16:creationId xmlns:a16="http://schemas.microsoft.com/office/drawing/2014/main" id="{0E80C967-74EA-4035-8D28-CDEE6D4518F7}"/>
                </a:ext>
              </a:extLst>
            </p:cNvPr>
            <p:cNvSpPr/>
            <p:nvPr/>
          </p:nvSpPr>
          <p:spPr>
            <a:xfrm>
              <a:off x="7423638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71" name="Progression 10">
              <a:extLst>
                <a:ext uri="{FF2B5EF4-FFF2-40B4-BE49-F238E27FC236}">
                  <a16:creationId xmlns:a16="http://schemas.microsoft.com/office/drawing/2014/main" id="{E011A900-B3FA-406E-9A45-8434F746842E}"/>
                </a:ext>
              </a:extLst>
            </p:cNvPr>
            <p:cNvSpPr/>
            <p:nvPr/>
          </p:nvSpPr>
          <p:spPr>
            <a:xfrm>
              <a:off x="8283330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72" name="Progression 11">
              <a:extLst>
                <a:ext uri="{FF2B5EF4-FFF2-40B4-BE49-F238E27FC236}">
                  <a16:creationId xmlns:a16="http://schemas.microsoft.com/office/drawing/2014/main" id="{D943F222-2FA5-4A71-BBD7-DD857D1B4213}"/>
                </a:ext>
              </a:extLst>
            </p:cNvPr>
            <p:cNvSpPr/>
            <p:nvPr/>
          </p:nvSpPr>
          <p:spPr>
            <a:xfrm>
              <a:off x="9143023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73" name="Progression 12">
              <a:extLst>
                <a:ext uri="{FF2B5EF4-FFF2-40B4-BE49-F238E27FC236}">
                  <a16:creationId xmlns:a16="http://schemas.microsoft.com/office/drawing/2014/main" id="{EA3620E7-887C-433B-B13B-A8739272E234}"/>
                </a:ext>
              </a:extLst>
            </p:cNvPr>
            <p:cNvSpPr/>
            <p:nvPr/>
          </p:nvSpPr>
          <p:spPr>
            <a:xfrm>
              <a:off x="10002715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74" name="Progression 13">
              <a:extLst>
                <a:ext uri="{FF2B5EF4-FFF2-40B4-BE49-F238E27FC236}">
                  <a16:creationId xmlns:a16="http://schemas.microsoft.com/office/drawing/2014/main" id="{2F938F47-883C-46D6-B3C9-E27267D65F51}"/>
                </a:ext>
              </a:extLst>
            </p:cNvPr>
            <p:cNvSpPr/>
            <p:nvPr/>
          </p:nvSpPr>
          <p:spPr>
            <a:xfrm>
              <a:off x="10862407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DEC415-4AA1-5BF9-C071-5101C9E2C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1E90C983-2659-D7A4-AF36-EE9B84C735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92" r="96" b="-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216BB327-7AA9-4EC5-815F-9D8E6BC53E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3" name="Barre de progression">
            <a:extLst>
              <a:ext uri="{FF2B5EF4-FFF2-40B4-BE49-F238E27FC236}">
                <a16:creationId xmlns:a16="http://schemas.microsoft.com/office/drawing/2014/main" id="{4AFA2091-0431-2227-13A2-9D4633B6A5B3}"/>
              </a:ext>
            </a:extLst>
          </p:cNvPr>
          <p:cNvGrpSpPr/>
          <p:nvPr/>
        </p:nvGrpSpPr>
        <p:grpSpPr>
          <a:xfrm>
            <a:off x="546100" y="6527800"/>
            <a:ext cx="11099799" cy="63500"/>
            <a:chOff x="546100" y="6527800"/>
            <a:chExt cx="11099799" cy="63500"/>
          </a:xfrm>
        </p:grpSpPr>
        <p:sp>
          <p:nvSpPr>
            <p:cNvPr id="20" name="Progression 1">
              <a:extLst>
                <a:ext uri="{FF2B5EF4-FFF2-40B4-BE49-F238E27FC236}">
                  <a16:creationId xmlns:a16="http://schemas.microsoft.com/office/drawing/2014/main" id="{189EDD8E-C51F-4CAF-BE28-FCEF8E74C7DA}"/>
                </a:ext>
              </a:extLst>
            </p:cNvPr>
            <p:cNvSpPr/>
            <p:nvPr/>
          </p:nvSpPr>
          <p:spPr>
            <a:xfrm>
              <a:off x="546100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1" name="Progression 2">
              <a:extLst>
                <a:ext uri="{FF2B5EF4-FFF2-40B4-BE49-F238E27FC236}">
                  <a16:creationId xmlns:a16="http://schemas.microsoft.com/office/drawing/2014/main" id="{DCF3CB33-D586-4783-BE2D-83A651EAC845}"/>
                </a:ext>
              </a:extLst>
            </p:cNvPr>
            <p:cNvSpPr/>
            <p:nvPr/>
          </p:nvSpPr>
          <p:spPr>
            <a:xfrm>
              <a:off x="1405792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2" name="Progression 3">
              <a:extLst>
                <a:ext uri="{FF2B5EF4-FFF2-40B4-BE49-F238E27FC236}">
                  <a16:creationId xmlns:a16="http://schemas.microsoft.com/office/drawing/2014/main" id="{1B978799-DF62-42DD-83D6-5F1B6B54FCEE}"/>
                </a:ext>
              </a:extLst>
            </p:cNvPr>
            <p:cNvSpPr/>
            <p:nvPr/>
          </p:nvSpPr>
          <p:spPr>
            <a:xfrm>
              <a:off x="2265484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3" name="Progression 4">
              <a:extLst>
                <a:ext uri="{FF2B5EF4-FFF2-40B4-BE49-F238E27FC236}">
                  <a16:creationId xmlns:a16="http://schemas.microsoft.com/office/drawing/2014/main" id="{49884C10-4B66-4031-908A-AA630B647FC4}"/>
                </a:ext>
              </a:extLst>
            </p:cNvPr>
            <p:cNvSpPr/>
            <p:nvPr/>
          </p:nvSpPr>
          <p:spPr>
            <a:xfrm>
              <a:off x="3125176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4" name="Progression 5">
              <a:extLst>
                <a:ext uri="{FF2B5EF4-FFF2-40B4-BE49-F238E27FC236}">
                  <a16:creationId xmlns:a16="http://schemas.microsoft.com/office/drawing/2014/main" id="{FA55E176-8472-4F89-970D-E0E2CA6009CE}"/>
                </a:ext>
              </a:extLst>
            </p:cNvPr>
            <p:cNvSpPr/>
            <p:nvPr/>
          </p:nvSpPr>
          <p:spPr>
            <a:xfrm>
              <a:off x="3984869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5" name="Progression 6">
              <a:extLst>
                <a:ext uri="{FF2B5EF4-FFF2-40B4-BE49-F238E27FC236}">
                  <a16:creationId xmlns:a16="http://schemas.microsoft.com/office/drawing/2014/main" id="{BBCCA158-83B4-4A73-B0B8-91C9C28EB775}"/>
                </a:ext>
              </a:extLst>
            </p:cNvPr>
            <p:cNvSpPr/>
            <p:nvPr/>
          </p:nvSpPr>
          <p:spPr>
            <a:xfrm>
              <a:off x="4844561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6" name="Progression 7">
              <a:extLst>
                <a:ext uri="{FF2B5EF4-FFF2-40B4-BE49-F238E27FC236}">
                  <a16:creationId xmlns:a16="http://schemas.microsoft.com/office/drawing/2014/main" id="{44BDD9AC-E48D-482A-8FF8-8B96AEE9A7CA}"/>
                </a:ext>
              </a:extLst>
            </p:cNvPr>
            <p:cNvSpPr/>
            <p:nvPr/>
          </p:nvSpPr>
          <p:spPr>
            <a:xfrm>
              <a:off x="5704253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7" name="Progression 8">
              <a:extLst>
                <a:ext uri="{FF2B5EF4-FFF2-40B4-BE49-F238E27FC236}">
                  <a16:creationId xmlns:a16="http://schemas.microsoft.com/office/drawing/2014/main" id="{6EAC7F9B-BA10-468B-ABC8-7F78DA3BD2AB}"/>
                </a:ext>
              </a:extLst>
            </p:cNvPr>
            <p:cNvSpPr/>
            <p:nvPr/>
          </p:nvSpPr>
          <p:spPr>
            <a:xfrm>
              <a:off x="6563946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8" name="Progression 9">
              <a:extLst>
                <a:ext uri="{FF2B5EF4-FFF2-40B4-BE49-F238E27FC236}">
                  <a16:creationId xmlns:a16="http://schemas.microsoft.com/office/drawing/2014/main" id="{D48E1540-F991-48C8-B137-0E35011E783A}"/>
                </a:ext>
              </a:extLst>
            </p:cNvPr>
            <p:cNvSpPr/>
            <p:nvPr/>
          </p:nvSpPr>
          <p:spPr>
            <a:xfrm>
              <a:off x="7423638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9" name="Progression 10">
              <a:extLst>
                <a:ext uri="{FF2B5EF4-FFF2-40B4-BE49-F238E27FC236}">
                  <a16:creationId xmlns:a16="http://schemas.microsoft.com/office/drawing/2014/main" id="{AC1379D2-6B50-48CA-932C-23BA91D0ED48}"/>
                </a:ext>
              </a:extLst>
            </p:cNvPr>
            <p:cNvSpPr/>
            <p:nvPr/>
          </p:nvSpPr>
          <p:spPr>
            <a:xfrm>
              <a:off x="8283330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0" name="Progression 11">
              <a:extLst>
                <a:ext uri="{FF2B5EF4-FFF2-40B4-BE49-F238E27FC236}">
                  <a16:creationId xmlns:a16="http://schemas.microsoft.com/office/drawing/2014/main" id="{A2EB0B48-515C-48C4-9951-689B34B4F49A}"/>
                </a:ext>
              </a:extLst>
            </p:cNvPr>
            <p:cNvSpPr/>
            <p:nvPr/>
          </p:nvSpPr>
          <p:spPr>
            <a:xfrm>
              <a:off x="9143023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1" name="Progression 12">
              <a:extLst>
                <a:ext uri="{FF2B5EF4-FFF2-40B4-BE49-F238E27FC236}">
                  <a16:creationId xmlns:a16="http://schemas.microsoft.com/office/drawing/2014/main" id="{9A5A479D-3819-4A2A-9CD8-BEE97AF2204F}"/>
                </a:ext>
              </a:extLst>
            </p:cNvPr>
            <p:cNvSpPr/>
            <p:nvPr/>
          </p:nvSpPr>
          <p:spPr>
            <a:xfrm>
              <a:off x="10002715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2" name="Progression 13">
              <a:extLst>
                <a:ext uri="{FF2B5EF4-FFF2-40B4-BE49-F238E27FC236}">
                  <a16:creationId xmlns:a16="http://schemas.microsoft.com/office/drawing/2014/main" id="{8A6AD77B-6351-446A-981D-F621A8779D98}"/>
                </a:ext>
              </a:extLst>
            </p:cNvPr>
            <p:cNvSpPr/>
            <p:nvPr/>
          </p:nvSpPr>
          <p:spPr>
            <a:xfrm>
              <a:off x="10862407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40468157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 · COLOSSIENS 1.15 / Philippiens 2.6-7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parfaite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 est ce que l'homme n'est plus (Kénose)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pic>
        <p:nvPicPr>
          <p:cNvPr id="11" name="Image 0" descr="Médaillon fissuré : l'image ternie de l'homm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3080" y="1874520"/>
            <a:ext cx="2377440" cy="2377440"/>
          </a:xfrm>
          <a:prstGeom prst="rect">
            <a:avLst/>
          </a:prstGeom>
        </p:spPr>
      </p:pic>
      <p:pic>
        <p:nvPicPr>
          <p:cNvPr id="12" name="Image 1" descr="Médaillon à la couronne : le Christ, image parfait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1874520"/>
            <a:ext cx="2377440" cy="237744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754880" y="3063240"/>
            <a:ext cx="2697480" cy="0"/>
          </a:xfrm>
          <a:prstGeom prst="line">
            <a:avLst/>
          </a:prstGeom>
          <a:noFill/>
          <a:ln w="38100">
            <a:solidFill>
              <a:srgbClr val="E8742A"/>
            </a:solidFill>
            <a:prstDash val="solid"/>
            <a:tailEnd type="triangle"/>
          </a:ln>
        </p:spPr>
        <p:txBody>
          <a:bodyPr/>
          <a:lstStyle/>
          <a:p>
            <a:endParaRPr lang="fr-CA"/>
          </a:p>
        </p:txBody>
      </p:sp>
      <p:sp>
        <p:nvSpPr>
          <p:cNvPr id="14" name="Text 10"/>
          <p:cNvSpPr txBox="1"/>
          <p:nvPr/>
        </p:nvSpPr>
        <p:spPr>
          <a:xfrm>
            <a:off x="4480560" y="256032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5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voir l'image voulue par Dieu?</a:t>
            </a:r>
            <a:endParaRPr lang="fr-CA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438912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fr-CA" altLang="en-US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L'homme : l'image ternie</a:t>
            </a:r>
            <a:endParaRPr lang="fr-CA" sz="16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engendre « à sa ressemblance » (Gn 5.3).</a:t>
            </a:r>
            <a:endParaRPr lang="fr-CA" sz="16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gardée (Gn 9.6), ressemblance morale perdue.</a:t>
            </a:r>
            <a:endParaRPr lang="fr-CA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6766560" y="438912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fr-CA" altLang="en-US" sz="21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 : l'Image parfaite</a:t>
            </a:r>
            <a:endParaRPr lang="fr-CA" sz="16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Reproduction exacte du Dieu invisible (Hé 1.3).</a:t>
            </a:r>
            <a:endParaRPr lang="fr-CA" sz="16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Premier-né = l'héritier, non une créature (1.16-18).</a:t>
            </a:r>
            <a:endParaRPr lang="fr-CA" sz="1600" dirty="0"/>
          </a:p>
        </p:txBody>
      </p:sp>
      <p:sp>
        <p:nvSpPr>
          <p:cNvPr id="17" name="Shape 13"/>
          <p:cNvSpPr/>
          <p:nvPr/>
        </p:nvSpPr>
        <p:spPr>
          <a:xfrm>
            <a:off x="1005840" y="5715000"/>
            <a:ext cx="2926080" cy="548640"/>
          </a:xfrm>
          <a:prstGeom prst="roundRect">
            <a:avLst>
              <a:gd name="adj" fmla="val 50000"/>
            </a:avLst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8" name="Text 14"/>
          <p:cNvSpPr txBox="1"/>
          <p:nvPr/>
        </p:nvSpPr>
        <p:spPr>
          <a:xfrm>
            <a:off x="1005840" y="57150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8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tselem</a:t>
            </a: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hébreu, Genèse 1.27</a:t>
            </a:r>
            <a:endParaRPr lang="fr-CA" sz="1800" dirty="0"/>
          </a:p>
        </p:txBody>
      </p:sp>
      <p:sp>
        <p:nvSpPr>
          <p:cNvPr id="19" name="Shape 15"/>
          <p:cNvSpPr/>
          <p:nvPr/>
        </p:nvSpPr>
        <p:spPr>
          <a:xfrm>
            <a:off x="4005072" y="5989320"/>
            <a:ext cx="54864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  <a:tailEnd type="triangle"/>
          </a:ln>
        </p:spPr>
        <p:txBody>
          <a:bodyPr/>
          <a:lstStyle/>
          <a:p>
            <a:endParaRPr lang="fr-CA"/>
          </a:p>
        </p:txBody>
      </p:sp>
      <p:sp>
        <p:nvSpPr>
          <p:cNvPr id="20" name="Shape 16"/>
          <p:cNvSpPr/>
          <p:nvPr/>
        </p:nvSpPr>
        <p:spPr>
          <a:xfrm>
            <a:off x="4617720" y="5715000"/>
            <a:ext cx="2926080" cy="548640"/>
          </a:xfrm>
          <a:prstGeom prst="roundRect">
            <a:avLst>
              <a:gd name="adj" fmla="val 50000"/>
            </a:avLst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1" name="Text 17"/>
          <p:cNvSpPr txBox="1"/>
          <p:nvPr/>
        </p:nvSpPr>
        <p:spPr>
          <a:xfrm>
            <a:off x="4617720" y="57150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8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eikôn</a:t>
            </a: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grec, la Septante</a:t>
            </a:r>
            <a:endParaRPr lang="fr-CA" sz="1800" dirty="0"/>
          </a:p>
        </p:txBody>
      </p:sp>
      <p:sp>
        <p:nvSpPr>
          <p:cNvPr id="22" name="Shape 18"/>
          <p:cNvSpPr/>
          <p:nvPr/>
        </p:nvSpPr>
        <p:spPr>
          <a:xfrm>
            <a:off x="7616952" y="5989320"/>
            <a:ext cx="54864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  <a:tailEnd type="triangle"/>
          </a:ln>
        </p:spPr>
        <p:txBody>
          <a:bodyPr/>
          <a:lstStyle/>
          <a:p>
            <a:endParaRPr lang="fr-CA"/>
          </a:p>
        </p:txBody>
      </p:sp>
      <p:sp>
        <p:nvSpPr>
          <p:cNvPr id="23" name="Shape 19"/>
          <p:cNvSpPr/>
          <p:nvPr/>
        </p:nvSpPr>
        <p:spPr>
          <a:xfrm>
            <a:off x="8229600" y="5715000"/>
            <a:ext cx="2926080" cy="548640"/>
          </a:xfrm>
          <a:prstGeom prst="roundRect">
            <a:avLst>
              <a:gd name="adj" fmla="val 50000"/>
            </a:avLst>
          </a:prstGeom>
          <a:solidFill>
            <a:srgbClr val="2A1A10"/>
          </a:solidFill>
          <a:ln w="254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4" name="Text 20"/>
          <p:cNvSpPr txBox="1"/>
          <p:nvPr/>
        </p:nvSpPr>
        <p:spPr>
          <a:xfrm>
            <a:off x="8229600" y="57150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8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eikôn</a:t>
            </a: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Christ, Colossiens 1.15</a:t>
            </a:r>
            <a:endParaRPr lang="fr-CA" sz="1800" dirty="0"/>
          </a:p>
        </p:txBody>
      </p:sp>
      <p:grpSp>
        <p:nvGrpSpPr>
          <p:cNvPr id="63" name="Barre de progression">
            <a:extLst>
              <a:ext uri="{FF2B5EF4-FFF2-40B4-BE49-F238E27FC236}">
                <a16:creationId xmlns:a16="http://schemas.microsoft.com/office/drawing/2014/main" id="{0316C2A0-84AA-9627-B6B1-DD9154681F27}"/>
              </a:ext>
            </a:extLst>
          </p:cNvPr>
          <p:cNvGrpSpPr/>
          <p:nvPr/>
        </p:nvGrpSpPr>
        <p:grpSpPr>
          <a:xfrm>
            <a:off x="546100" y="6527800"/>
            <a:ext cx="11099799" cy="63500"/>
            <a:chOff x="546100" y="6527800"/>
            <a:chExt cx="11099799" cy="63500"/>
          </a:xfrm>
        </p:grpSpPr>
        <p:sp>
          <p:nvSpPr>
            <p:cNvPr id="50" name="Progression 1">
              <a:extLst>
                <a:ext uri="{FF2B5EF4-FFF2-40B4-BE49-F238E27FC236}">
                  <a16:creationId xmlns:a16="http://schemas.microsoft.com/office/drawing/2014/main" id="{DE7C969D-EE73-4098-9311-FC2B9C76B056}"/>
                </a:ext>
              </a:extLst>
            </p:cNvPr>
            <p:cNvSpPr/>
            <p:nvPr/>
          </p:nvSpPr>
          <p:spPr>
            <a:xfrm>
              <a:off x="546100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1" name="Progression 2">
              <a:extLst>
                <a:ext uri="{FF2B5EF4-FFF2-40B4-BE49-F238E27FC236}">
                  <a16:creationId xmlns:a16="http://schemas.microsoft.com/office/drawing/2014/main" id="{A01E9518-E359-4689-994C-CAC06754825C}"/>
                </a:ext>
              </a:extLst>
            </p:cNvPr>
            <p:cNvSpPr/>
            <p:nvPr/>
          </p:nvSpPr>
          <p:spPr>
            <a:xfrm>
              <a:off x="1405792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2" name="Progression 3">
              <a:extLst>
                <a:ext uri="{FF2B5EF4-FFF2-40B4-BE49-F238E27FC236}">
                  <a16:creationId xmlns:a16="http://schemas.microsoft.com/office/drawing/2014/main" id="{54850CFE-98DA-4AA0-B47C-34CA3A53D77E}"/>
                </a:ext>
              </a:extLst>
            </p:cNvPr>
            <p:cNvSpPr/>
            <p:nvPr/>
          </p:nvSpPr>
          <p:spPr>
            <a:xfrm>
              <a:off x="2265484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3" name="Progression 4">
              <a:extLst>
                <a:ext uri="{FF2B5EF4-FFF2-40B4-BE49-F238E27FC236}">
                  <a16:creationId xmlns:a16="http://schemas.microsoft.com/office/drawing/2014/main" id="{E48AAF01-48B0-4809-8540-0D227786B4E0}"/>
                </a:ext>
              </a:extLst>
            </p:cNvPr>
            <p:cNvSpPr/>
            <p:nvPr/>
          </p:nvSpPr>
          <p:spPr>
            <a:xfrm>
              <a:off x="3125176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4" name="Progression 5">
              <a:extLst>
                <a:ext uri="{FF2B5EF4-FFF2-40B4-BE49-F238E27FC236}">
                  <a16:creationId xmlns:a16="http://schemas.microsoft.com/office/drawing/2014/main" id="{65FC6024-8873-40F1-A651-EDDB491119C5}"/>
                </a:ext>
              </a:extLst>
            </p:cNvPr>
            <p:cNvSpPr/>
            <p:nvPr/>
          </p:nvSpPr>
          <p:spPr>
            <a:xfrm>
              <a:off x="3984869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5" name="Progression 6">
              <a:extLst>
                <a:ext uri="{FF2B5EF4-FFF2-40B4-BE49-F238E27FC236}">
                  <a16:creationId xmlns:a16="http://schemas.microsoft.com/office/drawing/2014/main" id="{3D9A68EF-3CA7-4772-8A94-A175640D6EC5}"/>
                </a:ext>
              </a:extLst>
            </p:cNvPr>
            <p:cNvSpPr/>
            <p:nvPr/>
          </p:nvSpPr>
          <p:spPr>
            <a:xfrm>
              <a:off x="4844561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6" name="Progression 7">
              <a:extLst>
                <a:ext uri="{FF2B5EF4-FFF2-40B4-BE49-F238E27FC236}">
                  <a16:creationId xmlns:a16="http://schemas.microsoft.com/office/drawing/2014/main" id="{90DA562C-3CD1-4F1E-BC82-6D3AC21232BE}"/>
                </a:ext>
              </a:extLst>
            </p:cNvPr>
            <p:cNvSpPr/>
            <p:nvPr/>
          </p:nvSpPr>
          <p:spPr>
            <a:xfrm>
              <a:off x="5704253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7" name="Progression 8">
              <a:extLst>
                <a:ext uri="{FF2B5EF4-FFF2-40B4-BE49-F238E27FC236}">
                  <a16:creationId xmlns:a16="http://schemas.microsoft.com/office/drawing/2014/main" id="{F71A710D-F0AB-4BE9-B5C2-B4B3B3ABC725}"/>
                </a:ext>
              </a:extLst>
            </p:cNvPr>
            <p:cNvSpPr/>
            <p:nvPr/>
          </p:nvSpPr>
          <p:spPr>
            <a:xfrm>
              <a:off x="6563946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8" name="Progression 9">
              <a:extLst>
                <a:ext uri="{FF2B5EF4-FFF2-40B4-BE49-F238E27FC236}">
                  <a16:creationId xmlns:a16="http://schemas.microsoft.com/office/drawing/2014/main" id="{8CFA392D-EF92-4E56-B2D5-4FE618E4D55F}"/>
                </a:ext>
              </a:extLst>
            </p:cNvPr>
            <p:cNvSpPr/>
            <p:nvPr/>
          </p:nvSpPr>
          <p:spPr>
            <a:xfrm>
              <a:off x="7423638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9" name="Progression 10">
              <a:extLst>
                <a:ext uri="{FF2B5EF4-FFF2-40B4-BE49-F238E27FC236}">
                  <a16:creationId xmlns:a16="http://schemas.microsoft.com/office/drawing/2014/main" id="{707152D3-FFAB-48AC-A0E0-18C365597A32}"/>
                </a:ext>
              </a:extLst>
            </p:cNvPr>
            <p:cNvSpPr/>
            <p:nvPr/>
          </p:nvSpPr>
          <p:spPr>
            <a:xfrm>
              <a:off x="8283330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0" name="Progression 11">
              <a:extLst>
                <a:ext uri="{FF2B5EF4-FFF2-40B4-BE49-F238E27FC236}">
                  <a16:creationId xmlns:a16="http://schemas.microsoft.com/office/drawing/2014/main" id="{59552BE6-95C0-41DD-B959-B85B93072B2B}"/>
                </a:ext>
              </a:extLst>
            </p:cNvPr>
            <p:cNvSpPr/>
            <p:nvPr/>
          </p:nvSpPr>
          <p:spPr>
            <a:xfrm>
              <a:off x="9143023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1" name="Progression 12">
              <a:extLst>
                <a:ext uri="{FF2B5EF4-FFF2-40B4-BE49-F238E27FC236}">
                  <a16:creationId xmlns:a16="http://schemas.microsoft.com/office/drawing/2014/main" id="{CE921C86-69C0-4760-B7F8-08EA9A684D51}"/>
                </a:ext>
              </a:extLst>
            </p:cNvPr>
            <p:cNvSpPr/>
            <p:nvPr/>
          </p:nvSpPr>
          <p:spPr>
            <a:xfrm>
              <a:off x="10002715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2" name="Progression 13">
              <a:extLst>
                <a:ext uri="{FF2B5EF4-FFF2-40B4-BE49-F238E27FC236}">
                  <a16:creationId xmlns:a16="http://schemas.microsoft.com/office/drawing/2014/main" id="{895CF82F-1DA7-4406-BF86-046FC6611D3E}"/>
                </a:ext>
              </a:extLst>
            </p:cNvPr>
            <p:cNvSpPr/>
            <p:nvPr/>
          </p:nvSpPr>
          <p:spPr>
            <a:xfrm>
              <a:off x="10862407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 · ROMAINS 8.29 / Éphésiens 1.4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promise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a décidé d'avance la fin de votre salut, et cette fin, c'est Christ en vous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sp>
        <p:nvSpPr>
          <p:cNvPr id="11" name="Étape 1 (fond)"/>
          <p:cNvSpPr/>
          <p:nvPr/>
        </p:nvSpPr>
        <p:spPr>
          <a:xfrm>
            <a:off x="545897" y="1965960"/>
            <a:ext cx="2083003" cy="868680"/>
          </a:xfrm>
          <a:prstGeom prst="roundRect">
            <a:avLst>
              <a:gd name="adj" fmla="val 49474"/>
            </a:avLst>
          </a:prstGeom>
          <a:solidFill>
            <a:srgbClr val="0D0B0A">
              <a:alpha val="0"/>
            </a:srgbClr>
          </a:solidFill>
          <a:ln w="508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2" name="Étape 1 (texte)"/>
          <p:cNvSpPr txBox="1"/>
          <p:nvPr/>
        </p:nvSpPr>
        <p:spPr>
          <a:xfrm>
            <a:off x="647395" y="1965960"/>
            <a:ext cx="188000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Connus d'avance</a:t>
            </a:r>
            <a:endParaRPr lang="fr-CA" sz="1800" dirty="0"/>
          </a:p>
        </p:txBody>
      </p:sp>
      <p:sp>
        <p:nvSpPr>
          <p:cNvPr id="13" name="Étape 2 (fond)"/>
          <p:cNvSpPr/>
          <p:nvPr/>
        </p:nvSpPr>
        <p:spPr>
          <a:xfrm>
            <a:off x="2790749" y="1965960"/>
            <a:ext cx="2083003" cy="868680"/>
          </a:xfrm>
          <a:prstGeom prst="roundRect">
            <a:avLst>
              <a:gd name="adj" fmla="val 49474"/>
            </a:avLst>
          </a:prstGeom>
          <a:solidFill>
            <a:srgbClr val="CC5500"/>
          </a:solidFill>
          <a:ln w="508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4" name="Étape 2 (texte)"/>
          <p:cNvSpPr txBox="1"/>
          <p:nvPr/>
        </p:nvSpPr>
        <p:spPr>
          <a:xfrm>
            <a:off x="2892247" y="1965960"/>
            <a:ext cx="188000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Prédestinés</a:t>
            </a:r>
            <a:endParaRPr lang="fr-CA" sz="1800" dirty="0"/>
          </a:p>
        </p:txBody>
      </p:sp>
      <p:sp>
        <p:nvSpPr>
          <p:cNvPr id="15" name="Étape 3 (fond)"/>
          <p:cNvSpPr/>
          <p:nvPr/>
        </p:nvSpPr>
        <p:spPr>
          <a:xfrm>
            <a:off x="5035601" y="1965960"/>
            <a:ext cx="2083003" cy="868680"/>
          </a:xfrm>
          <a:prstGeom prst="roundRect">
            <a:avLst>
              <a:gd name="adj" fmla="val 49474"/>
            </a:avLst>
          </a:prstGeom>
          <a:solidFill>
            <a:srgbClr val="0D0B0A">
              <a:alpha val="0"/>
            </a:srgbClr>
          </a:solidFill>
          <a:ln w="508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6" name="Étape 3 (texte)"/>
          <p:cNvSpPr txBox="1"/>
          <p:nvPr/>
        </p:nvSpPr>
        <p:spPr>
          <a:xfrm>
            <a:off x="5137099" y="1965960"/>
            <a:ext cx="188000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Appelés</a:t>
            </a:r>
            <a:endParaRPr lang="fr-CA" sz="1800" dirty="0"/>
          </a:p>
        </p:txBody>
      </p:sp>
      <p:sp>
        <p:nvSpPr>
          <p:cNvPr id="17" name="Étape 4 (fond)"/>
          <p:cNvSpPr/>
          <p:nvPr/>
        </p:nvSpPr>
        <p:spPr>
          <a:xfrm>
            <a:off x="7280453" y="1965960"/>
            <a:ext cx="2083003" cy="868680"/>
          </a:xfrm>
          <a:prstGeom prst="roundRect">
            <a:avLst>
              <a:gd name="adj" fmla="val 49474"/>
            </a:avLst>
          </a:prstGeom>
          <a:solidFill>
            <a:srgbClr val="0D0B0A">
              <a:alpha val="0"/>
            </a:srgbClr>
          </a:solidFill>
          <a:ln w="508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8" name="Étape 4 (texte)"/>
          <p:cNvSpPr txBox="1"/>
          <p:nvPr/>
        </p:nvSpPr>
        <p:spPr>
          <a:xfrm>
            <a:off x="7381951" y="1965960"/>
            <a:ext cx="188000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Justifiés</a:t>
            </a:r>
            <a:endParaRPr lang="fr-CA" sz="1800" dirty="0"/>
          </a:p>
        </p:txBody>
      </p:sp>
      <p:sp>
        <p:nvSpPr>
          <p:cNvPr id="19" name="Étape 5 (fond)"/>
          <p:cNvSpPr/>
          <p:nvPr/>
        </p:nvSpPr>
        <p:spPr>
          <a:xfrm>
            <a:off x="9525305" y="1965960"/>
            <a:ext cx="2083003" cy="868680"/>
          </a:xfrm>
          <a:prstGeom prst="roundRect">
            <a:avLst>
              <a:gd name="adj" fmla="val 49474"/>
            </a:avLst>
          </a:prstGeom>
          <a:solidFill>
            <a:srgbClr val="0D0B0A">
              <a:alpha val="0"/>
            </a:srgbClr>
          </a:solidFill>
          <a:ln w="508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0" name="Étape 5 (texte)"/>
          <p:cNvSpPr txBox="1"/>
          <p:nvPr/>
        </p:nvSpPr>
        <p:spPr>
          <a:xfrm>
            <a:off x="9626803" y="1965960"/>
            <a:ext cx="188000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Glorifiés</a:t>
            </a:r>
            <a:endParaRPr lang="fr-CA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29718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maillon ne manque : ce que Dieu a décrété, il l'achèvera (8.30).</a:t>
            </a:r>
            <a:endParaRPr lang="fr-CA" sz="1600" dirty="0"/>
          </a:p>
        </p:txBody>
      </p:sp>
      <p:pic>
        <p:nvPicPr>
          <p:cNvPr id="22" name="Image 0" descr="Foule de personnes autour d'une couron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20440"/>
            <a:ext cx="3200400" cy="2670048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4480560" y="3566160"/>
            <a:ext cx="7159752" cy="786384"/>
          </a:xfrm>
          <a:prstGeom prst="roundRect">
            <a:avLst>
              <a:gd name="adj" fmla="val 13953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4" name="Text 21"/>
          <p:cNvSpPr txBox="1"/>
          <p:nvPr/>
        </p:nvSpPr>
        <p:spPr>
          <a:xfrm>
            <a:off x="4709160" y="3566160"/>
            <a:ext cx="6766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Connus d'avance</a:t>
            </a:r>
            <a:endParaRPr lang="fr-CA" sz="1700" dirty="0"/>
          </a:p>
          <a:p>
            <a:pPr marL="0" indent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une simple prévision : le choix d'aimer, l'élection.</a:t>
            </a:r>
            <a:endParaRPr lang="fr-CA" sz="1700" dirty="0"/>
          </a:p>
        </p:txBody>
      </p:sp>
      <p:sp>
        <p:nvSpPr>
          <p:cNvPr id="25" name="Shape 22"/>
          <p:cNvSpPr/>
          <p:nvPr/>
        </p:nvSpPr>
        <p:spPr>
          <a:xfrm>
            <a:off x="4480560" y="4462272"/>
            <a:ext cx="7159752" cy="786384"/>
          </a:xfrm>
          <a:prstGeom prst="roundRect">
            <a:avLst>
              <a:gd name="adj" fmla="val 13953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6" name="Text 23"/>
          <p:cNvSpPr txBox="1"/>
          <p:nvPr/>
        </p:nvSpPr>
        <p:spPr>
          <a:xfrm>
            <a:off x="4709160" y="4462272"/>
            <a:ext cx="6766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Semblables à l'image de son Fils</a:t>
            </a:r>
            <a:endParaRPr lang="fr-CA" sz="1700" dirty="0"/>
          </a:p>
          <a:p>
            <a:pPr marL="0" indent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sainteté maintenant, un corps glorifié à la fin (Ph 3.21).</a:t>
            </a:r>
            <a:endParaRPr lang="fr-CA" sz="1700" dirty="0"/>
          </a:p>
        </p:txBody>
      </p:sp>
      <p:sp>
        <p:nvSpPr>
          <p:cNvPr id="27" name="Shape 24"/>
          <p:cNvSpPr/>
          <p:nvPr/>
        </p:nvSpPr>
        <p:spPr>
          <a:xfrm>
            <a:off x="4480560" y="5358384"/>
            <a:ext cx="7159752" cy="786384"/>
          </a:xfrm>
          <a:prstGeom prst="roundRect">
            <a:avLst>
              <a:gd name="adj" fmla="val 13953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8" name="Text 25"/>
          <p:cNvSpPr txBox="1"/>
          <p:nvPr/>
        </p:nvSpPr>
        <p:spPr>
          <a:xfrm>
            <a:off x="4709160" y="5358384"/>
            <a:ext cx="6766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Premier-né de beaucoup de frères</a:t>
            </a:r>
            <a:endParaRPr lang="fr-CA" sz="1700" dirty="0"/>
          </a:p>
          <a:p>
            <a:pPr marL="0" indent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Ils lui ressemblent, sans jamais être ses égaux.</a:t>
            </a:r>
            <a:endParaRPr lang="fr-CA" sz="1700" dirty="0"/>
          </a:p>
        </p:txBody>
      </p:sp>
      <p:grpSp>
        <p:nvGrpSpPr>
          <p:cNvPr id="963" name="Barre de progression">
            <a:extLst>
              <a:ext uri="{FF2B5EF4-FFF2-40B4-BE49-F238E27FC236}">
                <a16:creationId xmlns:a16="http://schemas.microsoft.com/office/drawing/2014/main" id="{A9A9B188-582D-DEA7-B42D-DE3EE1A5B564}"/>
              </a:ext>
            </a:extLst>
          </p:cNvPr>
          <p:cNvGrpSpPr/>
          <p:nvPr/>
        </p:nvGrpSpPr>
        <p:grpSpPr>
          <a:xfrm>
            <a:off x="546100" y="6527800"/>
            <a:ext cx="11099799" cy="63500"/>
            <a:chOff x="546100" y="6527800"/>
            <a:chExt cx="11099799" cy="63500"/>
          </a:xfrm>
        </p:grpSpPr>
        <p:sp>
          <p:nvSpPr>
            <p:cNvPr id="54" name="Progression 1">
              <a:extLst>
                <a:ext uri="{FF2B5EF4-FFF2-40B4-BE49-F238E27FC236}">
                  <a16:creationId xmlns:a16="http://schemas.microsoft.com/office/drawing/2014/main" id="{2C5DAA98-9850-47FD-A170-7DEBEC4E8C10}"/>
                </a:ext>
              </a:extLst>
            </p:cNvPr>
            <p:cNvSpPr/>
            <p:nvPr/>
          </p:nvSpPr>
          <p:spPr>
            <a:xfrm>
              <a:off x="546100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5" name="Progression 2">
              <a:extLst>
                <a:ext uri="{FF2B5EF4-FFF2-40B4-BE49-F238E27FC236}">
                  <a16:creationId xmlns:a16="http://schemas.microsoft.com/office/drawing/2014/main" id="{20142827-96A3-4F38-BF96-9FE028BA6D8C}"/>
                </a:ext>
              </a:extLst>
            </p:cNvPr>
            <p:cNvSpPr/>
            <p:nvPr/>
          </p:nvSpPr>
          <p:spPr>
            <a:xfrm>
              <a:off x="1405792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6" name="Progression 3">
              <a:extLst>
                <a:ext uri="{FF2B5EF4-FFF2-40B4-BE49-F238E27FC236}">
                  <a16:creationId xmlns:a16="http://schemas.microsoft.com/office/drawing/2014/main" id="{8418B891-ABC8-4D49-9834-7354676765D5}"/>
                </a:ext>
              </a:extLst>
            </p:cNvPr>
            <p:cNvSpPr/>
            <p:nvPr/>
          </p:nvSpPr>
          <p:spPr>
            <a:xfrm>
              <a:off x="2265484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7" name="Progression 4">
              <a:extLst>
                <a:ext uri="{FF2B5EF4-FFF2-40B4-BE49-F238E27FC236}">
                  <a16:creationId xmlns:a16="http://schemas.microsoft.com/office/drawing/2014/main" id="{0C7C8CDD-CD54-42A5-83F2-AD259BC8DEA1}"/>
                </a:ext>
              </a:extLst>
            </p:cNvPr>
            <p:cNvSpPr/>
            <p:nvPr/>
          </p:nvSpPr>
          <p:spPr>
            <a:xfrm>
              <a:off x="3125176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8" name="Progression 5">
              <a:extLst>
                <a:ext uri="{FF2B5EF4-FFF2-40B4-BE49-F238E27FC236}">
                  <a16:creationId xmlns:a16="http://schemas.microsoft.com/office/drawing/2014/main" id="{8804C520-C634-42F6-83E7-D91D3C4D176C}"/>
                </a:ext>
              </a:extLst>
            </p:cNvPr>
            <p:cNvSpPr/>
            <p:nvPr/>
          </p:nvSpPr>
          <p:spPr>
            <a:xfrm>
              <a:off x="3984869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9" name="Progression 6">
              <a:extLst>
                <a:ext uri="{FF2B5EF4-FFF2-40B4-BE49-F238E27FC236}">
                  <a16:creationId xmlns:a16="http://schemas.microsoft.com/office/drawing/2014/main" id="{56866141-41E1-4AD9-A62E-2FA96C720A75}"/>
                </a:ext>
              </a:extLst>
            </p:cNvPr>
            <p:cNvSpPr/>
            <p:nvPr/>
          </p:nvSpPr>
          <p:spPr>
            <a:xfrm>
              <a:off x="4844561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0" name="Progression 7">
              <a:extLst>
                <a:ext uri="{FF2B5EF4-FFF2-40B4-BE49-F238E27FC236}">
                  <a16:creationId xmlns:a16="http://schemas.microsoft.com/office/drawing/2014/main" id="{89BB7541-CA07-4B2E-BCCA-E674396A45F2}"/>
                </a:ext>
              </a:extLst>
            </p:cNvPr>
            <p:cNvSpPr/>
            <p:nvPr/>
          </p:nvSpPr>
          <p:spPr>
            <a:xfrm>
              <a:off x="5704253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1" name="Progression 8">
              <a:extLst>
                <a:ext uri="{FF2B5EF4-FFF2-40B4-BE49-F238E27FC236}">
                  <a16:creationId xmlns:a16="http://schemas.microsoft.com/office/drawing/2014/main" id="{A2720B85-CDE6-4D7A-BF47-BE4D0AE2FF35}"/>
                </a:ext>
              </a:extLst>
            </p:cNvPr>
            <p:cNvSpPr/>
            <p:nvPr/>
          </p:nvSpPr>
          <p:spPr>
            <a:xfrm>
              <a:off x="6563946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2" name="Progression 9">
              <a:extLst>
                <a:ext uri="{FF2B5EF4-FFF2-40B4-BE49-F238E27FC236}">
                  <a16:creationId xmlns:a16="http://schemas.microsoft.com/office/drawing/2014/main" id="{8AE20428-D986-46A3-A305-B4D21D03A851}"/>
                </a:ext>
              </a:extLst>
            </p:cNvPr>
            <p:cNvSpPr/>
            <p:nvPr/>
          </p:nvSpPr>
          <p:spPr>
            <a:xfrm>
              <a:off x="7423638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3" name="Progression 10">
              <a:extLst>
                <a:ext uri="{FF2B5EF4-FFF2-40B4-BE49-F238E27FC236}">
                  <a16:creationId xmlns:a16="http://schemas.microsoft.com/office/drawing/2014/main" id="{E3C73DB5-0196-4CF9-85A6-2DB6F7058AE6}"/>
                </a:ext>
              </a:extLst>
            </p:cNvPr>
            <p:cNvSpPr/>
            <p:nvPr/>
          </p:nvSpPr>
          <p:spPr>
            <a:xfrm>
              <a:off x="8283330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0" name="Progression 11">
              <a:extLst>
                <a:ext uri="{FF2B5EF4-FFF2-40B4-BE49-F238E27FC236}">
                  <a16:creationId xmlns:a16="http://schemas.microsoft.com/office/drawing/2014/main" id="{B8967D4D-91FE-4FC7-BFAE-495C9AD217A8}"/>
                </a:ext>
              </a:extLst>
            </p:cNvPr>
            <p:cNvSpPr/>
            <p:nvPr/>
          </p:nvSpPr>
          <p:spPr>
            <a:xfrm>
              <a:off x="9143023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1" name="Progression 12">
              <a:extLst>
                <a:ext uri="{FF2B5EF4-FFF2-40B4-BE49-F238E27FC236}">
                  <a16:creationId xmlns:a16="http://schemas.microsoft.com/office/drawing/2014/main" id="{605D4B4C-DF9B-4E47-8E45-205231C37F32}"/>
                </a:ext>
              </a:extLst>
            </p:cNvPr>
            <p:cNvSpPr/>
            <p:nvPr/>
          </p:nvSpPr>
          <p:spPr>
            <a:xfrm>
              <a:off x="10002715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2" name="Progression 13">
              <a:extLst>
                <a:ext uri="{FF2B5EF4-FFF2-40B4-BE49-F238E27FC236}">
                  <a16:creationId xmlns:a16="http://schemas.microsoft.com/office/drawing/2014/main" id="{B2186761-CE35-4646-919E-C83A9A711C6F}"/>
                </a:ext>
              </a:extLst>
            </p:cNvPr>
            <p:cNvSpPr/>
            <p:nvPr/>
          </p:nvSpPr>
          <p:spPr>
            <a:xfrm>
              <a:off x="10862407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· 2 CORINTHIENS 3.18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transformée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devient semblable à ce que l'on contemple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pic>
        <p:nvPicPr>
          <p:cNvPr id="11" name="Image 0" descr="Miroir à main reflétant un livre ouve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28800"/>
            <a:ext cx="3072384" cy="374904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57200" y="56692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8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miroir, c'est l'Écriture</a:t>
            </a:r>
            <a:endParaRPr lang="fr-CA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206240" y="214884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2100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ne nous transformons pas :</a:t>
            </a:r>
            <a:endParaRPr lang="fr-CA" sz="2100" dirty="0"/>
          </a:p>
          <a:p>
            <a:pPr marL="0" indent="0">
              <a:buNone/>
            </a:pPr>
            <a:r>
              <a:rPr lang="fr-CA" altLang="en-US" sz="2100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sommes transformés.</a:t>
            </a:r>
            <a:endParaRPr lang="fr-CA" sz="2100" dirty="0"/>
          </a:p>
        </p:txBody>
      </p:sp>
      <p:sp>
        <p:nvSpPr>
          <p:cNvPr id="14" name="Shape 11"/>
          <p:cNvSpPr/>
          <p:nvPr/>
        </p:nvSpPr>
        <p:spPr>
          <a:xfrm>
            <a:off x="4203497" y="3200400"/>
            <a:ext cx="2331720" cy="2337206"/>
          </a:xfrm>
          <a:prstGeom prst="roundRect">
            <a:avLst>
              <a:gd name="adj" fmla="val 4706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5" name="Shape 12"/>
          <p:cNvSpPr/>
          <p:nvPr/>
        </p:nvSpPr>
        <p:spPr>
          <a:xfrm>
            <a:off x="4394606" y="3390595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6" name="Image 1" descr="Icône : œi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7992" y="3503981"/>
            <a:ext cx="340157" cy="340157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394606" y="4051706"/>
            <a:ext cx="19687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visage découvert</a:t>
            </a:r>
            <a:endParaRPr lang="fr-CA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4394606" y="4406494"/>
            <a:ext cx="1968703" cy="1091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Moïse se voilait; en Christ, le voile est ôté (3.14-16).</a:t>
            </a:r>
            <a:endParaRPr lang="fr-CA" sz="1500" dirty="0"/>
          </a:p>
        </p:txBody>
      </p:sp>
      <p:sp>
        <p:nvSpPr>
          <p:cNvPr id="19" name="Shape 15"/>
          <p:cNvSpPr/>
          <p:nvPr/>
        </p:nvSpPr>
        <p:spPr>
          <a:xfrm>
            <a:off x="6739585" y="3200400"/>
            <a:ext cx="2331720" cy="2337206"/>
          </a:xfrm>
          <a:prstGeom prst="roundRect">
            <a:avLst>
              <a:gd name="adj" fmla="val 4706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0" name="Shape 16"/>
          <p:cNvSpPr/>
          <p:nvPr/>
        </p:nvSpPr>
        <p:spPr>
          <a:xfrm>
            <a:off x="6930695" y="3390595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1" name="Image 2" descr="Icône : livre ouver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4080" y="3503981"/>
            <a:ext cx="340157" cy="340157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6930695" y="4051706"/>
            <a:ext cx="19687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Contempler</a:t>
            </a:r>
            <a:endParaRPr lang="fr-C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930695" y="4406494"/>
            <a:ext cx="1968703" cy="1091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Regarder Christ dans l'Écriture, comme dans un miroir. On ne reflète que ce qu'on contemple.</a:t>
            </a:r>
            <a:endParaRPr lang="fr-CA" sz="1500" dirty="0"/>
          </a:p>
        </p:txBody>
      </p:sp>
      <p:sp>
        <p:nvSpPr>
          <p:cNvPr id="24" name="Shape 19"/>
          <p:cNvSpPr/>
          <p:nvPr/>
        </p:nvSpPr>
        <p:spPr>
          <a:xfrm>
            <a:off x="9275674" y="3200400"/>
            <a:ext cx="2331720" cy="2337206"/>
          </a:xfrm>
          <a:prstGeom prst="roundRect">
            <a:avLst>
              <a:gd name="adj" fmla="val 4706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5" name="Shape 20"/>
          <p:cNvSpPr/>
          <p:nvPr/>
        </p:nvSpPr>
        <p:spPr>
          <a:xfrm>
            <a:off x="9466783" y="3390595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6" name="Image 3" descr="Icône : oiseau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80169" y="3503981"/>
            <a:ext cx="340157" cy="340157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466783" y="4051706"/>
            <a:ext cx="19687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Être transformé</a:t>
            </a:r>
            <a:endParaRPr lang="fr-CA" sz="1800" dirty="0"/>
          </a:p>
        </p:txBody>
      </p:sp>
      <p:sp>
        <p:nvSpPr>
          <p:cNvPr id="28" name="Text 22"/>
          <p:cNvSpPr txBox="1"/>
          <p:nvPr/>
        </p:nvSpPr>
        <p:spPr>
          <a:xfrm>
            <a:off x="9466783" y="4406494"/>
            <a:ext cx="1968703" cy="1091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Metamorphoô : un changement continu, que l'Esprit accomplit.</a:t>
            </a:r>
            <a:endParaRPr lang="fr-CA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4203497" y="5639105"/>
            <a:ext cx="7403897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21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gloire en gloire</a:t>
            </a:r>
            <a:endParaRPr lang="fr-CA" sz="1600" dirty="0"/>
          </a:p>
          <a:p>
            <a:pPr marL="0" indent="0"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jusqu'à lui être semblables (1 Jn 3.2)</a:t>
            </a:r>
            <a:endParaRPr lang="fr-CA" sz="1600" dirty="0"/>
          </a:p>
        </p:txBody>
      </p:sp>
      <p:grpSp>
        <p:nvGrpSpPr>
          <p:cNvPr id="964" name="Barre de progression">
            <a:extLst>
              <a:ext uri="{FF2B5EF4-FFF2-40B4-BE49-F238E27FC236}">
                <a16:creationId xmlns:a16="http://schemas.microsoft.com/office/drawing/2014/main" id="{4D5B4CBF-CE0A-DA0D-57AF-F91303643412}"/>
              </a:ext>
            </a:extLst>
          </p:cNvPr>
          <p:cNvGrpSpPr/>
          <p:nvPr/>
        </p:nvGrpSpPr>
        <p:grpSpPr>
          <a:xfrm>
            <a:off x="546100" y="6527800"/>
            <a:ext cx="11099799" cy="63500"/>
            <a:chOff x="546100" y="6527800"/>
            <a:chExt cx="11099799" cy="63500"/>
          </a:xfrm>
        </p:grpSpPr>
        <p:sp>
          <p:nvSpPr>
            <p:cNvPr id="55" name="Progression 1">
              <a:extLst>
                <a:ext uri="{FF2B5EF4-FFF2-40B4-BE49-F238E27FC236}">
                  <a16:creationId xmlns:a16="http://schemas.microsoft.com/office/drawing/2014/main" id="{EB3535EE-52B5-456E-9381-541E0E272707}"/>
                </a:ext>
              </a:extLst>
            </p:cNvPr>
            <p:cNvSpPr/>
            <p:nvPr/>
          </p:nvSpPr>
          <p:spPr>
            <a:xfrm>
              <a:off x="546100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6" name="Progression 2">
              <a:extLst>
                <a:ext uri="{FF2B5EF4-FFF2-40B4-BE49-F238E27FC236}">
                  <a16:creationId xmlns:a16="http://schemas.microsoft.com/office/drawing/2014/main" id="{430F6031-5B8E-468C-83B5-0DE6738B9A5D}"/>
                </a:ext>
              </a:extLst>
            </p:cNvPr>
            <p:cNvSpPr/>
            <p:nvPr/>
          </p:nvSpPr>
          <p:spPr>
            <a:xfrm>
              <a:off x="1405792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7" name="Progression 3">
              <a:extLst>
                <a:ext uri="{FF2B5EF4-FFF2-40B4-BE49-F238E27FC236}">
                  <a16:creationId xmlns:a16="http://schemas.microsoft.com/office/drawing/2014/main" id="{EB0043B4-B7C2-4F88-B218-EFC64834CF98}"/>
                </a:ext>
              </a:extLst>
            </p:cNvPr>
            <p:cNvSpPr/>
            <p:nvPr/>
          </p:nvSpPr>
          <p:spPr>
            <a:xfrm>
              <a:off x="2265484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8" name="Progression 4">
              <a:extLst>
                <a:ext uri="{FF2B5EF4-FFF2-40B4-BE49-F238E27FC236}">
                  <a16:creationId xmlns:a16="http://schemas.microsoft.com/office/drawing/2014/main" id="{DC5CB293-E996-4A50-B58D-164F8DAE5766}"/>
                </a:ext>
              </a:extLst>
            </p:cNvPr>
            <p:cNvSpPr/>
            <p:nvPr/>
          </p:nvSpPr>
          <p:spPr>
            <a:xfrm>
              <a:off x="3125176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9" name="Progression 5">
              <a:extLst>
                <a:ext uri="{FF2B5EF4-FFF2-40B4-BE49-F238E27FC236}">
                  <a16:creationId xmlns:a16="http://schemas.microsoft.com/office/drawing/2014/main" id="{D1269239-2FD7-4539-99EB-B3965101E8C1}"/>
                </a:ext>
              </a:extLst>
            </p:cNvPr>
            <p:cNvSpPr/>
            <p:nvPr/>
          </p:nvSpPr>
          <p:spPr>
            <a:xfrm>
              <a:off x="3984869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0" name="Progression 6">
              <a:extLst>
                <a:ext uri="{FF2B5EF4-FFF2-40B4-BE49-F238E27FC236}">
                  <a16:creationId xmlns:a16="http://schemas.microsoft.com/office/drawing/2014/main" id="{23655277-7758-4629-93F8-B69F3A0B9C9D}"/>
                </a:ext>
              </a:extLst>
            </p:cNvPr>
            <p:cNvSpPr/>
            <p:nvPr/>
          </p:nvSpPr>
          <p:spPr>
            <a:xfrm>
              <a:off x="4844561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1" name="Progression 7">
              <a:extLst>
                <a:ext uri="{FF2B5EF4-FFF2-40B4-BE49-F238E27FC236}">
                  <a16:creationId xmlns:a16="http://schemas.microsoft.com/office/drawing/2014/main" id="{18090F38-064F-4549-829B-C156A4C83295}"/>
                </a:ext>
              </a:extLst>
            </p:cNvPr>
            <p:cNvSpPr/>
            <p:nvPr/>
          </p:nvSpPr>
          <p:spPr>
            <a:xfrm>
              <a:off x="5704253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2" name="Progression 8">
              <a:extLst>
                <a:ext uri="{FF2B5EF4-FFF2-40B4-BE49-F238E27FC236}">
                  <a16:creationId xmlns:a16="http://schemas.microsoft.com/office/drawing/2014/main" id="{48D0AB83-41DD-427B-8C12-01919EECDB82}"/>
                </a:ext>
              </a:extLst>
            </p:cNvPr>
            <p:cNvSpPr/>
            <p:nvPr/>
          </p:nvSpPr>
          <p:spPr>
            <a:xfrm>
              <a:off x="6563946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3" name="Progression 9">
              <a:extLst>
                <a:ext uri="{FF2B5EF4-FFF2-40B4-BE49-F238E27FC236}">
                  <a16:creationId xmlns:a16="http://schemas.microsoft.com/office/drawing/2014/main" id="{5EE32931-4242-4F03-A07C-B7AF3D1C482E}"/>
                </a:ext>
              </a:extLst>
            </p:cNvPr>
            <p:cNvSpPr/>
            <p:nvPr/>
          </p:nvSpPr>
          <p:spPr>
            <a:xfrm>
              <a:off x="7423638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0" name="Progression 10">
              <a:extLst>
                <a:ext uri="{FF2B5EF4-FFF2-40B4-BE49-F238E27FC236}">
                  <a16:creationId xmlns:a16="http://schemas.microsoft.com/office/drawing/2014/main" id="{7585436B-D541-402E-B40E-D108F7E61740}"/>
                </a:ext>
              </a:extLst>
            </p:cNvPr>
            <p:cNvSpPr/>
            <p:nvPr/>
          </p:nvSpPr>
          <p:spPr>
            <a:xfrm>
              <a:off x="8283330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1" name="Progression 11">
              <a:extLst>
                <a:ext uri="{FF2B5EF4-FFF2-40B4-BE49-F238E27FC236}">
                  <a16:creationId xmlns:a16="http://schemas.microsoft.com/office/drawing/2014/main" id="{27B3FED5-226D-4FDB-8D38-8B2D0F82FF4D}"/>
                </a:ext>
              </a:extLst>
            </p:cNvPr>
            <p:cNvSpPr/>
            <p:nvPr/>
          </p:nvSpPr>
          <p:spPr>
            <a:xfrm>
              <a:off x="9143023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2" name="Progression 12">
              <a:extLst>
                <a:ext uri="{FF2B5EF4-FFF2-40B4-BE49-F238E27FC236}">
                  <a16:creationId xmlns:a16="http://schemas.microsoft.com/office/drawing/2014/main" id="{236855F8-EF56-4884-8C88-13F6AFC6B279}"/>
                </a:ext>
              </a:extLst>
            </p:cNvPr>
            <p:cNvSpPr/>
            <p:nvPr/>
          </p:nvSpPr>
          <p:spPr>
            <a:xfrm>
              <a:off x="10002715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3" name="Progression 13">
              <a:extLst>
                <a:ext uri="{FF2B5EF4-FFF2-40B4-BE49-F238E27FC236}">
                  <a16:creationId xmlns:a16="http://schemas.microsoft.com/office/drawing/2014/main" id="{86DD6AD7-B9BA-4C2C-8D3E-548067F8E9A5}"/>
                </a:ext>
              </a:extLst>
            </p:cNvPr>
            <p:cNvSpPr/>
            <p:nvPr/>
          </p:nvSpPr>
          <p:spPr>
            <a:xfrm>
              <a:off x="10862407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· MATTHIEU 22.37-40 · JÉRÉMIE 31.33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qui aime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loi que je ne peux accomplir, Dieu l'écrit sur mon cœur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pic>
        <p:nvPicPr>
          <p:cNvPr id="11" name="Image 0" descr="Tables de la loi, puis un cœur portant des lignes d'écritu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74520"/>
            <a:ext cx="5852160" cy="3118104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57200" y="507492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la pierre, la loi accuse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 n'a aimé Dieu de tout son cœur.</a:t>
            </a:r>
            <a:endParaRPr lang="fr-CA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3429000" y="50749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le cœur, elle transforme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pardon, puis une capacité nouvelle d'aimer.</a:t>
            </a:r>
            <a:endParaRPr lang="fr-CA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766560" y="1874520"/>
            <a:ext cx="4873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cœur, c'est la personne intérieure</a:t>
            </a:r>
            <a:endParaRPr lang="fr-CA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6766560" y="2240280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5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trois dimensions de l'image, renouvelées</a:t>
            </a:r>
            <a:endParaRPr lang="fr-CA" sz="1500" dirty="0"/>
          </a:p>
        </p:txBody>
      </p:sp>
      <p:sp>
        <p:nvSpPr>
          <p:cNvPr id="16" name="Shape 13"/>
          <p:cNvSpPr/>
          <p:nvPr/>
        </p:nvSpPr>
        <p:spPr>
          <a:xfrm>
            <a:off x="6766560" y="2697480"/>
            <a:ext cx="4873752" cy="1024128"/>
          </a:xfrm>
          <a:prstGeom prst="roundRect">
            <a:avLst>
              <a:gd name="adj" fmla="val 10714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7" name="Shape 14"/>
          <p:cNvSpPr/>
          <p:nvPr/>
        </p:nvSpPr>
        <p:spPr>
          <a:xfrm>
            <a:off x="6949440" y="2889504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8" name="Image 1" descr="Icône : cerveau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7456" y="3017520"/>
            <a:ext cx="384048" cy="38404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772400" y="2770632"/>
            <a:ext cx="3749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Rationnel : il pense</a:t>
            </a:r>
            <a:endParaRPr lang="fr-CA" sz="1500" dirty="0"/>
          </a:p>
          <a:p>
            <a:pPr marL="0" indent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parle en Christ, la Parole, et renouvelle la pensée (Jn 1.1).</a:t>
            </a:r>
            <a:endParaRPr lang="fr-CA" sz="1500" dirty="0"/>
          </a:p>
        </p:txBody>
      </p:sp>
      <p:sp>
        <p:nvSpPr>
          <p:cNvPr id="20" name="Shape 16"/>
          <p:cNvSpPr/>
          <p:nvPr/>
        </p:nvSpPr>
        <p:spPr>
          <a:xfrm>
            <a:off x="6766560" y="3867912"/>
            <a:ext cx="4873752" cy="1024128"/>
          </a:xfrm>
          <a:prstGeom prst="roundRect">
            <a:avLst>
              <a:gd name="adj" fmla="val 10714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1" name="Shape 17"/>
          <p:cNvSpPr/>
          <p:nvPr/>
        </p:nvSpPr>
        <p:spPr>
          <a:xfrm>
            <a:off x="6949440" y="4059936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2" name="Image 2" descr="Icône : balanc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77456" y="4187952"/>
            <a:ext cx="384048" cy="384048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772400" y="3941064"/>
            <a:ext cx="3749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Moral : il juge</a:t>
            </a:r>
            <a:endParaRPr lang="fr-CA" sz="1500" dirty="0"/>
          </a:p>
          <a:p>
            <a:pPr marL="0" indent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seul crée un cœur pur (Ps 51.12).</a:t>
            </a:r>
            <a:endParaRPr lang="fr-CA" sz="1500" dirty="0"/>
          </a:p>
        </p:txBody>
      </p:sp>
      <p:sp>
        <p:nvSpPr>
          <p:cNvPr id="24" name="Shape 19"/>
          <p:cNvSpPr/>
          <p:nvPr/>
        </p:nvSpPr>
        <p:spPr>
          <a:xfrm>
            <a:off x="6766560" y="5038344"/>
            <a:ext cx="4873752" cy="1024128"/>
          </a:xfrm>
          <a:prstGeom prst="roundRect">
            <a:avLst>
              <a:gd name="adj" fmla="val 10714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5" name="Shape 20"/>
          <p:cNvSpPr/>
          <p:nvPr/>
        </p:nvSpPr>
        <p:spPr>
          <a:xfrm>
            <a:off x="6949440" y="5230368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6" name="Image 3" descr="Icône : cœur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7456" y="5358384"/>
            <a:ext cx="384048" cy="384048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7772400" y="5111496"/>
            <a:ext cx="3749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Relationnel : il aime</a:t>
            </a:r>
            <a:endParaRPr lang="fr-CA" sz="1500" dirty="0"/>
          </a:p>
          <a:p>
            <a:pPr marL="0" indent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répand son amour dans nos cœurs (Rm 5.5).</a:t>
            </a:r>
            <a:endParaRPr lang="fr-CA" sz="1500" dirty="0"/>
          </a:p>
        </p:txBody>
      </p:sp>
      <p:grpSp>
        <p:nvGrpSpPr>
          <p:cNvPr id="962" name="Barre de progression">
            <a:extLst>
              <a:ext uri="{FF2B5EF4-FFF2-40B4-BE49-F238E27FC236}">
                <a16:creationId xmlns:a16="http://schemas.microsoft.com/office/drawing/2014/main" id="{431191A1-D6A4-EC12-BD49-4A879059D9FA}"/>
              </a:ext>
            </a:extLst>
          </p:cNvPr>
          <p:cNvGrpSpPr/>
          <p:nvPr/>
        </p:nvGrpSpPr>
        <p:grpSpPr>
          <a:xfrm>
            <a:off x="546100" y="6527800"/>
            <a:ext cx="11099799" cy="63500"/>
            <a:chOff x="546100" y="6527800"/>
            <a:chExt cx="11099799" cy="63500"/>
          </a:xfrm>
        </p:grpSpPr>
        <p:sp>
          <p:nvSpPr>
            <p:cNvPr id="53" name="Progression 1">
              <a:extLst>
                <a:ext uri="{FF2B5EF4-FFF2-40B4-BE49-F238E27FC236}">
                  <a16:creationId xmlns:a16="http://schemas.microsoft.com/office/drawing/2014/main" id="{848C1F4C-5737-4E93-84AF-913513CE1FAE}"/>
                </a:ext>
              </a:extLst>
            </p:cNvPr>
            <p:cNvSpPr/>
            <p:nvPr/>
          </p:nvSpPr>
          <p:spPr>
            <a:xfrm>
              <a:off x="546100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4" name="Progression 2">
              <a:extLst>
                <a:ext uri="{FF2B5EF4-FFF2-40B4-BE49-F238E27FC236}">
                  <a16:creationId xmlns:a16="http://schemas.microsoft.com/office/drawing/2014/main" id="{56BFD072-42CB-4596-BD63-043D46F9BD64}"/>
                </a:ext>
              </a:extLst>
            </p:cNvPr>
            <p:cNvSpPr/>
            <p:nvPr/>
          </p:nvSpPr>
          <p:spPr>
            <a:xfrm>
              <a:off x="1405792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5" name="Progression 3">
              <a:extLst>
                <a:ext uri="{FF2B5EF4-FFF2-40B4-BE49-F238E27FC236}">
                  <a16:creationId xmlns:a16="http://schemas.microsoft.com/office/drawing/2014/main" id="{7859FCCB-E4A3-4CC8-A01E-8720E76CA124}"/>
                </a:ext>
              </a:extLst>
            </p:cNvPr>
            <p:cNvSpPr/>
            <p:nvPr/>
          </p:nvSpPr>
          <p:spPr>
            <a:xfrm>
              <a:off x="2265484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6" name="Progression 4">
              <a:extLst>
                <a:ext uri="{FF2B5EF4-FFF2-40B4-BE49-F238E27FC236}">
                  <a16:creationId xmlns:a16="http://schemas.microsoft.com/office/drawing/2014/main" id="{CDEF623D-C2BC-463F-ADF8-943CD199F8EE}"/>
                </a:ext>
              </a:extLst>
            </p:cNvPr>
            <p:cNvSpPr/>
            <p:nvPr/>
          </p:nvSpPr>
          <p:spPr>
            <a:xfrm>
              <a:off x="3125176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7" name="Progression 5">
              <a:extLst>
                <a:ext uri="{FF2B5EF4-FFF2-40B4-BE49-F238E27FC236}">
                  <a16:creationId xmlns:a16="http://schemas.microsoft.com/office/drawing/2014/main" id="{2DD815FD-656E-49BF-98E3-3022403BB0CF}"/>
                </a:ext>
              </a:extLst>
            </p:cNvPr>
            <p:cNvSpPr/>
            <p:nvPr/>
          </p:nvSpPr>
          <p:spPr>
            <a:xfrm>
              <a:off x="3984869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8" name="Progression 6">
              <a:extLst>
                <a:ext uri="{FF2B5EF4-FFF2-40B4-BE49-F238E27FC236}">
                  <a16:creationId xmlns:a16="http://schemas.microsoft.com/office/drawing/2014/main" id="{8D92C866-73B8-45BA-87F9-87EAF47CCC7C}"/>
                </a:ext>
              </a:extLst>
            </p:cNvPr>
            <p:cNvSpPr/>
            <p:nvPr/>
          </p:nvSpPr>
          <p:spPr>
            <a:xfrm>
              <a:off x="4844561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9" name="Progression 7">
              <a:extLst>
                <a:ext uri="{FF2B5EF4-FFF2-40B4-BE49-F238E27FC236}">
                  <a16:creationId xmlns:a16="http://schemas.microsoft.com/office/drawing/2014/main" id="{94272E80-B4E7-4852-951D-A0CBFAE76D12}"/>
                </a:ext>
              </a:extLst>
            </p:cNvPr>
            <p:cNvSpPr/>
            <p:nvPr/>
          </p:nvSpPr>
          <p:spPr>
            <a:xfrm>
              <a:off x="5704253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0" name="Progression 8">
              <a:extLst>
                <a:ext uri="{FF2B5EF4-FFF2-40B4-BE49-F238E27FC236}">
                  <a16:creationId xmlns:a16="http://schemas.microsoft.com/office/drawing/2014/main" id="{81AB1E38-E49B-4AF4-8BB2-E4531B5A3E72}"/>
                </a:ext>
              </a:extLst>
            </p:cNvPr>
            <p:cNvSpPr/>
            <p:nvPr/>
          </p:nvSpPr>
          <p:spPr>
            <a:xfrm>
              <a:off x="6563946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1" name="Progression 9">
              <a:extLst>
                <a:ext uri="{FF2B5EF4-FFF2-40B4-BE49-F238E27FC236}">
                  <a16:creationId xmlns:a16="http://schemas.microsoft.com/office/drawing/2014/main" id="{7C24E83E-494F-4231-BF27-E405F423AB31}"/>
                </a:ext>
              </a:extLst>
            </p:cNvPr>
            <p:cNvSpPr/>
            <p:nvPr/>
          </p:nvSpPr>
          <p:spPr>
            <a:xfrm>
              <a:off x="7423638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2" name="Progression 10">
              <a:extLst>
                <a:ext uri="{FF2B5EF4-FFF2-40B4-BE49-F238E27FC236}">
                  <a16:creationId xmlns:a16="http://schemas.microsoft.com/office/drawing/2014/main" id="{A549AC8D-6D2B-44DA-9146-23A6F75BD8C8}"/>
                </a:ext>
              </a:extLst>
            </p:cNvPr>
            <p:cNvSpPr/>
            <p:nvPr/>
          </p:nvSpPr>
          <p:spPr>
            <a:xfrm>
              <a:off x="8283330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3" name="Progression 11">
              <a:extLst>
                <a:ext uri="{FF2B5EF4-FFF2-40B4-BE49-F238E27FC236}">
                  <a16:creationId xmlns:a16="http://schemas.microsoft.com/office/drawing/2014/main" id="{6CEB98F4-FD3E-4E66-8AE6-E5A600AFD9E9}"/>
                </a:ext>
              </a:extLst>
            </p:cNvPr>
            <p:cNvSpPr/>
            <p:nvPr/>
          </p:nvSpPr>
          <p:spPr>
            <a:xfrm>
              <a:off x="9143023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0" name="Progression 12">
              <a:extLst>
                <a:ext uri="{FF2B5EF4-FFF2-40B4-BE49-F238E27FC236}">
                  <a16:creationId xmlns:a16="http://schemas.microsoft.com/office/drawing/2014/main" id="{F97244D3-7EA1-4E73-A649-37AEC07ACE27}"/>
                </a:ext>
              </a:extLst>
            </p:cNvPr>
            <p:cNvSpPr/>
            <p:nvPr/>
          </p:nvSpPr>
          <p:spPr>
            <a:xfrm>
              <a:off x="10002715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1" name="Progression 13">
              <a:extLst>
                <a:ext uri="{FF2B5EF4-FFF2-40B4-BE49-F238E27FC236}">
                  <a16:creationId xmlns:a16="http://schemas.microsoft.com/office/drawing/2014/main" id="{B02092C4-1B6C-4B8E-981A-BC2190FEE5A8}"/>
                </a:ext>
              </a:extLst>
            </p:cNvPr>
            <p:cNvSpPr/>
            <p:nvPr/>
          </p:nvSpPr>
          <p:spPr>
            <a:xfrm>
              <a:off x="10862407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· MATTHIEU 28.19-20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envoyée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Ceux que Dieu restaure à son image, il les envoie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pic>
        <p:nvPicPr>
          <p:cNvPr id="11" name="Image 0" descr="Globe terrestre entouré de flèches vers l'extérieu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920240"/>
            <a:ext cx="3840480" cy="384048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48640" y="5806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8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Toutes les nations</a:t>
            </a:r>
            <a:endParaRPr lang="fr-CA" sz="1800" dirty="0"/>
          </a:p>
        </p:txBody>
      </p:sp>
      <p:sp>
        <p:nvSpPr>
          <p:cNvPr id="13" name="Shape 10"/>
          <p:cNvSpPr/>
          <p:nvPr/>
        </p:nvSpPr>
        <p:spPr>
          <a:xfrm>
            <a:off x="4937760" y="1920240"/>
            <a:ext cx="6702552" cy="777240"/>
          </a:xfrm>
          <a:prstGeom prst="roundRect">
            <a:avLst>
              <a:gd name="adj" fmla="val 14118"/>
            </a:avLst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4" name="Text 11"/>
          <p:cNvSpPr txBox="1"/>
          <p:nvPr/>
        </p:nvSpPr>
        <p:spPr>
          <a:xfrm>
            <a:off x="4937760" y="1920240"/>
            <a:ext cx="6702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Faites des disciples</a:t>
            </a:r>
            <a:endParaRPr lang="fr-CA" sz="2800" dirty="0"/>
          </a:p>
        </p:txBody>
      </p:sp>
      <p:sp>
        <p:nvSpPr>
          <p:cNvPr id="15" name="Text 12"/>
          <p:cNvSpPr txBox="1"/>
          <p:nvPr/>
        </p:nvSpPr>
        <p:spPr>
          <a:xfrm>
            <a:off x="4937760" y="2761488"/>
            <a:ext cx="6702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seul impératif. Les trois autres verbes en décrivent le chemin.</a:t>
            </a:r>
            <a:endParaRPr lang="fr-CA" sz="1400" dirty="0"/>
          </a:p>
        </p:txBody>
      </p:sp>
      <p:sp>
        <p:nvSpPr>
          <p:cNvPr id="16" name="Shape 13"/>
          <p:cNvSpPr/>
          <p:nvPr/>
        </p:nvSpPr>
        <p:spPr>
          <a:xfrm>
            <a:off x="4937760" y="3200400"/>
            <a:ext cx="2112264" cy="1600200"/>
          </a:xfrm>
          <a:prstGeom prst="roundRect">
            <a:avLst>
              <a:gd name="adj" fmla="val 685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7" name="Shape 14"/>
          <p:cNvSpPr/>
          <p:nvPr/>
        </p:nvSpPr>
        <p:spPr>
          <a:xfrm>
            <a:off x="5102352" y="3346704"/>
            <a:ext cx="502920" cy="50292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8" name="Image 1" descr="Icône : personne en march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2936" y="3447288"/>
            <a:ext cx="301752" cy="301752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5715000" y="3346704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</a:t>
            </a:r>
            <a:endParaRPr lang="fr-CA" sz="1900" dirty="0"/>
          </a:p>
        </p:txBody>
      </p:sp>
      <p:sp>
        <p:nvSpPr>
          <p:cNvPr id="20" name="Text 16"/>
          <p:cNvSpPr txBox="1"/>
          <p:nvPr/>
        </p:nvSpPr>
        <p:spPr>
          <a:xfrm>
            <a:off x="5102352" y="395020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 toutes les nations</a:t>
            </a:r>
            <a:endParaRPr lang="fr-CA" sz="1500" dirty="0"/>
          </a:p>
        </p:txBody>
      </p:sp>
      <p:sp>
        <p:nvSpPr>
          <p:cNvPr id="21" name="Shape 17"/>
          <p:cNvSpPr/>
          <p:nvPr/>
        </p:nvSpPr>
        <p:spPr>
          <a:xfrm>
            <a:off x="7232904" y="3200400"/>
            <a:ext cx="2112264" cy="1600200"/>
          </a:xfrm>
          <a:prstGeom prst="roundRect">
            <a:avLst>
              <a:gd name="adj" fmla="val 685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2" name="Shape 18"/>
          <p:cNvSpPr/>
          <p:nvPr/>
        </p:nvSpPr>
        <p:spPr>
          <a:xfrm>
            <a:off x="7397496" y="3346704"/>
            <a:ext cx="502920" cy="50292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3" name="Image 2" descr="Icône : goutte d'eau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0" y="3447288"/>
            <a:ext cx="301752" cy="301752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8010144" y="3346704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Baptiser</a:t>
            </a:r>
            <a:endParaRPr lang="fr-CA" sz="1900" dirty="0"/>
          </a:p>
        </p:txBody>
      </p:sp>
      <p:sp>
        <p:nvSpPr>
          <p:cNvPr id="25" name="Text 20"/>
          <p:cNvSpPr txBox="1"/>
          <p:nvPr/>
        </p:nvSpPr>
        <p:spPr>
          <a:xfrm>
            <a:off x="7397496" y="395020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nom, un seul nom, du Père, du Fils et du Saint-Esprit</a:t>
            </a:r>
            <a:endParaRPr lang="fr-CA" sz="1500" dirty="0"/>
          </a:p>
        </p:txBody>
      </p:sp>
      <p:sp>
        <p:nvSpPr>
          <p:cNvPr id="26" name="Shape 21"/>
          <p:cNvSpPr/>
          <p:nvPr/>
        </p:nvSpPr>
        <p:spPr>
          <a:xfrm>
            <a:off x="9528048" y="3200400"/>
            <a:ext cx="2112264" cy="1600200"/>
          </a:xfrm>
          <a:prstGeom prst="roundRect">
            <a:avLst>
              <a:gd name="adj" fmla="val 685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7" name="Shape 22"/>
          <p:cNvSpPr/>
          <p:nvPr/>
        </p:nvSpPr>
        <p:spPr>
          <a:xfrm>
            <a:off x="9692640" y="3346704"/>
            <a:ext cx="502920" cy="50292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8" name="Image 3" descr="Icône : enseignemen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93224" y="3447288"/>
            <a:ext cx="301752" cy="301752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10305288" y="3346704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Enseigner</a:t>
            </a:r>
            <a:endParaRPr lang="fr-CA" sz="1900" dirty="0"/>
          </a:p>
        </p:txBody>
      </p:sp>
      <p:sp>
        <p:nvSpPr>
          <p:cNvPr id="30" name="Text 24"/>
          <p:cNvSpPr txBox="1"/>
          <p:nvPr/>
        </p:nvSpPr>
        <p:spPr>
          <a:xfrm>
            <a:off x="9692640" y="395020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observer tout ce que Christ a prescrit</a:t>
            </a:r>
            <a:endParaRPr lang="fr-CA" sz="1500" dirty="0"/>
          </a:p>
        </p:txBody>
      </p:sp>
      <p:sp>
        <p:nvSpPr>
          <p:cNvPr id="31" name="Shape 25"/>
          <p:cNvSpPr/>
          <p:nvPr/>
        </p:nvSpPr>
        <p:spPr>
          <a:xfrm>
            <a:off x="4937760" y="4956048"/>
            <a:ext cx="6702552" cy="658368"/>
          </a:xfrm>
          <a:prstGeom prst="roundRect">
            <a:avLst>
              <a:gd name="adj" fmla="val 1666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32" name="Shape 26"/>
          <p:cNvSpPr/>
          <p:nvPr/>
        </p:nvSpPr>
        <p:spPr>
          <a:xfrm>
            <a:off x="5074920" y="5029200"/>
            <a:ext cx="512064" cy="51206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33" name="Image 4" descr="Icône : main tenant un cœu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77333" y="5131613"/>
            <a:ext cx="307238" cy="307238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5760720" y="4956048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700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Je suis avec vous tous les jours, jusqu'à la fin du monde. »</a:t>
            </a:r>
            <a:endParaRPr lang="fr-CA" sz="1700" dirty="0"/>
          </a:p>
        </p:txBody>
      </p:sp>
      <p:sp>
        <p:nvSpPr>
          <p:cNvPr id="35" name="Text 28"/>
          <p:cNvSpPr txBox="1"/>
          <p:nvPr/>
        </p:nvSpPr>
        <p:spPr>
          <a:xfrm>
            <a:off x="4937760" y="5806440"/>
            <a:ext cx="6702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21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Qui, cette semaine, entendra de vous l'Évangile?</a:t>
            </a:r>
            <a:endParaRPr lang="fr-CA" sz="2100" dirty="0"/>
          </a:p>
        </p:txBody>
      </p:sp>
      <p:grpSp>
        <p:nvGrpSpPr>
          <p:cNvPr id="970" name="Barre de progression">
            <a:extLst>
              <a:ext uri="{FF2B5EF4-FFF2-40B4-BE49-F238E27FC236}">
                <a16:creationId xmlns:a16="http://schemas.microsoft.com/office/drawing/2014/main" id="{7B909481-D615-B3A6-E18C-43D0A0A1D0DF}"/>
              </a:ext>
            </a:extLst>
          </p:cNvPr>
          <p:cNvGrpSpPr/>
          <p:nvPr/>
        </p:nvGrpSpPr>
        <p:grpSpPr>
          <a:xfrm>
            <a:off x="546100" y="6527800"/>
            <a:ext cx="11099799" cy="63500"/>
            <a:chOff x="546100" y="6527800"/>
            <a:chExt cx="11099799" cy="63500"/>
          </a:xfrm>
        </p:grpSpPr>
        <p:sp>
          <p:nvSpPr>
            <p:cNvPr id="61" name="Progression 1">
              <a:extLst>
                <a:ext uri="{FF2B5EF4-FFF2-40B4-BE49-F238E27FC236}">
                  <a16:creationId xmlns:a16="http://schemas.microsoft.com/office/drawing/2014/main" id="{7C4A9E14-6E7B-4BAE-81B7-DD43A1EDB2A8}"/>
                </a:ext>
              </a:extLst>
            </p:cNvPr>
            <p:cNvSpPr/>
            <p:nvPr/>
          </p:nvSpPr>
          <p:spPr>
            <a:xfrm>
              <a:off x="546100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2" name="Progression 2">
              <a:extLst>
                <a:ext uri="{FF2B5EF4-FFF2-40B4-BE49-F238E27FC236}">
                  <a16:creationId xmlns:a16="http://schemas.microsoft.com/office/drawing/2014/main" id="{BC084EEA-B326-41A4-B5F6-1C16C65F9526}"/>
                </a:ext>
              </a:extLst>
            </p:cNvPr>
            <p:cNvSpPr/>
            <p:nvPr/>
          </p:nvSpPr>
          <p:spPr>
            <a:xfrm>
              <a:off x="1405792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3" name="Progression 3">
              <a:extLst>
                <a:ext uri="{FF2B5EF4-FFF2-40B4-BE49-F238E27FC236}">
                  <a16:creationId xmlns:a16="http://schemas.microsoft.com/office/drawing/2014/main" id="{699E52D2-499A-4532-9E94-2221237B5B92}"/>
                </a:ext>
              </a:extLst>
            </p:cNvPr>
            <p:cNvSpPr/>
            <p:nvPr/>
          </p:nvSpPr>
          <p:spPr>
            <a:xfrm>
              <a:off x="2265484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0" name="Progression 4">
              <a:extLst>
                <a:ext uri="{FF2B5EF4-FFF2-40B4-BE49-F238E27FC236}">
                  <a16:creationId xmlns:a16="http://schemas.microsoft.com/office/drawing/2014/main" id="{C3D7FF61-C991-4C4D-B7F2-333BE7421639}"/>
                </a:ext>
              </a:extLst>
            </p:cNvPr>
            <p:cNvSpPr/>
            <p:nvPr/>
          </p:nvSpPr>
          <p:spPr>
            <a:xfrm>
              <a:off x="3125176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1" name="Progression 5">
              <a:extLst>
                <a:ext uri="{FF2B5EF4-FFF2-40B4-BE49-F238E27FC236}">
                  <a16:creationId xmlns:a16="http://schemas.microsoft.com/office/drawing/2014/main" id="{086AB448-4AAD-43B9-BDEF-A83F8E2F9B18}"/>
                </a:ext>
              </a:extLst>
            </p:cNvPr>
            <p:cNvSpPr/>
            <p:nvPr/>
          </p:nvSpPr>
          <p:spPr>
            <a:xfrm>
              <a:off x="3984869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2" name="Progression 6">
              <a:extLst>
                <a:ext uri="{FF2B5EF4-FFF2-40B4-BE49-F238E27FC236}">
                  <a16:creationId xmlns:a16="http://schemas.microsoft.com/office/drawing/2014/main" id="{3374160A-CA01-40B6-8B3F-1C5C82FD7E4D}"/>
                </a:ext>
              </a:extLst>
            </p:cNvPr>
            <p:cNvSpPr/>
            <p:nvPr/>
          </p:nvSpPr>
          <p:spPr>
            <a:xfrm>
              <a:off x="4844561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3" name="Progression 7">
              <a:extLst>
                <a:ext uri="{FF2B5EF4-FFF2-40B4-BE49-F238E27FC236}">
                  <a16:creationId xmlns:a16="http://schemas.microsoft.com/office/drawing/2014/main" id="{CF49B8F9-274E-4F57-ABBC-1177F5F91BED}"/>
                </a:ext>
              </a:extLst>
            </p:cNvPr>
            <p:cNvSpPr/>
            <p:nvPr/>
          </p:nvSpPr>
          <p:spPr>
            <a:xfrm>
              <a:off x="5704253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4" name="Progression 8">
              <a:extLst>
                <a:ext uri="{FF2B5EF4-FFF2-40B4-BE49-F238E27FC236}">
                  <a16:creationId xmlns:a16="http://schemas.microsoft.com/office/drawing/2014/main" id="{1D4E5827-BE5A-4D1B-9704-E335474DE535}"/>
                </a:ext>
              </a:extLst>
            </p:cNvPr>
            <p:cNvSpPr/>
            <p:nvPr/>
          </p:nvSpPr>
          <p:spPr>
            <a:xfrm>
              <a:off x="6563946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5" name="Progression 9">
              <a:extLst>
                <a:ext uri="{FF2B5EF4-FFF2-40B4-BE49-F238E27FC236}">
                  <a16:creationId xmlns:a16="http://schemas.microsoft.com/office/drawing/2014/main" id="{D729ECD3-B121-46A4-8AE0-43DF38F2B556}"/>
                </a:ext>
              </a:extLst>
            </p:cNvPr>
            <p:cNvSpPr/>
            <p:nvPr/>
          </p:nvSpPr>
          <p:spPr>
            <a:xfrm>
              <a:off x="7423638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6" name="Progression 10">
              <a:extLst>
                <a:ext uri="{FF2B5EF4-FFF2-40B4-BE49-F238E27FC236}">
                  <a16:creationId xmlns:a16="http://schemas.microsoft.com/office/drawing/2014/main" id="{8E2FCDB5-1C76-4542-A537-DF7A57FD5A8E}"/>
                </a:ext>
              </a:extLst>
            </p:cNvPr>
            <p:cNvSpPr/>
            <p:nvPr/>
          </p:nvSpPr>
          <p:spPr>
            <a:xfrm>
              <a:off x="8283330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7" name="Progression 11">
              <a:extLst>
                <a:ext uri="{FF2B5EF4-FFF2-40B4-BE49-F238E27FC236}">
                  <a16:creationId xmlns:a16="http://schemas.microsoft.com/office/drawing/2014/main" id="{7DFB1F69-155D-49CA-9E2D-81854C2008FC}"/>
                </a:ext>
              </a:extLst>
            </p:cNvPr>
            <p:cNvSpPr/>
            <p:nvPr/>
          </p:nvSpPr>
          <p:spPr>
            <a:xfrm>
              <a:off x="9143023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8" name="Progression 12">
              <a:extLst>
                <a:ext uri="{FF2B5EF4-FFF2-40B4-BE49-F238E27FC236}">
                  <a16:creationId xmlns:a16="http://schemas.microsoft.com/office/drawing/2014/main" id="{7AB91A1D-2A72-4D84-B7BA-38FC3B35DD85}"/>
                </a:ext>
              </a:extLst>
            </p:cNvPr>
            <p:cNvSpPr/>
            <p:nvPr/>
          </p:nvSpPr>
          <p:spPr>
            <a:xfrm>
              <a:off x="10002715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9" name="Progression 13">
              <a:extLst>
                <a:ext uri="{FF2B5EF4-FFF2-40B4-BE49-F238E27FC236}">
                  <a16:creationId xmlns:a16="http://schemas.microsoft.com/office/drawing/2014/main" id="{071F0B47-64B7-479E-95D2-D5C056692F97}"/>
                </a:ext>
              </a:extLst>
            </p:cNvPr>
            <p:cNvSpPr/>
            <p:nvPr/>
          </p:nvSpPr>
          <p:spPr>
            <a:xfrm>
              <a:off x="10862407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Corinthiens 3.18 – Christ la Parole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altLang="en-US" sz="30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Créés à son image, restaurés en Christ,</a:t>
            </a:r>
            <a:endParaRPr lang="fr-CA" sz="3000" dirty="0"/>
          </a:p>
          <a:p>
            <a:pPr marL="0" indent="0" algn="l">
              <a:buNone/>
            </a:pPr>
            <a:r>
              <a:rPr lang="fr-CA" altLang="en-US" sz="30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transformés par l'Esprit, envoyés en son nom</a:t>
            </a:r>
            <a:endParaRPr lang="fr-CA" sz="3000" dirty="0"/>
          </a:p>
        </p:txBody>
      </p:sp>
      <p:sp>
        <p:nvSpPr>
          <p:cNvPr id="4" name="Shape 2"/>
          <p:cNvSpPr/>
          <p:nvPr/>
        </p:nvSpPr>
        <p:spPr>
          <a:xfrm>
            <a:off x="1143000" y="2240280"/>
            <a:ext cx="1645920" cy="1188720"/>
          </a:xfrm>
          <a:prstGeom prst="line">
            <a:avLst/>
          </a:prstGeom>
          <a:noFill/>
          <a:ln w="38100">
            <a:solidFill>
              <a:srgbClr val="6E5A4C"/>
            </a:solidFill>
            <a:prstDash val="dash"/>
          </a:ln>
        </p:spPr>
        <p:txBody>
          <a:bodyPr/>
          <a:lstStyle/>
          <a:p>
            <a:endParaRPr lang="fr-CA"/>
          </a:p>
        </p:txBody>
      </p:sp>
      <p:sp>
        <p:nvSpPr>
          <p:cNvPr id="5" name="Shape 3"/>
          <p:cNvSpPr/>
          <p:nvPr/>
        </p:nvSpPr>
        <p:spPr>
          <a:xfrm flipV="1">
            <a:off x="2788920" y="3108960"/>
            <a:ext cx="1645920" cy="32004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6" name="Shape 4"/>
          <p:cNvSpPr/>
          <p:nvPr/>
        </p:nvSpPr>
        <p:spPr>
          <a:xfrm flipV="1">
            <a:off x="4434840" y="2834640"/>
            <a:ext cx="1645920" cy="27432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7" name="Shape 5"/>
          <p:cNvSpPr/>
          <p:nvPr/>
        </p:nvSpPr>
        <p:spPr>
          <a:xfrm flipV="1">
            <a:off x="6080760" y="2560320"/>
            <a:ext cx="1645920" cy="27432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8" name="Shape 6"/>
          <p:cNvSpPr/>
          <p:nvPr/>
        </p:nvSpPr>
        <p:spPr>
          <a:xfrm flipV="1">
            <a:off x="7726680" y="2286000"/>
            <a:ext cx="1645920" cy="27432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9" name="Shape 7"/>
          <p:cNvSpPr/>
          <p:nvPr/>
        </p:nvSpPr>
        <p:spPr>
          <a:xfrm flipV="1">
            <a:off x="9372600" y="2011680"/>
            <a:ext cx="1645920" cy="27432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0" name="Shape 8"/>
          <p:cNvSpPr/>
          <p:nvPr/>
        </p:nvSpPr>
        <p:spPr>
          <a:xfrm>
            <a:off x="960120" y="205740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1" name="Text 9"/>
          <p:cNvSpPr txBox="1"/>
          <p:nvPr/>
        </p:nvSpPr>
        <p:spPr>
          <a:xfrm>
            <a:off x="365760" y="251460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Créés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 1.26-27</a:t>
            </a:r>
            <a:endParaRPr lang="fr-CA" sz="1600" dirty="0"/>
          </a:p>
        </p:txBody>
      </p:sp>
      <p:sp>
        <p:nvSpPr>
          <p:cNvPr id="12" name="Shape 10"/>
          <p:cNvSpPr/>
          <p:nvPr/>
        </p:nvSpPr>
        <p:spPr>
          <a:xfrm>
            <a:off x="2606040" y="3246120"/>
            <a:ext cx="365760" cy="365760"/>
          </a:xfrm>
          <a:prstGeom prst="ellipse">
            <a:avLst/>
          </a:prstGeom>
          <a:solidFill>
            <a:srgbClr val="6E5A4C"/>
          </a:solidFill>
          <a:ln w="38100">
            <a:solidFill>
              <a:srgbClr val="6E5A4C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3" name="Text 11"/>
          <p:cNvSpPr txBox="1"/>
          <p:nvPr/>
        </p:nvSpPr>
        <p:spPr>
          <a:xfrm>
            <a:off x="2011680" y="370332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Ternis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 5.3</a:t>
            </a:r>
            <a:endParaRPr lang="fr-CA" sz="1600" dirty="0"/>
          </a:p>
        </p:txBody>
      </p:sp>
      <p:sp>
        <p:nvSpPr>
          <p:cNvPr id="14" name="Shape 12"/>
          <p:cNvSpPr/>
          <p:nvPr/>
        </p:nvSpPr>
        <p:spPr>
          <a:xfrm>
            <a:off x="4251960" y="292608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5" name="Text 13"/>
          <p:cNvSpPr txBox="1"/>
          <p:nvPr/>
        </p:nvSpPr>
        <p:spPr>
          <a:xfrm>
            <a:off x="3657600" y="33832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Restaurés en Christ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 1.15</a:t>
            </a:r>
            <a:endParaRPr lang="fr-CA" sz="1600" dirty="0"/>
          </a:p>
        </p:txBody>
      </p:sp>
      <p:sp>
        <p:nvSpPr>
          <p:cNvPr id="16" name="Shape 14"/>
          <p:cNvSpPr/>
          <p:nvPr/>
        </p:nvSpPr>
        <p:spPr>
          <a:xfrm>
            <a:off x="5897880" y="265176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7" name="Text 15"/>
          <p:cNvSpPr txBox="1"/>
          <p:nvPr/>
        </p:nvSpPr>
        <p:spPr>
          <a:xfrm>
            <a:off x="5303520" y="31089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 8.29</a:t>
            </a:r>
            <a:endParaRPr lang="fr-CA" sz="1600" dirty="0"/>
          </a:p>
        </p:txBody>
      </p:sp>
      <p:sp>
        <p:nvSpPr>
          <p:cNvPr id="18" name="Shape 16"/>
          <p:cNvSpPr/>
          <p:nvPr/>
        </p:nvSpPr>
        <p:spPr>
          <a:xfrm>
            <a:off x="7543800" y="237744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9" name="Text 17"/>
          <p:cNvSpPr txBox="1"/>
          <p:nvPr/>
        </p:nvSpPr>
        <p:spPr>
          <a:xfrm>
            <a:off x="6949440" y="283464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Transformés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 Co 3.18</a:t>
            </a:r>
            <a:endParaRPr lang="fr-CA" sz="1600" dirty="0"/>
          </a:p>
        </p:txBody>
      </p:sp>
      <p:sp>
        <p:nvSpPr>
          <p:cNvPr id="20" name="Shape 18"/>
          <p:cNvSpPr/>
          <p:nvPr/>
        </p:nvSpPr>
        <p:spPr>
          <a:xfrm>
            <a:off x="9189720" y="210312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1" name="Text 19"/>
          <p:cNvSpPr txBox="1"/>
          <p:nvPr/>
        </p:nvSpPr>
        <p:spPr>
          <a:xfrm>
            <a:off x="8595360" y="256032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Renouvelés au cœur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Jr 31.33</a:t>
            </a:r>
            <a:endParaRPr lang="fr-CA" sz="1600" dirty="0"/>
          </a:p>
        </p:txBody>
      </p:sp>
      <p:sp>
        <p:nvSpPr>
          <p:cNvPr id="22" name="Shape 20"/>
          <p:cNvSpPr/>
          <p:nvPr/>
        </p:nvSpPr>
        <p:spPr>
          <a:xfrm>
            <a:off x="10835640" y="1828800"/>
            <a:ext cx="365760" cy="365760"/>
          </a:xfrm>
          <a:prstGeom prst="ellipse">
            <a:avLst/>
          </a:prstGeom>
          <a:solidFill>
            <a:srgbClr val="E8742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3" name="Text 21"/>
          <p:cNvSpPr txBox="1"/>
          <p:nvPr/>
        </p:nvSpPr>
        <p:spPr>
          <a:xfrm>
            <a:off x="10241280" y="228600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Aimés et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Envoyés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 22.37-40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 28.19</a:t>
            </a:r>
            <a:endParaRPr lang="fr-CA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4627778"/>
            <a:ext cx="5422392" cy="1625803"/>
          </a:xfrm>
          <a:prstGeom prst="roundRect">
            <a:avLst>
              <a:gd name="adj" fmla="val 6749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5" name="Text 23"/>
          <p:cNvSpPr txBox="1"/>
          <p:nvPr/>
        </p:nvSpPr>
        <p:spPr>
          <a:xfrm>
            <a:off x="777240" y="4764938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l'incroyant</a:t>
            </a:r>
            <a:endParaRPr lang="fr-CA" sz="1600" dirty="0"/>
          </a:p>
          <a:p>
            <a:pPr marL="0" indent="0">
              <a:buNone/>
            </a:pPr>
            <a:r>
              <a:rPr lang="fr-CA" altLang="en-US" sz="16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portez l'image de Dieu, et vous ne l'avez jamais aimé de tout votre cœur. Christ seul pardonne et restaure : repentez-vous, croyez en lui, soumettez-vous à lui comme Seigneur.</a:t>
            </a:r>
            <a:endParaRPr lang="fr-CA" sz="1600" dirty="0"/>
          </a:p>
        </p:txBody>
      </p:sp>
      <p:sp>
        <p:nvSpPr>
          <p:cNvPr id="26" name="Shape 24"/>
          <p:cNvSpPr/>
          <p:nvPr/>
        </p:nvSpPr>
        <p:spPr>
          <a:xfrm>
            <a:off x="6217920" y="4627778"/>
            <a:ext cx="5422392" cy="1625803"/>
          </a:xfrm>
          <a:prstGeom prst="roundRect">
            <a:avLst>
              <a:gd name="adj" fmla="val 6749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7" name="Text 25"/>
          <p:cNvSpPr txBox="1"/>
          <p:nvPr/>
        </p:nvSpPr>
        <p:spPr>
          <a:xfrm>
            <a:off x="6446520" y="4764938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croyant</a:t>
            </a:r>
            <a:endParaRPr lang="fr-CA" sz="1600" dirty="0"/>
          </a:p>
          <a:p>
            <a:pPr marL="0" indent="0">
              <a:buNone/>
            </a:pPr>
            <a:r>
              <a:rPr lang="fr-CA" altLang="en-US" sz="16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achèvera ce qu'il a décidé avant la fondation du monde : nous serons semblables à lui (1 Jn 3.2). Contemplez Christ dans sa Parole; ainsi l'Esprit vous transforme. Et allez : faites des disciples.</a:t>
            </a:r>
            <a:endParaRPr lang="fr-CA" sz="1600" dirty="0"/>
          </a:p>
        </p:txBody>
      </p:sp>
      <p:grpSp>
        <p:nvGrpSpPr>
          <p:cNvPr id="962" name="Barre de progression">
            <a:extLst>
              <a:ext uri="{FF2B5EF4-FFF2-40B4-BE49-F238E27FC236}">
                <a16:creationId xmlns:a16="http://schemas.microsoft.com/office/drawing/2014/main" id="{9575FC4F-F5E5-5B82-4598-DB3755808361}"/>
              </a:ext>
            </a:extLst>
          </p:cNvPr>
          <p:cNvGrpSpPr/>
          <p:nvPr/>
        </p:nvGrpSpPr>
        <p:grpSpPr>
          <a:xfrm>
            <a:off x="546100" y="6527800"/>
            <a:ext cx="11099799" cy="63500"/>
            <a:chOff x="546100" y="6527800"/>
            <a:chExt cx="11099799" cy="63500"/>
          </a:xfrm>
        </p:grpSpPr>
        <p:sp>
          <p:nvSpPr>
            <p:cNvPr id="53" name="Progression 1">
              <a:extLst>
                <a:ext uri="{FF2B5EF4-FFF2-40B4-BE49-F238E27FC236}">
                  <a16:creationId xmlns:a16="http://schemas.microsoft.com/office/drawing/2014/main" id="{259D21C2-E439-4FE5-BEB1-08B7BBCB238F}"/>
                </a:ext>
              </a:extLst>
            </p:cNvPr>
            <p:cNvSpPr/>
            <p:nvPr/>
          </p:nvSpPr>
          <p:spPr>
            <a:xfrm>
              <a:off x="546100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4" name="Progression 2">
              <a:extLst>
                <a:ext uri="{FF2B5EF4-FFF2-40B4-BE49-F238E27FC236}">
                  <a16:creationId xmlns:a16="http://schemas.microsoft.com/office/drawing/2014/main" id="{B2FD6ABC-BBE7-4279-96C3-1B76BADB781D}"/>
                </a:ext>
              </a:extLst>
            </p:cNvPr>
            <p:cNvSpPr/>
            <p:nvPr/>
          </p:nvSpPr>
          <p:spPr>
            <a:xfrm>
              <a:off x="1405792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5" name="Progression 3">
              <a:extLst>
                <a:ext uri="{FF2B5EF4-FFF2-40B4-BE49-F238E27FC236}">
                  <a16:creationId xmlns:a16="http://schemas.microsoft.com/office/drawing/2014/main" id="{D1B5764B-EC54-4C8A-B1DF-6DBCE925B057}"/>
                </a:ext>
              </a:extLst>
            </p:cNvPr>
            <p:cNvSpPr/>
            <p:nvPr/>
          </p:nvSpPr>
          <p:spPr>
            <a:xfrm>
              <a:off x="2265484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6" name="Progression 4">
              <a:extLst>
                <a:ext uri="{FF2B5EF4-FFF2-40B4-BE49-F238E27FC236}">
                  <a16:creationId xmlns:a16="http://schemas.microsoft.com/office/drawing/2014/main" id="{91F32C3C-CD39-4C92-BE94-477B8AFF089A}"/>
                </a:ext>
              </a:extLst>
            </p:cNvPr>
            <p:cNvSpPr/>
            <p:nvPr/>
          </p:nvSpPr>
          <p:spPr>
            <a:xfrm>
              <a:off x="3125176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7" name="Progression 5">
              <a:extLst>
                <a:ext uri="{FF2B5EF4-FFF2-40B4-BE49-F238E27FC236}">
                  <a16:creationId xmlns:a16="http://schemas.microsoft.com/office/drawing/2014/main" id="{B9C67AB8-47A2-44DA-A214-A484E63EEA6D}"/>
                </a:ext>
              </a:extLst>
            </p:cNvPr>
            <p:cNvSpPr/>
            <p:nvPr/>
          </p:nvSpPr>
          <p:spPr>
            <a:xfrm>
              <a:off x="3984869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8" name="Progression 6">
              <a:extLst>
                <a:ext uri="{FF2B5EF4-FFF2-40B4-BE49-F238E27FC236}">
                  <a16:creationId xmlns:a16="http://schemas.microsoft.com/office/drawing/2014/main" id="{5D882858-1C6A-414F-99E6-8C98837E21D0}"/>
                </a:ext>
              </a:extLst>
            </p:cNvPr>
            <p:cNvSpPr/>
            <p:nvPr/>
          </p:nvSpPr>
          <p:spPr>
            <a:xfrm>
              <a:off x="4844561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9" name="Progression 7">
              <a:extLst>
                <a:ext uri="{FF2B5EF4-FFF2-40B4-BE49-F238E27FC236}">
                  <a16:creationId xmlns:a16="http://schemas.microsoft.com/office/drawing/2014/main" id="{E41F42CA-90D8-4394-8DB0-0DDB486935C0}"/>
                </a:ext>
              </a:extLst>
            </p:cNvPr>
            <p:cNvSpPr/>
            <p:nvPr/>
          </p:nvSpPr>
          <p:spPr>
            <a:xfrm>
              <a:off x="5704253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0" name="Progression 8">
              <a:extLst>
                <a:ext uri="{FF2B5EF4-FFF2-40B4-BE49-F238E27FC236}">
                  <a16:creationId xmlns:a16="http://schemas.microsoft.com/office/drawing/2014/main" id="{0EFA9254-6457-4080-B1B5-B6D63FF15419}"/>
                </a:ext>
              </a:extLst>
            </p:cNvPr>
            <p:cNvSpPr/>
            <p:nvPr/>
          </p:nvSpPr>
          <p:spPr>
            <a:xfrm>
              <a:off x="6563946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1" name="Progression 9">
              <a:extLst>
                <a:ext uri="{FF2B5EF4-FFF2-40B4-BE49-F238E27FC236}">
                  <a16:creationId xmlns:a16="http://schemas.microsoft.com/office/drawing/2014/main" id="{D5AF02FC-90C1-4270-9C47-D0451DE03272}"/>
                </a:ext>
              </a:extLst>
            </p:cNvPr>
            <p:cNvSpPr/>
            <p:nvPr/>
          </p:nvSpPr>
          <p:spPr>
            <a:xfrm>
              <a:off x="7423638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2" name="Progression 10">
              <a:extLst>
                <a:ext uri="{FF2B5EF4-FFF2-40B4-BE49-F238E27FC236}">
                  <a16:creationId xmlns:a16="http://schemas.microsoft.com/office/drawing/2014/main" id="{B2575E13-818C-435A-9CE4-68D471BC7495}"/>
                </a:ext>
              </a:extLst>
            </p:cNvPr>
            <p:cNvSpPr/>
            <p:nvPr/>
          </p:nvSpPr>
          <p:spPr>
            <a:xfrm>
              <a:off x="8283330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3" name="Progression 11">
              <a:extLst>
                <a:ext uri="{FF2B5EF4-FFF2-40B4-BE49-F238E27FC236}">
                  <a16:creationId xmlns:a16="http://schemas.microsoft.com/office/drawing/2014/main" id="{3DCA44FF-6549-4E2B-A430-259876AA5DDB}"/>
                </a:ext>
              </a:extLst>
            </p:cNvPr>
            <p:cNvSpPr/>
            <p:nvPr/>
          </p:nvSpPr>
          <p:spPr>
            <a:xfrm>
              <a:off x="9143023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0" name="Progression 12">
              <a:extLst>
                <a:ext uri="{FF2B5EF4-FFF2-40B4-BE49-F238E27FC236}">
                  <a16:creationId xmlns:a16="http://schemas.microsoft.com/office/drawing/2014/main" id="{64F95D2C-11EF-41D0-B883-77FAB05FFC4F}"/>
                </a:ext>
              </a:extLst>
            </p:cNvPr>
            <p:cNvSpPr/>
            <p:nvPr/>
          </p:nvSpPr>
          <p:spPr>
            <a:xfrm>
              <a:off x="10002715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1" name="Progression 13">
              <a:extLst>
                <a:ext uri="{FF2B5EF4-FFF2-40B4-BE49-F238E27FC236}">
                  <a16:creationId xmlns:a16="http://schemas.microsoft.com/office/drawing/2014/main" id="{823FC7E8-CF76-41E8-978F-82E4C69509A3}"/>
                </a:ext>
              </a:extLst>
            </p:cNvPr>
            <p:cNvSpPr/>
            <p:nvPr/>
          </p:nvSpPr>
          <p:spPr>
            <a:xfrm>
              <a:off x="10862407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21C90-E8DA-7430-6DE2-BB92C0A9D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D8E4BEF1-7A4E-DB88-8210-8114680655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grpSp>
        <p:nvGrpSpPr>
          <p:cNvPr id="36" name="Barre de progression">
            <a:extLst>
              <a:ext uri="{FF2B5EF4-FFF2-40B4-BE49-F238E27FC236}">
                <a16:creationId xmlns:a16="http://schemas.microsoft.com/office/drawing/2014/main" id="{2B911351-189D-A7A2-8AA8-FB95B4755D07}"/>
              </a:ext>
            </a:extLst>
          </p:cNvPr>
          <p:cNvGrpSpPr/>
          <p:nvPr/>
        </p:nvGrpSpPr>
        <p:grpSpPr>
          <a:xfrm>
            <a:off x="546100" y="6527800"/>
            <a:ext cx="11099799" cy="63500"/>
            <a:chOff x="546100" y="6527800"/>
            <a:chExt cx="11099799" cy="63500"/>
          </a:xfrm>
        </p:grpSpPr>
        <p:sp>
          <p:nvSpPr>
            <p:cNvPr id="10" name="Progression 1">
              <a:extLst>
                <a:ext uri="{FF2B5EF4-FFF2-40B4-BE49-F238E27FC236}">
                  <a16:creationId xmlns:a16="http://schemas.microsoft.com/office/drawing/2014/main" id="{38D194F6-6304-4A89-A723-6B74B6747344}"/>
                </a:ext>
              </a:extLst>
            </p:cNvPr>
            <p:cNvSpPr/>
            <p:nvPr/>
          </p:nvSpPr>
          <p:spPr>
            <a:xfrm>
              <a:off x="546100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1" name="Progression 2">
              <a:extLst>
                <a:ext uri="{FF2B5EF4-FFF2-40B4-BE49-F238E27FC236}">
                  <a16:creationId xmlns:a16="http://schemas.microsoft.com/office/drawing/2014/main" id="{8D061991-3F87-4947-BC08-726C84AC9E81}"/>
                </a:ext>
              </a:extLst>
            </p:cNvPr>
            <p:cNvSpPr/>
            <p:nvPr/>
          </p:nvSpPr>
          <p:spPr>
            <a:xfrm>
              <a:off x="1405792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2" name="Progression 3">
              <a:extLst>
                <a:ext uri="{FF2B5EF4-FFF2-40B4-BE49-F238E27FC236}">
                  <a16:creationId xmlns:a16="http://schemas.microsoft.com/office/drawing/2014/main" id="{1DEE0619-84B1-4DE8-B386-B00A25421EAC}"/>
                </a:ext>
              </a:extLst>
            </p:cNvPr>
            <p:cNvSpPr/>
            <p:nvPr/>
          </p:nvSpPr>
          <p:spPr>
            <a:xfrm>
              <a:off x="2265484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3" name="Progression 4">
              <a:extLst>
                <a:ext uri="{FF2B5EF4-FFF2-40B4-BE49-F238E27FC236}">
                  <a16:creationId xmlns:a16="http://schemas.microsoft.com/office/drawing/2014/main" id="{B5530CA8-9113-4360-B995-D02C91C9DB2E}"/>
                </a:ext>
              </a:extLst>
            </p:cNvPr>
            <p:cNvSpPr/>
            <p:nvPr/>
          </p:nvSpPr>
          <p:spPr>
            <a:xfrm>
              <a:off x="3125176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4" name="Progression 5">
              <a:extLst>
                <a:ext uri="{FF2B5EF4-FFF2-40B4-BE49-F238E27FC236}">
                  <a16:creationId xmlns:a16="http://schemas.microsoft.com/office/drawing/2014/main" id="{FBDB58F7-0FA0-44C5-BAB8-D5776154B350}"/>
                </a:ext>
              </a:extLst>
            </p:cNvPr>
            <p:cNvSpPr/>
            <p:nvPr/>
          </p:nvSpPr>
          <p:spPr>
            <a:xfrm>
              <a:off x="3984869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5" name="Progression 6">
              <a:extLst>
                <a:ext uri="{FF2B5EF4-FFF2-40B4-BE49-F238E27FC236}">
                  <a16:creationId xmlns:a16="http://schemas.microsoft.com/office/drawing/2014/main" id="{CE224B99-1E51-47CE-9EF3-6CE410659282}"/>
                </a:ext>
              </a:extLst>
            </p:cNvPr>
            <p:cNvSpPr/>
            <p:nvPr/>
          </p:nvSpPr>
          <p:spPr>
            <a:xfrm>
              <a:off x="4844561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6" name="Progression 7">
              <a:extLst>
                <a:ext uri="{FF2B5EF4-FFF2-40B4-BE49-F238E27FC236}">
                  <a16:creationId xmlns:a16="http://schemas.microsoft.com/office/drawing/2014/main" id="{8C928F01-C832-4BD9-8019-0DE59223698D}"/>
                </a:ext>
              </a:extLst>
            </p:cNvPr>
            <p:cNvSpPr/>
            <p:nvPr/>
          </p:nvSpPr>
          <p:spPr>
            <a:xfrm>
              <a:off x="5704253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7" name="Progression 8">
              <a:extLst>
                <a:ext uri="{FF2B5EF4-FFF2-40B4-BE49-F238E27FC236}">
                  <a16:creationId xmlns:a16="http://schemas.microsoft.com/office/drawing/2014/main" id="{BC8C71CD-695A-4B24-B9EC-37D8CCA25D9C}"/>
                </a:ext>
              </a:extLst>
            </p:cNvPr>
            <p:cNvSpPr/>
            <p:nvPr/>
          </p:nvSpPr>
          <p:spPr>
            <a:xfrm>
              <a:off x="6563946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8" name="Progression 9">
              <a:extLst>
                <a:ext uri="{FF2B5EF4-FFF2-40B4-BE49-F238E27FC236}">
                  <a16:creationId xmlns:a16="http://schemas.microsoft.com/office/drawing/2014/main" id="{9FDA5619-1842-4929-B62E-D0D97DBA8E45}"/>
                </a:ext>
              </a:extLst>
            </p:cNvPr>
            <p:cNvSpPr/>
            <p:nvPr/>
          </p:nvSpPr>
          <p:spPr>
            <a:xfrm>
              <a:off x="7423638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9" name="Progression 10">
              <a:extLst>
                <a:ext uri="{FF2B5EF4-FFF2-40B4-BE49-F238E27FC236}">
                  <a16:creationId xmlns:a16="http://schemas.microsoft.com/office/drawing/2014/main" id="{CF49229F-4A53-406E-9098-2B365566080E}"/>
                </a:ext>
              </a:extLst>
            </p:cNvPr>
            <p:cNvSpPr/>
            <p:nvPr/>
          </p:nvSpPr>
          <p:spPr>
            <a:xfrm>
              <a:off x="8283330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2" name="Progression 11">
              <a:extLst>
                <a:ext uri="{FF2B5EF4-FFF2-40B4-BE49-F238E27FC236}">
                  <a16:creationId xmlns:a16="http://schemas.microsoft.com/office/drawing/2014/main" id="{F6426989-C570-402E-9513-6710DB6C0705}"/>
                </a:ext>
              </a:extLst>
            </p:cNvPr>
            <p:cNvSpPr/>
            <p:nvPr/>
          </p:nvSpPr>
          <p:spPr>
            <a:xfrm>
              <a:off x="9143023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4" name="Progression 12">
              <a:extLst>
                <a:ext uri="{FF2B5EF4-FFF2-40B4-BE49-F238E27FC236}">
                  <a16:creationId xmlns:a16="http://schemas.microsoft.com/office/drawing/2014/main" id="{DF4536BC-20F9-4881-A36B-B9918A06A465}"/>
                </a:ext>
              </a:extLst>
            </p:cNvPr>
            <p:cNvSpPr/>
            <p:nvPr/>
          </p:nvSpPr>
          <p:spPr>
            <a:xfrm>
              <a:off x="10002715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5" name="Progression 13">
              <a:extLst>
                <a:ext uri="{FF2B5EF4-FFF2-40B4-BE49-F238E27FC236}">
                  <a16:creationId xmlns:a16="http://schemas.microsoft.com/office/drawing/2014/main" id="{52647B9C-2FAC-4354-A5A8-7AC8C23B84CA}"/>
                </a:ext>
              </a:extLst>
            </p:cNvPr>
            <p:cNvSpPr/>
            <p:nvPr/>
          </p:nvSpPr>
          <p:spPr>
            <a:xfrm>
              <a:off x="10862407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  <p:grpSp>
        <p:nvGrpSpPr>
          <p:cNvPr id="899" name="Église" descr="Illustration d'une église chrétienne"/>
          <p:cNvGrpSpPr/>
          <p:nvPr/>
        </p:nvGrpSpPr>
        <p:grpSpPr>
          <a:xfrm>
            <a:off x="10083800" y="406400"/>
            <a:ext cx="1803400" cy="1790700"/>
            <a:chOff x="10083800" y="228600"/>
            <a:chExt cx="1803400" cy="1790700"/>
          </a:xfrm>
        </p:grpSpPr>
        <p:sp>
          <p:nvSpPr>
            <p:cNvPr id="901" name="Église - silhouette"/>
            <p:cNvSpPr/>
            <p:nvPr/>
          </p:nvSpPr>
          <p:spPr>
            <a:xfrm>
              <a:off x="10299700" y="482600"/>
              <a:ext cx="1333500" cy="1498600"/>
            </a:xfrm>
            <a:custGeom>
              <a:avLst/>
              <a:gdLst/>
              <a:ahLst/>
              <a:cxnLst/>
              <a:rect l="0" t="0" r="r" b="b"/>
              <a:pathLst>
                <a:path w="1333500" h="1498600">
                  <a:moveTo>
                    <a:pt x="38100" y="1498600"/>
                  </a:moveTo>
                  <a:lnTo>
                    <a:pt x="38100" y="381000"/>
                  </a:lnTo>
                  <a:lnTo>
                    <a:pt x="0" y="381000"/>
                  </a:lnTo>
                  <a:lnTo>
                    <a:pt x="203200" y="0"/>
                  </a:lnTo>
                  <a:lnTo>
                    <a:pt x="406400" y="381000"/>
                  </a:lnTo>
                  <a:lnTo>
                    <a:pt x="368300" y="381000"/>
                  </a:lnTo>
                  <a:lnTo>
                    <a:pt x="368300" y="838200"/>
                  </a:lnTo>
                  <a:lnTo>
                    <a:pt x="850900" y="431800"/>
                  </a:lnTo>
                  <a:lnTo>
                    <a:pt x="1333500" y="838200"/>
                  </a:lnTo>
                  <a:lnTo>
                    <a:pt x="1333500" y="1498600"/>
                  </a:lnTo>
                  <a:close/>
                </a:path>
              </a:pathLst>
            </a:custGeom>
            <a:gradFill rotWithShape="1">
              <a:gsLst>
                <a:gs pos="0">
                  <a:srgbClr val="F4A46C"/>
                </a:gs>
                <a:gs pos="100000">
                  <a:srgbClr val="A9492A"/>
                </a:gs>
              </a:gsLst>
              <a:lin ang="5400000" scaled="0"/>
            </a:gradFill>
            <a:ln>
              <a:noFill/>
            </a:ln>
            <a:effectLst>
              <a:glow rad="190500">
                <a:srgbClr val="E8804A">
                  <a:alpha val="35000"/>
                </a:srgbClr>
              </a:glow>
            </a:effectLst>
          </p:spPr>
          <p:txBody>
            <a:bodyPr/>
            <a:lstStyle/>
            <a:p>
              <a:endParaRPr lang="fr-CA"/>
            </a:p>
          </p:txBody>
        </p:sp>
        <p:sp>
          <p:nvSpPr>
            <p:cNvPr id="902" name="Église - croix"/>
            <p:cNvSpPr/>
            <p:nvPr/>
          </p:nvSpPr>
          <p:spPr>
            <a:xfrm>
              <a:off x="10401300" y="228600"/>
              <a:ext cx="203200" cy="279400"/>
            </a:xfrm>
            <a:custGeom>
              <a:avLst/>
              <a:gdLst/>
              <a:ahLst/>
              <a:cxnLst/>
              <a:rect l="0" t="0" r="r" b="b"/>
              <a:pathLst>
                <a:path w="203200" h="279400">
                  <a:moveTo>
                    <a:pt x="76200" y="0"/>
                  </a:moveTo>
                  <a:lnTo>
                    <a:pt x="127000" y="0"/>
                  </a:lnTo>
                  <a:lnTo>
                    <a:pt x="127000" y="76200"/>
                  </a:lnTo>
                  <a:lnTo>
                    <a:pt x="203200" y="76200"/>
                  </a:lnTo>
                  <a:lnTo>
                    <a:pt x="203200" y="127000"/>
                  </a:lnTo>
                  <a:lnTo>
                    <a:pt x="127000" y="127000"/>
                  </a:lnTo>
                  <a:lnTo>
                    <a:pt x="127000" y="279400"/>
                  </a:lnTo>
                  <a:lnTo>
                    <a:pt x="76200" y="279400"/>
                  </a:lnTo>
                  <a:lnTo>
                    <a:pt x="76200" y="127000"/>
                  </a:lnTo>
                  <a:lnTo>
                    <a:pt x="0" y="127000"/>
                  </a:lnTo>
                  <a:lnTo>
                    <a:pt x="0" y="76200"/>
                  </a:lnTo>
                  <a:lnTo>
                    <a:pt x="76200" y="76200"/>
                  </a:lnTo>
                  <a:close/>
                </a:path>
              </a:pathLst>
            </a:custGeom>
            <a:solidFill>
              <a:srgbClr val="F4A46C"/>
            </a:solidFill>
            <a:ln>
              <a:noFill/>
            </a:ln>
            <a:effectLst>
              <a:glow rad="63500">
                <a:srgbClr val="FFC98A">
                  <a:alpha val="60000"/>
                </a:srgbClr>
              </a:glow>
            </a:effectLst>
          </p:spPr>
          <p:txBody>
            <a:bodyPr/>
            <a:lstStyle/>
            <a:p>
              <a:endParaRPr lang="fr-CA"/>
            </a:p>
          </p:txBody>
        </p:sp>
        <p:sp>
          <p:nvSpPr>
            <p:cNvPr id="903" name="Église - fenêtre clocher"/>
            <p:cNvSpPr/>
            <p:nvPr/>
          </p:nvSpPr>
          <p:spPr>
            <a:xfrm>
              <a:off x="10452100" y="1041400"/>
              <a:ext cx="101600" cy="228600"/>
            </a:xfrm>
            <a:custGeom>
              <a:avLst/>
              <a:gdLst/>
              <a:ahLst/>
              <a:cxnLst/>
              <a:rect l="0" t="0" r="r" b="b"/>
              <a:pathLst>
                <a:path w="101600" h="228600">
                  <a:moveTo>
                    <a:pt x="0" y="228600"/>
                  </a:moveTo>
                  <a:lnTo>
                    <a:pt x="0" y="50800"/>
                  </a:lnTo>
                  <a:lnTo>
                    <a:pt x="1731" y="37652"/>
                  </a:lnTo>
                  <a:lnTo>
                    <a:pt x="6806" y="25400"/>
                  </a:lnTo>
                  <a:lnTo>
                    <a:pt x="14879" y="14879"/>
                  </a:lnTo>
                  <a:lnTo>
                    <a:pt x="25400" y="6806"/>
                  </a:lnTo>
                  <a:lnTo>
                    <a:pt x="37652" y="1731"/>
                  </a:lnTo>
                  <a:lnTo>
                    <a:pt x="50800" y="0"/>
                  </a:lnTo>
                  <a:lnTo>
                    <a:pt x="63948" y="1731"/>
                  </a:lnTo>
                  <a:lnTo>
                    <a:pt x="76200" y="6806"/>
                  </a:lnTo>
                  <a:lnTo>
                    <a:pt x="86721" y="14879"/>
                  </a:lnTo>
                  <a:lnTo>
                    <a:pt x="94794" y="25400"/>
                  </a:lnTo>
                  <a:lnTo>
                    <a:pt x="99869" y="37652"/>
                  </a:lnTo>
                  <a:lnTo>
                    <a:pt x="101600" y="50800"/>
                  </a:lnTo>
                  <a:lnTo>
                    <a:pt x="101600" y="228600"/>
                  </a:lnTo>
                  <a:close/>
                </a:path>
              </a:pathLst>
            </a:custGeom>
            <a:solidFill>
              <a:srgbClr val="FFE6BF"/>
            </a:solidFill>
            <a:ln>
              <a:noFill/>
            </a:ln>
            <a:effectLst>
              <a:glow rad="63500">
                <a:srgbClr val="FFC98A">
                  <a:alpha val="60000"/>
                </a:srgbClr>
              </a:glow>
            </a:effectLst>
          </p:spPr>
          <p:txBody>
            <a:bodyPr/>
            <a:lstStyle/>
            <a:p>
              <a:endParaRPr lang="fr-CA"/>
            </a:p>
          </p:txBody>
        </p:sp>
        <p:sp>
          <p:nvSpPr>
            <p:cNvPr id="904" name="Église - porte"/>
            <p:cNvSpPr/>
            <p:nvPr/>
          </p:nvSpPr>
          <p:spPr>
            <a:xfrm>
              <a:off x="10414000" y="1689100"/>
              <a:ext cx="177800" cy="292100"/>
            </a:xfrm>
            <a:custGeom>
              <a:avLst/>
              <a:gdLst/>
              <a:ahLst/>
              <a:cxnLst/>
              <a:rect l="0" t="0" r="r" b="b"/>
              <a:pathLst>
                <a:path w="177800" h="292100">
                  <a:moveTo>
                    <a:pt x="0" y="292100"/>
                  </a:moveTo>
                  <a:lnTo>
                    <a:pt x="0" y="88900"/>
                  </a:lnTo>
                  <a:lnTo>
                    <a:pt x="3029" y="65891"/>
                  </a:lnTo>
                  <a:lnTo>
                    <a:pt x="11910" y="44450"/>
                  </a:lnTo>
                  <a:lnTo>
                    <a:pt x="26038" y="26038"/>
                  </a:lnTo>
                  <a:lnTo>
                    <a:pt x="44450" y="11910"/>
                  </a:lnTo>
                  <a:lnTo>
                    <a:pt x="65891" y="3029"/>
                  </a:lnTo>
                  <a:lnTo>
                    <a:pt x="88900" y="0"/>
                  </a:lnTo>
                  <a:lnTo>
                    <a:pt x="111909" y="3029"/>
                  </a:lnTo>
                  <a:lnTo>
                    <a:pt x="133350" y="11910"/>
                  </a:lnTo>
                  <a:lnTo>
                    <a:pt x="151762" y="26038"/>
                  </a:lnTo>
                  <a:lnTo>
                    <a:pt x="165890" y="44450"/>
                  </a:lnTo>
                  <a:lnTo>
                    <a:pt x="174771" y="65891"/>
                  </a:lnTo>
                  <a:lnTo>
                    <a:pt x="177800" y="88900"/>
                  </a:lnTo>
                  <a:lnTo>
                    <a:pt x="177800" y="292100"/>
                  </a:lnTo>
                  <a:close/>
                </a:path>
              </a:pathLst>
            </a:custGeom>
            <a:solidFill>
              <a:srgbClr val="3A1E14"/>
            </a:solidFill>
            <a:ln>
              <a:noFill/>
            </a:ln>
          </p:spPr>
          <p:txBody>
            <a:bodyPr/>
            <a:lstStyle/>
            <a:p>
              <a:endParaRPr lang="fr-CA"/>
            </a:p>
          </p:txBody>
        </p:sp>
        <p:sp>
          <p:nvSpPr>
            <p:cNvPr id="905" name="Église - rosace"/>
            <p:cNvSpPr/>
            <p:nvPr/>
          </p:nvSpPr>
          <p:spPr>
            <a:xfrm>
              <a:off x="11074400" y="1117600"/>
              <a:ext cx="152400" cy="152400"/>
            </a:xfrm>
            <a:custGeom>
              <a:avLst/>
              <a:gdLst/>
              <a:ahLst/>
              <a:cxnLst/>
              <a:rect l="0" t="0" r="r" b="b"/>
              <a:pathLst>
                <a:path w="152400" h="152400">
                  <a:moveTo>
                    <a:pt x="152400" y="76200"/>
                  </a:moveTo>
                  <a:lnTo>
                    <a:pt x="149804" y="95922"/>
                  </a:lnTo>
                  <a:lnTo>
                    <a:pt x="142191" y="114300"/>
                  </a:lnTo>
                  <a:lnTo>
                    <a:pt x="130082" y="130082"/>
                  </a:lnTo>
                  <a:lnTo>
                    <a:pt x="114300" y="142191"/>
                  </a:lnTo>
                  <a:lnTo>
                    <a:pt x="95922" y="149804"/>
                  </a:lnTo>
                  <a:lnTo>
                    <a:pt x="76200" y="152400"/>
                  </a:lnTo>
                  <a:lnTo>
                    <a:pt x="56478" y="149804"/>
                  </a:lnTo>
                  <a:lnTo>
                    <a:pt x="38100" y="142191"/>
                  </a:lnTo>
                  <a:lnTo>
                    <a:pt x="22318" y="130082"/>
                  </a:lnTo>
                  <a:lnTo>
                    <a:pt x="10209" y="114300"/>
                  </a:lnTo>
                  <a:lnTo>
                    <a:pt x="2596" y="95922"/>
                  </a:lnTo>
                  <a:lnTo>
                    <a:pt x="0" y="76200"/>
                  </a:lnTo>
                  <a:lnTo>
                    <a:pt x="2596" y="56478"/>
                  </a:lnTo>
                  <a:lnTo>
                    <a:pt x="10209" y="38100"/>
                  </a:lnTo>
                  <a:lnTo>
                    <a:pt x="22318" y="22318"/>
                  </a:lnTo>
                  <a:lnTo>
                    <a:pt x="38100" y="10209"/>
                  </a:lnTo>
                  <a:lnTo>
                    <a:pt x="56478" y="2596"/>
                  </a:lnTo>
                  <a:lnTo>
                    <a:pt x="76200" y="0"/>
                  </a:lnTo>
                  <a:lnTo>
                    <a:pt x="95922" y="2596"/>
                  </a:lnTo>
                  <a:lnTo>
                    <a:pt x="114300" y="10209"/>
                  </a:lnTo>
                  <a:lnTo>
                    <a:pt x="130082" y="22318"/>
                  </a:lnTo>
                  <a:lnTo>
                    <a:pt x="142191" y="38100"/>
                  </a:lnTo>
                  <a:lnTo>
                    <a:pt x="149804" y="56478"/>
                  </a:lnTo>
                  <a:close/>
                </a:path>
              </a:pathLst>
            </a:custGeom>
            <a:solidFill>
              <a:srgbClr val="FFE6BF"/>
            </a:solidFill>
            <a:ln>
              <a:noFill/>
            </a:ln>
            <a:effectLst>
              <a:glow rad="63500">
                <a:srgbClr val="FFC98A">
                  <a:alpha val="60000"/>
                </a:srgbClr>
              </a:glow>
            </a:effectLst>
          </p:spPr>
          <p:txBody>
            <a:bodyPr/>
            <a:lstStyle/>
            <a:p>
              <a:endParaRPr lang="fr-CA"/>
            </a:p>
          </p:txBody>
        </p:sp>
        <p:sp>
          <p:nvSpPr>
            <p:cNvPr id="906" name="Église - vitrail 1"/>
            <p:cNvSpPr/>
            <p:nvPr/>
          </p:nvSpPr>
          <p:spPr>
            <a:xfrm>
              <a:off x="10845800" y="1492250"/>
              <a:ext cx="114300" cy="285750"/>
            </a:xfrm>
            <a:custGeom>
              <a:avLst/>
              <a:gdLst/>
              <a:ahLst/>
              <a:cxnLst/>
              <a:rect l="0" t="0" r="r" b="b"/>
              <a:pathLst>
                <a:path w="114300" h="285750">
                  <a:moveTo>
                    <a:pt x="0" y="285750"/>
                  </a:moveTo>
                  <a:lnTo>
                    <a:pt x="0" y="57150"/>
                  </a:lnTo>
                  <a:lnTo>
                    <a:pt x="1947" y="42358"/>
                  </a:lnTo>
                  <a:lnTo>
                    <a:pt x="7657" y="28575"/>
                  </a:lnTo>
                  <a:lnTo>
                    <a:pt x="16739" y="16739"/>
                  </a:lnTo>
                  <a:lnTo>
                    <a:pt x="28575" y="7657"/>
                  </a:lnTo>
                  <a:lnTo>
                    <a:pt x="42358" y="1947"/>
                  </a:lnTo>
                  <a:lnTo>
                    <a:pt x="57150" y="0"/>
                  </a:lnTo>
                  <a:lnTo>
                    <a:pt x="71942" y="1947"/>
                  </a:lnTo>
                  <a:lnTo>
                    <a:pt x="85725" y="7657"/>
                  </a:lnTo>
                  <a:lnTo>
                    <a:pt x="97561" y="16739"/>
                  </a:lnTo>
                  <a:lnTo>
                    <a:pt x="106643" y="28575"/>
                  </a:lnTo>
                  <a:lnTo>
                    <a:pt x="112353" y="42358"/>
                  </a:lnTo>
                  <a:lnTo>
                    <a:pt x="114300" y="57150"/>
                  </a:lnTo>
                  <a:lnTo>
                    <a:pt x="114300" y="285750"/>
                  </a:lnTo>
                  <a:close/>
                </a:path>
              </a:pathLst>
            </a:custGeom>
            <a:solidFill>
              <a:srgbClr val="FFE6BF"/>
            </a:solidFill>
            <a:ln>
              <a:noFill/>
            </a:ln>
            <a:effectLst>
              <a:glow rad="63500">
                <a:srgbClr val="FFC98A">
                  <a:alpha val="60000"/>
                </a:srgbClr>
              </a:glow>
            </a:effectLst>
          </p:spPr>
          <p:txBody>
            <a:bodyPr/>
            <a:lstStyle/>
            <a:p>
              <a:endParaRPr lang="fr-CA"/>
            </a:p>
          </p:txBody>
        </p:sp>
        <p:sp>
          <p:nvSpPr>
            <p:cNvPr id="907" name="Église - vitrail 2"/>
            <p:cNvSpPr/>
            <p:nvPr/>
          </p:nvSpPr>
          <p:spPr>
            <a:xfrm>
              <a:off x="11341100" y="1492250"/>
              <a:ext cx="114300" cy="285750"/>
            </a:xfrm>
            <a:custGeom>
              <a:avLst/>
              <a:gdLst/>
              <a:ahLst/>
              <a:cxnLst/>
              <a:rect l="0" t="0" r="r" b="b"/>
              <a:pathLst>
                <a:path w="114300" h="285750">
                  <a:moveTo>
                    <a:pt x="0" y="285750"/>
                  </a:moveTo>
                  <a:lnTo>
                    <a:pt x="0" y="57150"/>
                  </a:lnTo>
                  <a:lnTo>
                    <a:pt x="1947" y="42358"/>
                  </a:lnTo>
                  <a:lnTo>
                    <a:pt x="7657" y="28575"/>
                  </a:lnTo>
                  <a:lnTo>
                    <a:pt x="16739" y="16739"/>
                  </a:lnTo>
                  <a:lnTo>
                    <a:pt x="28575" y="7657"/>
                  </a:lnTo>
                  <a:lnTo>
                    <a:pt x="42358" y="1947"/>
                  </a:lnTo>
                  <a:lnTo>
                    <a:pt x="57150" y="0"/>
                  </a:lnTo>
                  <a:lnTo>
                    <a:pt x="71942" y="1947"/>
                  </a:lnTo>
                  <a:lnTo>
                    <a:pt x="85725" y="7657"/>
                  </a:lnTo>
                  <a:lnTo>
                    <a:pt x="97561" y="16739"/>
                  </a:lnTo>
                  <a:lnTo>
                    <a:pt x="106643" y="28575"/>
                  </a:lnTo>
                  <a:lnTo>
                    <a:pt x="112353" y="42358"/>
                  </a:lnTo>
                  <a:lnTo>
                    <a:pt x="114300" y="57150"/>
                  </a:lnTo>
                  <a:lnTo>
                    <a:pt x="114300" y="285750"/>
                  </a:lnTo>
                  <a:close/>
                </a:path>
              </a:pathLst>
            </a:custGeom>
            <a:solidFill>
              <a:srgbClr val="FFE6BF"/>
            </a:solidFill>
            <a:ln>
              <a:noFill/>
            </a:ln>
            <a:effectLst>
              <a:glow rad="63500">
                <a:srgbClr val="FFC98A">
                  <a:alpha val="60000"/>
                </a:srgbClr>
              </a:glow>
            </a:effectLst>
          </p:spPr>
          <p:txBody>
            <a:bodyPr/>
            <a:lstStyle/>
            <a:p>
              <a:endParaRPr lang="fr-CA"/>
            </a:p>
          </p:txBody>
        </p:sp>
        <p:sp>
          <p:nvSpPr>
            <p:cNvPr id="908" name="Église - sol"/>
            <p:cNvSpPr/>
            <p:nvPr/>
          </p:nvSpPr>
          <p:spPr>
            <a:xfrm>
              <a:off x="10083800" y="1981200"/>
              <a:ext cx="1803400" cy="38100"/>
            </a:xfrm>
            <a:custGeom>
              <a:avLst/>
              <a:gdLst/>
              <a:ahLst/>
              <a:cxnLst/>
              <a:rect l="0" t="0" r="r" b="b"/>
              <a:pathLst>
                <a:path w="1803400" h="38100">
                  <a:moveTo>
                    <a:pt x="0" y="0"/>
                  </a:moveTo>
                  <a:lnTo>
                    <a:pt x="1803400" y="0"/>
                  </a:lnTo>
                  <a:lnTo>
                    <a:pt x="1727200" y="38100"/>
                  </a:lnTo>
                  <a:lnTo>
                    <a:pt x="76200" y="38100"/>
                  </a:lnTo>
                  <a:close/>
                </a:path>
              </a:pathLst>
            </a:custGeom>
            <a:gradFill>
              <a:gsLst>
                <a:gs pos="0">
                  <a:srgbClr val="E8804A">
                    <a:alpha val="0"/>
                  </a:srgbClr>
                </a:gs>
                <a:gs pos="50000">
                  <a:srgbClr val="E8804A"/>
                </a:gs>
                <a:gs pos="100000">
                  <a:srgbClr val="E8804A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/>
            <a:lstStyle/>
            <a:p>
              <a:endParaRPr lang="fr-CA"/>
            </a:p>
          </p:txBody>
        </p:sp>
      </p:grpSp>
      <p:sp>
        <p:nvSpPr>
          <p:cNvPr id="950" name="Croix" descr="Croix chrétienne"/>
          <p:cNvSpPr/>
          <p:nvPr/>
        </p:nvSpPr>
        <p:spPr>
          <a:xfrm>
            <a:off x="990600" y="406400"/>
            <a:ext cx="711200" cy="1117600"/>
          </a:xfrm>
          <a:custGeom>
            <a:avLst/>
            <a:gdLst/>
            <a:ahLst/>
            <a:cxnLst/>
            <a:rect l="0" t="0" r="r" b="b"/>
            <a:pathLst>
              <a:path w="711200" h="1117600">
                <a:moveTo>
                  <a:pt x="279400" y="0"/>
                </a:moveTo>
                <a:lnTo>
                  <a:pt x="431800" y="0"/>
                </a:lnTo>
                <a:lnTo>
                  <a:pt x="431800" y="279400"/>
                </a:lnTo>
                <a:lnTo>
                  <a:pt x="711200" y="279400"/>
                </a:lnTo>
                <a:lnTo>
                  <a:pt x="711200" y="431800"/>
                </a:lnTo>
                <a:lnTo>
                  <a:pt x="431800" y="431800"/>
                </a:lnTo>
                <a:lnTo>
                  <a:pt x="431800" y="1117600"/>
                </a:lnTo>
                <a:lnTo>
                  <a:pt x="279400" y="1117600"/>
                </a:lnTo>
                <a:lnTo>
                  <a:pt x="279400" y="431800"/>
                </a:lnTo>
                <a:lnTo>
                  <a:pt x="0" y="431800"/>
                </a:lnTo>
                <a:lnTo>
                  <a:pt x="0" y="279400"/>
                </a:lnTo>
                <a:lnTo>
                  <a:pt x="279400" y="279400"/>
                </a:lnTo>
                <a:close/>
              </a:path>
            </a:pathLst>
          </a:custGeom>
          <a:gradFill rotWithShape="1">
            <a:gsLst>
              <a:gs pos="0">
                <a:srgbClr val="F4A46C"/>
              </a:gs>
              <a:gs pos="100000">
                <a:srgbClr val="A9492A"/>
              </a:gs>
            </a:gsLst>
            <a:lin ang="5400000" scaled="0"/>
          </a:gradFill>
          <a:ln>
            <a:noFill/>
          </a:ln>
          <a:effectLst>
            <a:glow rad="190500">
              <a:srgbClr val="E8804A">
                <a:alpha val="35000"/>
              </a:srgbClr>
            </a:glow>
          </a:effectLst>
        </p:spPr>
        <p:txBody>
          <a:bodyPr/>
          <a:lstStyle/>
          <a:p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9954512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217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PRIÈRE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/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Régénération – Prière Puritaine </a:t>
            </a:r>
            <a:endParaRPr lang="fr-CA" sz="38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6949440" cy="4434840"/>
          </a:xfrm>
          <a:prstGeom prst="roundRect">
            <a:avLst>
              <a:gd name="adj" fmla="val 2474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6" name="Prière"/>
          <p:cNvSpPr txBox="1"/>
          <p:nvPr/>
        </p:nvSpPr>
        <p:spPr>
          <a:xfrm>
            <a:off x="822960" y="2103120"/>
            <a:ext cx="640080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8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des cieux les plus élevés</a:t>
            </a:r>
            <a:endParaRPr lang="fr-CA" sz="1800" dirty="0"/>
          </a:p>
          <a:p>
            <a:pPr marL="0" indent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Occupe le trône de mon cœur,</a:t>
            </a:r>
            <a:endParaRPr lang="fr-CA" sz="1800" dirty="0"/>
          </a:p>
          <a:p>
            <a:pPr marL="0" indent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es digne d’être loué de tout mon souffle,</a:t>
            </a:r>
            <a:endParaRPr lang="fr-CA" sz="1800" dirty="0"/>
          </a:p>
          <a:p>
            <a:pPr marL="0" indent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m’as aimé, épousé et reçu,</a:t>
            </a:r>
            <a:endParaRPr lang="fr-CA" sz="1800" dirty="0"/>
          </a:p>
          <a:p>
            <a:pPr marL="0" indent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J’étais mort dans l’iniquité,</a:t>
            </a:r>
            <a:endParaRPr lang="fr-CA" sz="1800" dirty="0"/>
          </a:p>
          <a:p>
            <a:pPr marL="0" indent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ton Esprit m’a vivifié,</a:t>
            </a:r>
            <a:endParaRPr lang="fr-CA" sz="1800" dirty="0"/>
          </a:p>
          <a:p>
            <a:pPr marL="0" indent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présence est pour moi un trésor de paix sans fin ;</a:t>
            </a:r>
            <a:endParaRPr lang="fr-CA" sz="1800" dirty="0"/>
          </a:p>
          <a:p>
            <a:pPr marL="0" indent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provocation ne peut me séparer de ta bienveillance,</a:t>
            </a:r>
            <a:endParaRPr lang="fr-CA" sz="1800" dirty="0"/>
          </a:p>
          <a:p>
            <a:pPr marL="0" indent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Aide-moi alors à marcher d’une manière digne de ton amour,</a:t>
            </a:r>
            <a:endParaRPr lang="fr-CA" sz="1800" dirty="0"/>
          </a:p>
          <a:p>
            <a:pPr marL="0" indent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Protège-moi afin qu’aucun mal ne m’infecte ;</a:t>
            </a:r>
            <a:endParaRPr lang="fr-CA" sz="1800" dirty="0"/>
          </a:p>
          <a:p>
            <a:pPr marL="0" indent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Laisse-moi mettre de côté tous les péchés admirés de beaucoup ;</a:t>
            </a:r>
            <a:endParaRPr lang="fr-CA" sz="1800" dirty="0"/>
          </a:p>
          <a:p>
            <a:pPr marL="0" indent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Aide-moi à marcher à tes côtés,</a:t>
            </a:r>
            <a:endParaRPr lang="fr-CA" sz="1800" dirty="0"/>
          </a:p>
          <a:p>
            <a:pPr marL="0" indent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je sois désormais sel de la terre et bénédiction pour tous.</a:t>
            </a:r>
            <a:endParaRPr lang="fr-CA" sz="1800" dirty="0"/>
          </a:p>
        </p:txBody>
      </p:sp>
      <p:sp>
        <p:nvSpPr>
          <p:cNvPr id="8" name="Source"/>
          <p:cNvSpPr txBox="1"/>
          <p:nvPr/>
        </p:nvSpPr>
        <p:spPr>
          <a:xfrm>
            <a:off x="7772400" y="5897880"/>
            <a:ext cx="3873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Vallée de la vision,</a:t>
            </a:r>
            <a:endParaRPr lang="fr-CA" sz="1400" dirty="0"/>
          </a:p>
          <a:p>
            <a:pPr marL="0" indent="0" algn="ctr">
              <a:buNone/>
            </a:pPr>
            <a:r>
              <a:rPr lang="fr-CA" altLang="en-US" sz="14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prières puritaines réunies par Arthur Bennett</a:t>
            </a:r>
            <a:endParaRPr lang="fr-CA" sz="1400" dirty="0"/>
          </a:p>
        </p:txBody>
      </p:sp>
      <p:pic>
        <p:nvPicPr>
          <p:cNvPr id="21" name="Image 20" descr="Image #0 du produit La vallée de la vision">
            <a:extLst>
              <a:ext uri="{FF2B5EF4-FFF2-40B4-BE49-F238E27FC236}">
                <a16:creationId xmlns:a16="http://schemas.microsoft.com/office/drawing/2014/main" id="{985A64D6-6A44-6121-75FC-921BEAB260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0850" y="1920240"/>
            <a:ext cx="2236600" cy="3683000"/>
          </a:xfrm>
          <a:prstGeom prst="rect">
            <a:avLst/>
          </a:prstGeom>
          <a:ln w="9525">
            <a:solidFill>
              <a:srgbClr val="4A3A30"/>
            </a:solidFill>
          </a:ln>
          <a:effectLst>
            <a:outerShdw blurRad="228600" dist="38100" dir="5400000" algn="t" rotWithShape="0">
              <a:srgbClr val="000000">
                <a:alpha val="60000"/>
              </a:srgbClr>
            </a:outerShdw>
          </a:effectLst>
        </p:spPr>
      </p:pic>
      <p:grpSp>
        <p:nvGrpSpPr>
          <p:cNvPr id="47" name="Barre de progression">
            <a:extLst>
              <a:ext uri="{FF2B5EF4-FFF2-40B4-BE49-F238E27FC236}">
                <a16:creationId xmlns:a16="http://schemas.microsoft.com/office/drawing/2014/main" id="{A47DC5C3-AF4B-8FB5-3A45-21192C4E3534}"/>
              </a:ext>
            </a:extLst>
          </p:cNvPr>
          <p:cNvGrpSpPr/>
          <p:nvPr/>
        </p:nvGrpSpPr>
        <p:grpSpPr>
          <a:xfrm>
            <a:off x="546100" y="6527800"/>
            <a:ext cx="11099799" cy="63500"/>
            <a:chOff x="546100" y="6527800"/>
            <a:chExt cx="11099799" cy="63500"/>
          </a:xfrm>
        </p:grpSpPr>
        <p:sp>
          <p:nvSpPr>
            <p:cNvPr id="34" name="Progression 1">
              <a:extLst>
                <a:ext uri="{FF2B5EF4-FFF2-40B4-BE49-F238E27FC236}">
                  <a16:creationId xmlns:a16="http://schemas.microsoft.com/office/drawing/2014/main" id="{61CE6509-DEEB-420E-AF05-8812595A2DE1}"/>
                </a:ext>
              </a:extLst>
            </p:cNvPr>
            <p:cNvSpPr/>
            <p:nvPr/>
          </p:nvSpPr>
          <p:spPr>
            <a:xfrm>
              <a:off x="546100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5" name="Progression 2">
              <a:extLst>
                <a:ext uri="{FF2B5EF4-FFF2-40B4-BE49-F238E27FC236}">
                  <a16:creationId xmlns:a16="http://schemas.microsoft.com/office/drawing/2014/main" id="{D6D398BA-55AD-4C0E-A655-E2CBFB430803}"/>
                </a:ext>
              </a:extLst>
            </p:cNvPr>
            <p:cNvSpPr/>
            <p:nvPr/>
          </p:nvSpPr>
          <p:spPr>
            <a:xfrm>
              <a:off x="1405792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6" name="Progression 3">
              <a:extLst>
                <a:ext uri="{FF2B5EF4-FFF2-40B4-BE49-F238E27FC236}">
                  <a16:creationId xmlns:a16="http://schemas.microsoft.com/office/drawing/2014/main" id="{6B533768-0A21-41BF-B1EF-5328AF59B1DB}"/>
                </a:ext>
              </a:extLst>
            </p:cNvPr>
            <p:cNvSpPr/>
            <p:nvPr/>
          </p:nvSpPr>
          <p:spPr>
            <a:xfrm>
              <a:off x="2265484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7" name="Progression 4">
              <a:extLst>
                <a:ext uri="{FF2B5EF4-FFF2-40B4-BE49-F238E27FC236}">
                  <a16:creationId xmlns:a16="http://schemas.microsoft.com/office/drawing/2014/main" id="{84E391E1-091A-414C-9581-48A664B53639}"/>
                </a:ext>
              </a:extLst>
            </p:cNvPr>
            <p:cNvSpPr/>
            <p:nvPr/>
          </p:nvSpPr>
          <p:spPr>
            <a:xfrm>
              <a:off x="3125176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8" name="Progression 5">
              <a:extLst>
                <a:ext uri="{FF2B5EF4-FFF2-40B4-BE49-F238E27FC236}">
                  <a16:creationId xmlns:a16="http://schemas.microsoft.com/office/drawing/2014/main" id="{2D4C07AB-25F1-42BB-968B-A9BE91AE902B}"/>
                </a:ext>
              </a:extLst>
            </p:cNvPr>
            <p:cNvSpPr/>
            <p:nvPr/>
          </p:nvSpPr>
          <p:spPr>
            <a:xfrm>
              <a:off x="3984869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9" name="Progression 6">
              <a:extLst>
                <a:ext uri="{FF2B5EF4-FFF2-40B4-BE49-F238E27FC236}">
                  <a16:creationId xmlns:a16="http://schemas.microsoft.com/office/drawing/2014/main" id="{5BB5FB2D-81B8-4DA8-A670-0982582587C1}"/>
                </a:ext>
              </a:extLst>
            </p:cNvPr>
            <p:cNvSpPr/>
            <p:nvPr/>
          </p:nvSpPr>
          <p:spPr>
            <a:xfrm>
              <a:off x="4844561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0" name="Progression 7">
              <a:extLst>
                <a:ext uri="{FF2B5EF4-FFF2-40B4-BE49-F238E27FC236}">
                  <a16:creationId xmlns:a16="http://schemas.microsoft.com/office/drawing/2014/main" id="{F654DC4D-0190-46C5-9203-BC21A62C365B}"/>
                </a:ext>
              </a:extLst>
            </p:cNvPr>
            <p:cNvSpPr/>
            <p:nvPr/>
          </p:nvSpPr>
          <p:spPr>
            <a:xfrm>
              <a:off x="5704253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1" name="Progression 8">
              <a:extLst>
                <a:ext uri="{FF2B5EF4-FFF2-40B4-BE49-F238E27FC236}">
                  <a16:creationId xmlns:a16="http://schemas.microsoft.com/office/drawing/2014/main" id="{2EFBBD29-CBD2-400D-B884-EC08C1A69BA2}"/>
                </a:ext>
              </a:extLst>
            </p:cNvPr>
            <p:cNvSpPr/>
            <p:nvPr/>
          </p:nvSpPr>
          <p:spPr>
            <a:xfrm>
              <a:off x="6563946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2" name="Progression 9">
              <a:extLst>
                <a:ext uri="{FF2B5EF4-FFF2-40B4-BE49-F238E27FC236}">
                  <a16:creationId xmlns:a16="http://schemas.microsoft.com/office/drawing/2014/main" id="{22BD46F2-F591-4E41-878C-C9ECD7428A9D}"/>
                </a:ext>
              </a:extLst>
            </p:cNvPr>
            <p:cNvSpPr/>
            <p:nvPr/>
          </p:nvSpPr>
          <p:spPr>
            <a:xfrm>
              <a:off x="7423638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3" name="Progression 10">
              <a:extLst>
                <a:ext uri="{FF2B5EF4-FFF2-40B4-BE49-F238E27FC236}">
                  <a16:creationId xmlns:a16="http://schemas.microsoft.com/office/drawing/2014/main" id="{852A00CF-D461-4117-BA24-295C2DD7CABA}"/>
                </a:ext>
              </a:extLst>
            </p:cNvPr>
            <p:cNvSpPr/>
            <p:nvPr/>
          </p:nvSpPr>
          <p:spPr>
            <a:xfrm>
              <a:off x="8283330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4" name="Progression 11">
              <a:extLst>
                <a:ext uri="{FF2B5EF4-FFF2-40B4-BE49-F238E27FC236}">
                  <a16:creationId xmlns:a16="http://schemas.microsoft.com/office/drawing/2014/main" id="{8F3165C9-9286-4F9E-80E5-0B03945755FF}"/>
                </a:ext>
              </a:extLst>
            </p:cNvPr>
            <p:cNvSpPr/>
            <p:nvPr/>
          </p:nvSpPr>
          <p:spPr>
            <a:xfrm>
              <a:off x="9143023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5" name="Progression 12">
              <a:extLst>
                <a:ext uri="{FF2B5EF4-FFF2-40B4-BE49-F238E27FC236}">
                  <a16:creationId xmlns:a16="http://schemas.microsoft.com/office/drawing/2014/main" id="{7D34766C-2849-4F86-B270-564DA1A48372}"/>
                </a:ext>
              </a:extLst>
            </p:cNvPr>
            <p:cNvSpPr/>
            <p:nvPr/>
          </p:nvSpPr>
          <p:spPr>
            <a:xfrm>
              <a:off x="10002715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6" name="Progression 13">
              <a:extLst>
                <a:ext uri="{FF2B5EF4-FFF2-40B4-BE49-F238E27FC236}">
                  <a16:creationId xmlns:a16="http://schemas.microsoft.com/office/drawing/2014/main" id="{CB0A70A0-C3AC-4B3F-B555-BA9580BA4216}"/>
                </a:ext>
              </a:extLst>
            </p:cNvPr>
            <p:cNvSpPr/>
            <p:nvPr/>
          </p:nvSpPr>
          <p:spPr>
            <a:xfrm>
              <a:off x="10862407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40790652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8C73C2C-8C8B-4DCC-BDE8-7D3BB3E0DB73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88301e64-8842-4c93-b2a3-1863a8fd414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4321</Words>
  <Application>Microsoft Office PowerPoint</Application>
  <PresentationFormat>Grand écran</PresentationFormat>
  <Paragraphs>434</Paragraphs>
  <Slides>13</Slides>
  <Notes>13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Cambria</vt:lpstr>
      <vt:lpstr>Office Theme</vt:lpstr>
      <vt:lpstr>À l'image de Christ-Jésus</vt:lpstr>
      <vt:lpstr>Toute l'Écriture est soufflée par Dieu</vt:lpstr>
      <vt:lpstr>Qui porte l'image de Dieu?</vt:lpstr>
      <vt:lpstr>L'image créée</vt:lpstr>
      <vt:lpstr>Présentation PowerPoint</vt:lpstr>
      <vt:lpstr>L'image parfaite</vt:lpstr>
      <vt:lpstr>L'image promise</vt:lpstr>
      <vt:lpstr>L'image transformée</vt:lpstr>
      <vt:lpstr>L'image qui aime</vt:lpstr>
      <vt:lpstr>L'image envoyée</vt:lpstr>
      <vt:lpstr>Créés à son image, restaurés en Christ, transformés par l'Esprit, envoyés en son nom</vt:lpstr>
      <vt:lpstr>Présentation PowerPoint</vt:lpstr>
      <vt:lpstr>La Régénération – Prière Puritaine 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À l'image de Christ-Jésus</dc:title>
  <dc:subject>PptxGenJS Presentation</dc:subject>
  <dc:creator>André-Guy Bruneau</dc:creator>
  <cp:lastModifiedBy>André-Guy Bruneau</cp:lastModifiedBy>
  <cp:revision>1</cp:revision>
  <dcterms:created xsi:type="dcterms:W3CDTF">2026-09-30T13:14:18Z</dcterms:created>
  <dcterms:modified xsi:type="dcterms:W3CDTF">2026-09-30T14:12:00Z</dcterms:modified>
</cp:coreProperties>
</file>