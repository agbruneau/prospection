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2" r:id="rId10"/>
    <p:sldId id="29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4" dt="2026-09-30T12:24:07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7" autoAdjust="0"/>
    <p:restoredTop sz="84312" autoAdjust="0"/>
  </p:normalViewPr>
  <p:slideViewPr>
    <p:cSldViewPr snapToGrid="0" snapToObjects="1">
      <p:cViewPr varScale="1">
        <p:scale>
          <a:sx n="69" d="100"/>
          <a:sy n="69" d="100"/>
        </p:scale>
        <p:origin x="82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9-30T12:44:02.224" v="1018" actId="6549"/>
      <pc:docMkLst>
        <pc:docMk/>
      </pc:docMkLst>
      <pc:sldChg chg="del">
        <pc:chgData name="André-Guy Bruneau" userId="c9f3b82d5570fc32" providerId="LiveId" clId="{C4496A7D-9A64-4B82-9835-F710A7718518}" dt="2026-09-29T08:51:33.643" v="23"/>
        <pc:sldMkLst>
          <pc:docMk/>
          <pc:sldMk cId="0" sldId="256"/>
        </pc:sldMkLst>
      </pc:sldChg>
      <pc:sldChg chg="del">
        <pc:chgData name="André-Guy Bruneau" userId="c9f3b82d5570fc32" providerId="LiveId" clId="{C4496A7D-9A64-4B82-9835-F710A7718518}" dt="2026-09-29T08:51:03.526" v="19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9-29T08:51:07.288" v="21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9-29T08:48:25.045" v="1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9-29T08:48:50.432" v="3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9-29T08:49:02.442" v="5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9-29T08:49:28.798" v="7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9-29T08:50:50.425" v="15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9-29T08:50:56.875" v="17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9-29T08:51:38.165" v="25"/>
        <pc:sldMkLst>
          <pc:docMk/>
          <pc:sldMk cId="0" sldId="265"/>
        </pc:sldMkLst>
      </pc:sldChg>
      <pc:sldChg chg="add del">
        <pc:chgData name="André-Guy Bruneau" userId="c9f3b82d5570fc32" providerId="LiveId" clId="{C4496A7D-9A64-4B82-9835-F710A7718518}" dt="2026-09-29T08:51:48.645" v="27"/>
        <pc:sldMkLst>
          <pc:docMk/>
          <pc:sldMk cId="1677925452" sldId="266"/>
        </pc:sldMkLst>
      </pc:sldChg>
      <pc:sldChg chg="addSp modSp add del mod">
        <pc:chgData name="André-Guy Bruneau" userId="c9f3b82d5570fc32" providerId="LiveId" clId="{C4496A7D-9A64-4B82-9835-F710A7718518}" dt="2026-09-29T09:16:26.934" v="582"/>
        <pc:sldMkLst>
          <pc:docMk/>
          <pc:sldMk cId="2928293173" sldId="267"/>
        </pc:sldMkLst>
        <pc:spChg chg="mod">
          <ac:chgData name="André-Guy Bruneau" userId="c9f3b82d5570fc32" providerId="LiveId" clId="{C4496A7D-9A64-4B82-9835-F710A7718518}" dt="2026-09-29T08:52:01.580" v="29"/>
          <ac:spMkLst>
            <pc:docMk/>
            <pc:sldMk cId="2928293173" sldId="267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24" v="237"/>
          <ac:spMkLst>
            <pc:docMk/>
            <pc:sldMk cId="2928293173" sldId="267"/>
            <ac:spMk id="25" creationId="{00DA3F9A-2F10-4DDD-B6C4-1FE829B71610}"/>
          </ac:spMkLst>
        </pc:spChg>
        <pc:spChg chg="add mod">
          <ac:chgData name="André-Guy Bruneau" userId="c9f3b82d5570fc32" providerId="LiveId" clId="{C4496A7D-9A64-4B82-9835-F710A7718518}" dt="2026-09-29T09:00:31.627" v="241"/>
          <ac:spMkLst>
            <pc:docMk/>
            <pc:sldMk cId="2928293173" sldId="267"/>
            <ac:spMk id="26" creationId="{8B91EB4B-B040-4CE0-A403-430B4393429A}"/>
          </ac:spMkLst>
        </pc:spChg>
        <pc:spChg chg="add mod">
          <ac:chgData name="André-Guy Bruneau" userId="c9f3b82d5570fc32" providerId="LiveId" clId="{C4496A7D-9A64-4B82-9835-F710A7718518}" dt="2026-09-29T09:00:31.627" v="245"/>
          <ac:spMkLst>
            <pc:docMk/>
            <pc:sldMk cId="2928293173" sldId="267"/>
            <ac:spMk id="27" creationId="{AB4412A5-7A94-46D7-826A-F52F547D07B8}"/>
          </ac:spMkLst>
        </pc:spChg>
        <pc:spChg chg="add mod">
          <ac:chgData name="André-Guy Bruneau" userId="c9f3b82d5570fc32" providerId="LiveId" clId="{C4496A7D-9A64-4B82-9835-F710A7718518}" dt="2026-09-29T09:00:31.627" v="249"/>
          <ac:spMkLst>
            <pc:docMk/>
            <pc:sldMk cId="2928293173" sldId="267"/>
            <ac:spMk id="28" creationId="{1C5B3E66-0D86-432F-84E8-2955288A7C26}"/>
          </ac:spMkLst>
        </pc:spChg>
        <pc:spChg chg="add mod">
          <ac:chgData name="André-Guy Bruneau" userId="c9f3b82d5570fc32" providerId="LiveId" clId="{C4496A7D-9A64-4B82-9835-F710A7718518}" dt="2026-09-29T09:00:31.627" v="253"/>
          <ac:spMkLst>
            <pc:docMk/>
            <pc:sldMk cId="2928293173" sldId="267"/>
            <ac:spMk id="29" creationId="{A1D2A81D-550F-4C6F-966F-82B332585FED}"/>
          </ac:spMkLst>
        </pc:spChg>
        <pc:spChg chg="add mod">
          <ac:chgData name="André-Guy Bruneau" userId="c9f3b82d5570fc32" providerId="LiveId" clId="{C4496A7D-9A64-4B82-9835-F710A7718518}" dt="2026-09-29T09:00:31.627" v="257"/>
          <ac:spMkLst>
            <pc:docMk/>
            <pc:sldMk cId="2928293173" sldId="267"/>
            <ac:spMk id="30" creationId="{96BF6467-7F08-4960-8F18-C84641359EFF}"/>
          </ac:spMkLst>
        </pc:spChg>
        <pc:spChg chg="add mod">
          <ac:chgData name="André-Guy Bruneau" userId="c9f3b82d5570fc32" providerId="LiveId" clId="{C4496A7D-9A64-4B82-9835-F710A7718518}" dt="2026-09-29T09:00:31.627" v="261"/>
          <ac:spMkLst>
            <pc:docMk/>
            <pc:sldMk cId="2928293173" sldId="267"/>
            <ac:spMk id="31" creationId="{1ED9248D-A1E7-4607-9B85-3E936CB9727E}"/>
          </ac:spMkLst>
        </pc:spChg>
        <pc:spChg chg="add mod">
          <ac:chgData name="André-Guy Bruneau" userId="c9f3b82d5570fc32" providerId="LiveId" clId="{C4496A7D-9A64-4B82-9835-F710A7718518}" dt="2026-09-29T09:00:31.631" v="265"/>
          <ac:spMkLst>
            <pc:docMk/>
            <pc:sldMk cId="2928293173" sldId="267"/>
            <ac:spMk id="32" creationId="{1AC5E751-4FA6-4B8A-B3AB-3E844D817AB3}"/>
          </ac:spMkLst>
        </pc:spChg>
        <pc:spChg chg="add mod">
          <ac:chgData name="André-Guy Bruneau" userId="c9f3b82d5570fc32" providerId="LiveId" clId="{C4496A7D-9A64-4B82-9835-F710A7718518}" dt="2026-09-29T09:00:31.631" v="269"/>
          <ac:spMkLst>
            <pc:docMk/>
            <pc:sldMk cId="2928293173" sldId="267"/>
            <ac:spMk id="33" creationId="{B0A696A3-3361-47E4-9139-D7AD0BB074C7}"/>
          </ac:spMkLst>
        </pc:spChg>
        <pc:spChg chg="add mod">
          <ac:chgData name="André-Guy Bruneau" userId="c9f3b82d5570fc32" providerId="LiveId" clId="{C4496A7D-9A64-4B82-9835-F710A7718518}" dt="2026-09-29T09:00:31.632" v="273"/>
          <ac:spMkLst>
            <pc:docMk/>
            <pc:sldMk cId="2928293173" sldId="267"/>
            <ac:spMk id="34" creationId="{B1A8EC2E-4915-4135-A08E-92E880DF160E}"/>
          </ac:spMkLst>
        </pc:spChg>
        <pc:grpChg chg="add mod">
          <ac:chgData name="André-Guy Bruneau" userId="c9f3b82d5570fc32" providerId="LiveId" clId="{C4496A7D-9A64-4B82-9835-F710A7718518}" dt="2026-09-29T09:00:31.701" v="483"/>
          <ac:grpSpMkLst>
            <pc:docMk/>
            <pc:sldMk cId="2928293173" sldId="267"/>
            <ac:grpSpMk id="35" creationId="{A5C76786-8B17-E3E6-05A5-23363297D71A}"/>
          </ac:grpSpMkLst>
        </pc:grpChg>
      </pc:sldChg>
      <pc:sldChg chg="addSp modSp add del mod">
        <pc:chgData name="André-Guy Bruneau" userId="c9f3b82d5570fc32" providerId="LiveId" clId="{C4496A7D-9A64-4B82-9835-F710A7718518}" dt="2026-09-29T09:16:34.537" v="584"/>
        <pc:sldMkLst>
          <pc:docMk/>
          <pc:sldMk cId="520438753" sldId="268"/>
        </pc:sldMkLst>
        <pc:spChg chg="mod">
          <ac:chgData name="André-Guy Bruneau" userId="c9f3b82d5570fc32" providerId="LiveId" clId="{C4496A7D-9A64-4B82-9835-F710A7718518}" dt="2026-09-29T08:52:01.580" v="30"/>
          <ac:spMkLst>
            <pc:docMk/>
            <pc:sldMk cId="520438753" sldId="268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32" v="277"/>
          <ac:spMkLst>
            <pc:docMk/>
            <pc:sldMk cId="520438753" sldId="268"/>
            <ac:spMk id="29" creationId="{F74BF932-33BA-4D02-B430-F9E87E454D01}"/>
          </ac:spMkLst>
        </pc:spChg>
        <pc:spChg chg="add mod">
          <ac:chgData name="André-Guy Bruneau" userId="c9f3b82d5570fc32" providerId="LiveId" clId="{C4496A7D-9A64-4B82-9835-F710A7718518}" dt="2026-09-29T09:00:31.632" v="281"/>
          <ac:spMkLst>
            <pc:docMk/>
            <pc:sldMk cId="520438753" sldId="268"/>
            <ac:spMk id="30" creationId="{A17DF5F5-8C2E-4112-AFD2-4FCA990AE7F0}"/>
          </ac:spMkLst>
        </pc:spChg>
        <pc:spChg chg="add mod">
          <ac:chgData name="André-Guy Bruneau" userId="c9f3b82d5570fc32" providerId="LiveId" clId="{C4496A7D-9A64-4B82-9835-F710A7718518}" dt="2026-09-29T09:00:31.635" v="285"/>
          <ac:spMkLst>
            <pc:docMk/>
            <pc:sldMk cId="520438753" sldId="268"/>
            <ac:spMk id="31" creationId="{A6EB2582-59DE-47D7-BC2C-B1A2BCA8FBEE}"/>
          </ac:spMkLst>
        </pc:spChg>
        <pc:spChg chg="add mod">
          <ac:chgData name="André-Guy Bruneau" userId="c9f3b82d5570fc32" providerId="LiveId" clId="{C4496A7D-9A64-4B82-9835-F710A7718518}" dt="2026-09-29T09:00:31.636" v="289"/>
          <ac:spMkLst>
            <pc:docMk/>
            <pc:sldMk cId="520438753" sldId="268"/>
            <ac:spMk id="32" creationId="{5A85ACCA-6EF3-43F8-9215-FCCFE73F9720}"/>
          </ac:spMkLst>
        </pc:spChg>
        <pc:spChg chg="add mod">
          <ac:chgData name="André-Guy Bruneau" userId="c9f3b82d5570fc32" providerId="LiveId" clId="{C4496A7D-9A64-4B82-9835-F710A7718518}" dt="2026-09-29T09:00:31.636" v="293"/>
          <ac:spMkLst>
            <pc:docMk/>
            <pc:sldMk cId="520438753" sldId="268"/>
            <ac:spMk id="33" creationId="{3836C284-5ED8-4953-9980-045453F636D4}"/>
          </ac:spMkLst>
        </pc:spChg>
        <pc:spChg chg="add mod">
          <ac:chgData name="André-Guy Bruneau" userId="c9f3b82d5570fc32" providerId="LiveId" clId="{C4496A7D-9A64-4B82-9835-F710A7718518}" dt="2026-09-29T09:00:31.636" v="297"/>
          <ac:spMkLst>
            <pc:docMk/>
            <pc:sldMk cId="520438753" sldId="268"/>
            <ac:spMk id="34" creationId="{4E5C900E-0065-4293-8AFB-FFB15B809478}"/>
          </ac:spMkLst>
        </pc:spChg>
        <pc:spChg chg="add mod">
          <ac:chgData name="André-Guy Bruneau" userId="c9f3b82d5570fc32" providerId="LiveId" clId="{C4496A7D-9A64-4B82-9835-F710A7718518}" dt="2026-09-29T09:00:31.636" v="301"/>
          <ac:spMkLst>
            <pc:docMk/>
            <pc:sldMk cId="520438753" sldId="268"/>
            <ac:spMk id="35" creationId="{139C9966-E184-4C12-AB24-8E5BD710CC6F}"/>
          </ac:spMkLst>
        </pc:spChg>
        <pc:spChg chg="add mod">
          <ac:chgData name="André-Guy Bruneau" userId="c9f3b82d5570fc32" providerId="LiveId" clId="{C4496A7D-9A64-4B82-9835-F710A7718518}" dt="2026-09-29T09:00:31.636" v="305"/>
          <ac:spMkLst>
            <pc:docMk/>
            <pc:sldMk cId="520438753" sldId="268"/>
            <ac:spMk id="36" creationId="{68494C81-6E84-49D3-951B-86FD83FE11C9}"/>
          </ac:spMkLst>
        </pc:spChg>
        <pc:spChg chg="add mod">
          <ac:chgData name="André-Guy Bruneau" userId="c9f3b82d5570fc32" providerId="LiveId" clId="{C4496A7D-9A64-4B82-9835-F710A7718518}" dt="2026-09-29T09:00:31.636" v="309"/>
          <ac:spMkLst>
            <pc:docMk/>
            <pc:sldMk cId="520438753" sldId="268"/>
            <ac:spMk id="37" creationId="{E2FF8872-CBB1-4DE5-BF14-DA0F3925637D}"/>
          </ac:spMkLst>
        </pc:spChg>
        <pc:spChg chg="add mod">
          <ac:chgData name="André-Guy Bruneau" userId="c9f3b82d5570fc32" providerId="LiveId" clId="{C4496A7D-9A64-4B82-9835-F710A7718518}" dt="2026-09-29T09:00:31.640" v="313"/>
          <ac:spMkLst>
            <pc:docMk/>
            <pc:sldMk cId="520438753" sldId="268"/>
            <ac:spMk id="38" creationId="{CF7DD45C-891D-41DA-9B78-53B76F00C616}"/>
          </ac:spMkLst>
        </pc:spChg>
        <pc:grpChg chg="add mod">
          <ac:chgData name="André-Guy Bruneau" userId="c9f3b82d5570fc32" providerId="LiveId" clId="{C4496A7D-9A64-4B82-9835-F710A7718518}" dt="2026-09-29T09:00:31.705" v="485"/>
          <ac:grpSpMkLst>
            <pc:docMk/>
            <pc:sldMk cId="520438753" sldId="268"/>
            <ac:grpSpMk id="39" creationId="{070CC8B6-D375-DF64-B79B-73914E99524F}"/>
          </ac:grpSpMkLst>
        </pc:grpChg>
      </pc:sldChg>
      <pc:sldChg chg="add del">
        <pc:chgData name="André-Guy Bruneau" userId="c9f3b82d5570fc32" providerId="LiveId" clId="{C4496A7D-9A64-4B82-9835-F710A7718518}" dt="2026-09-29T08:49:55.082" v="9"/>
        <pc:sldMkLst>
          <pc:docMk/>
          <pc:sldMk cId="2018943429" sldId="269"/>
        </pc:sldMkLst>
      </pc:sldChg>
      <pc:sldChg chg="add del">
        <pc:chgData name="André-Guy Bruneau" userId="c9f3b82d5570fc32" providerId="LiveId" clId="{C4496A7D-9A64-4B82-9835-F710A7718518}" dt="2026-09-29T08:50:24.265" v="11"/>
        <pc:sldMkLst>
          <pc:docMk/>
          <pc:sldMk cId="2826374024" sldId="270"/>
        </pc:sldMkLst>
      </pc:sldChg>
      <pc:sldChg chg="add del">
        <pc:chgData name="André-Guy Bruneau" userId="c9f3b82d5570fc32" providerId="LiveId" clId="{C4496A7D-9A64-4B82-9835-F710A7718518}" dt="2026-09-29T08:50:41.637" v="13"/>
        <pc:sldMkLst>
          <pc:docMk/>
          <pc:sldMk cId="2103469792" sldId="271"/>
        </pc:sldMkLst>
      </pc:sldChg>
      <pc:sldChg chg="addSp modSp add del mod">
        <pc:chgData name="André-Guy Bruneau" userId="c9f3b82d5570fc32" providerId="LiveId" clId="{C4496A7D-9A64-4B82-9835-F710A7718518}" dt="2026-09-29T09:16:43.347" v="586"/>
        <pc:sldMkLst>
          <pc:docMk/>
          <pc:sldMk cId="2451330682" sldId="272"/>
        </pc:sldMkLst>
        <pc:spChg chg="mod">
          <ac:chgData name="André-Guy Bruneau" userId="c9f3b82d5570fc32" providerId="LiveId" clId="{C4496A7D-9A64-4B82-9835-F710A7718518}" dt="2026-09-29T08:52:01.580" v="31"/>
          <ac:spMkLst>
            <pc:docMk/>
            <pc:sldMk cId="2451330682" sldId="272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4"/>
          <ac:spMkLst>
            <pc:docMk/>
            <pc:sldMk cId="2451330682" sldId="272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5"/>
          <ac:spMkLst>
            <pc:docMk/>
            <pc:sldMk cId="2451330682" sldId="272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6"/>
          <ac:spMkLst>
            <pc:docMk/>
            <pc:sldMk cId="2451330682" sldId="272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0:57.354" v="494"/>
          <ac:spMkLst>
            <pc:docMk/>
            <pc:sldMk cId="2451330682" sldId="272"/>
            <ac:spMk id="29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1" v="317"/>
          <ac:spMkLst>
            <pc:docMk/>
            <pc:sldMk cId="2451330682" sldId="272"/>
            <ac:spMk id="30" creationId="{8E06AC4B-6078-40E6-8227-775B65F4412B}"/>
          </ac:spMkLst>
        </pc:spChg>
        <pc:spChg chg="add mod">
          <ac:chgData name="André-Guy Bruneau" userId="c9f3b82d5570fc32" providerId="LiveId" clId="{C4496A7D-9A64-4B82-9835-F710A7718518}" dt="2026-09-29T09:00:31.641" v="321"/>
          <ac:spMkLst>
            <pc:docMk/>
            <pc:sldMk cId="2451330682" sldId="272"/>
            <ac:spMk id="31" creationId="{9D2F7DDC-DFB0-4B74-B601-36A64A9D3B2A}"/>
          </ac:spMkLst>
        </pc:spChg>
        <pc:spChg chg="add mod">
          <ac:chgData name="André-Guy Bruneau" userId="c9f3b82d5570fc32" providerId="LiveId" clId="{C4496A7D-9A64-4B82-9835-F710A7718518}" dt="2026-09-29T09:00:31.641" v="325"/>
          <ac:spMkLst>
            <pc:docMk/>
            <pc:sldMk cId="2451330682" sldId="272"/>
            <ac:spMk id="32" creationId="{4964D572-62B1-49F8-9B38-7A413975506E}"/>
          </ac:spMkLst>
        </pc:spChg>
        <pc:spChg chg="add mod">
          <ac:chgData name="André-Guy Bruneau" userId="c9f3b82d5570fc32" providerId="LiveId" clId="{C4496A7D-9A64-4B82-9835-F710A7718518}" dt="2026-09-29T09:00:31.641" v="329"/>
          <ac:spMkLst>
            <pc:docMk/>
            <pc:sldMk cId="2451330682" sldId="272"/>
            <ac:spMk id="33" creationId="{57491592-0A2C-4888-A62D-E0CDA0B195C2}"/>
          </ac:spMkLst>
        </pc:spChg>
        <pc:spChg chg="add mod">
          <ac:chgData name="André-Guy Bruneau" userId="c9f3b82d5570fc32" providerId="LiveId" clId="{C4496A7D-9A64-4B82-9835-F710A7718518}" dt="2026-09-29T09:00:31.641" v="333"/>
          <ac:spMkLst>
            <pc:docMk/>
            <pc:sldMk cId="2451330682" sldId="272"/>
            <ac:spMk id="34" creationId="{A4F8FCED-72D2-45C9-8A78-076480F6C86F}"/>
          </ac:spMkLst>
        </pc:spChg>
        <pc:spChg chg="add mod">
          <ac:chgData name="André-Guy Bruneau" userId="c9f3b82d5570fc32" providerId="LiveId" clId="{C4496A7D-9A64-4B82-9835-F710A7718518}" dt="2026-09-29T09:00:31.641" v="337"/>
          <ac:spMkLst>
            <pc:docMk/>
            <pc:sldMk cId="2451330682" sldId="272"/>
            <ac:spMk id="35" creationId="{2147E98B-D830-4310-963D-C63681ABE1CA}"/>
          </ac:spMkLst>
        </pc:spChg>
        <pc:spChg chg="add mod">
          <ac:chgData name="André-Guy Bruneau" userId="c9f3b82d5570fc32" providerId="LiveId" clId="{C4496A7D-9A64-4B82-9835-F710A7718518}" dt="2026-09-29T09:00:31.641" v="341"/>
          <ac:spMkLst>
            <pc:docMk/>
            <pc:sldMk cId="2451330682" sldId="272"/>
            <ac:spMk id="36" creationId="{5FDA1967-544E-4FC3-B046-4DA0033D1D8D}"/>
          </ac:spMkLst>
        </pc:spChg>
        <pc:spChg chg="add mod">
          <ac:chgData name="André-Guy Bruneau" userId="c9f3b82d5570fc32" providerId="LiveId" clId="{C4496A7D-9A64-4B82-9835-F710A7718518}" dt="2026-09-29T09:00:31.645" v="345"/>
          <ac:spMkLst>
            <pc:docMk/>
            <pc:sldMk cId="2451330682" sldId="272"/>
            <ac:spMk id="37" creationId="{0C18F75D-E397-46F3-A055-32B66EFD9D02}"/>
          </ac:spMkLst>
        </pc:spChg>
        <pc:spChg chg="add mod">
          <ac:chgData name="André-Guy Bruneau" userId="c9f3b82d5570fc32" providerId="LiveId" clId="{C4496A7D-9A64-4B82-9835-F710A7718518}" dt="2026-09-29T09:00:31.645" v="349"/>
          <ac:spMkLst>
            <pc:docMk/>
            <pc:sldMk cId="2451330682" sldId="272"/>
            <ac:spMk id="38" creationId="{5F8D3B35-B858-45F8-B019-BF1E4B918D96}"/>
          </ac:spMkLst>
        </pc:spChg>
        <pc:spChg chg="add mod">
          <ac:chgData name="André-Guy Bruneau" userId="c9f3b82d5570fc32" providerId="LiveId" clId="{C4496A7D-9A64-4B82-9835-F710A7718518}" dt="2026-09-29T09:00:31.645" v="353"/>
          <ac:spMkLst>
            <pc:docMk/>
            <pc:sldMk cId="2451330682" sldId="272"/>
            <ac:spMk id="39" creationId="{F1C93F09-F3F8-4BCE-BB79-90F75EC2B1A6}"/>
          </ac:spMkLst>
        </pc:spChg>
        <pc:grpChg chg="add mod">
          <ac:chgData name="André-Guy Bruneau" userId="c9f3b82d5570fc32" providerId="LiveId" clId="{C4496A7D-9A64-4B82-9835-F710A7718518}" dt="2026-09-29T09:00:31.706" v="487"/>
          <ac:grpSpMkLst>
            <pc:docMk/>
            <pc:sldMk cId="2451330682" sldId="272"/>
            <ac:grpSpMk id="40" creationId="{CC1BD772-2981-3FCB-EA30-FCD23F2D2210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2.186" v="588"/>
        <pc:sldMkLst>
          <pc:docMk/>
          <pc:sldMk cId="4048670213" sldId="273"/>
        </pc:sldMkLst>
        <pc:spChg chg="mod">
          <ac:chgData name="André-Guy Bruneau" userId="c9f3b82d5570fc32" providerId="LiveId" clId="{C4496A7D-9A64-4B82-9835-F710A7718518}" dt="2026-09-29T08:52:01.580" v="32"/>
          <ac:spMkLst>
            <pc:docMk/>
            <pc:sldMk cId="4048670213" sldId="273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5" v="357"/>
          <ac:spMkLst>
            <pc:docMk/>
            <pc:sldMk cId="4048670213" sldId="273"/>
            <ac:spMk id="28" creationId="{10FD387B-2E51-47BE-B761-798B87F3D656}"/>
          </ac:spMkLst>
        </pc:spChg>
        <pc:spChg chg="add mod">
          <ac:chgData name="André-Guy Bruneau" userId="c9f3b82d5570fc32" providerId="LiveId" clId="{C4496A7D-9A64-4B82-9835-F710A7718518}" dt="2026-09-29T09:00:31.648" v="361"/>
          <ac:spMkLst>
            <pc:docMk/>
            <pc:sldMk cId="4048670213" sldId="273"/>
            <ac:spMk id="29" creationId="{2250E8FE-4396-4549-8BFC-91740756B43A}"/>
          </ac:spMkLst>
        </pc:spChg>
        <pc:spChg chg="add mod">
          <ac:chgData name="André-Guy Bruneau" userId="c9f3b82d5570fc32" providerId="LiveId" clId="{C4496A7D-9A64-4B82-9835-F710A7718518}" dt="2026-09-29T09:00:31.648" v="365"/>
          <ac:spMkLst>
            <pc:docMk/>
            <pc:sldMk cId="4048670213" sldId="273"/>
            <ac:spMk id="30" creationId="{EBADB7B5-57C8-48E9-A2DA-28E7BEC9BAC4}"/>
          </ac:spMkLst>
        </pc:spChg>
        <pc:spChg chg="add mod">
          <ac:chgData name="André-Guy Bruneau" userId="c9f3b82d5570fc32" providerId="LiveId" clId="{C4496A7D-9A64-4B82-9835-F710A7718518}" dt="2026-09-29T09:00:31.649" v="369"/>
          <ac:spMkLst>
            <pc:docMk/>
            <pc:sldMk cId="4048670213" sldId="273"/>
            <ac:spMk id="31" creationId="{DFE17888-2631-42EB-91F2-163874C583DA}"/>
          </ac:spMkLst>
        </pc:spChg>
        <pc:spChg chg="add mod">
          <ac:chgData name="André-Guy Bruneau" userId="c9f3b82d5570fc32" providerId="LiveId" clId="{C4496A7D-9A64-4B82-9835-F710A7718518}" dt="2026-09-29T09:00:31.649" v="373"/>
          <ac:spMkLst>
            <pc:docMk/>
            <pc:sldMk cId="4048670213" sldId="273"/>
            <ac:spMk id="32" creationId="{3FFA2970-8A05-4905-A10E-020C19A79CB0}"/>
          </ac:spMkLst>
        </pc:spChg>
        <pc:spChg chg="add mod">
          <ac:chgData name="André-Guy Bruneau" userId="c9f3b82d5570fc32" providerId="LiveId" clId="{C4496A7D-9A64-4B82-9835-F710A7718518}" dt="2026-09-29T09:00:31.649" v="377"/>
          <ac:spMkLst>
            <pc:docMk/>
            <pc:sldMk cId="4048670213" sldId="273"/>
            <ac:spMk id="33" creationId="{5F0D3A5E-006A-4C1A-8E30-040C772833A6}"/>
          </ac:spMkLst>
        </pc:spChg>
        <pc:spChg chg="add mod">
          <ac:chgData name="André-Guy Bruneau" userId="c9f3b82d5570fc32" providerId="LiveId" clId="{C4496A7D-9A64-4B82-9835-F710A7718518}" dt="2026-09-29T09:00:31.649" v="381"/>
          <ac:spMkLst>
            <pc:docMk/>
            <pc:sldMk cId="4048670213" sldId="273"/>
            <ac:spMk id="34" creationId="{7B8CB60A-F333-490D-9D04-32A1F8E27DF3}"/>
          </ac:spMkLst>
        </pc:spChg>
        <pc:spChg chg="add mod">
          <ac:chgData name="André-Guy Bruneau" userId="c9f3b82d5570fc32" providerId="LiveId" clId="{C4496A7D-9A64-4B82-9835-F710A7718518}" dt="2026-09-29T09:00:31.649" v="385"/>
          <ac:spMkLst>
            <pc:docMk/>
            <pc:sldMk cId="4048670213" sldId="273"/>
            <ac:spMk id="35" creationId="{C26347F0-876A-4A1F-B3A7-7D338E1D7EE6}"/>
          </ac:spMkLst>
        </pc:spChg>
        <pc:spChg chg="add mod">
          <ac:chgData name="André-Guy Bruneau" userId="c9f3b82d5570fc32" providerId="LiveId" clId="{C4496A7D-9A64-4B82-9835-F710A7718518}" dt="2026-09-29T09:00:31.652" v="389"/>
          <ac:spMkLst>
            <pc:docMk/>
            <pc:sldMk cId="4048670213" sldId="273"/>
            <ac:spMk id="36" creationId="{40374364-93F9-4DC4-B62A-CE8EEB6BB238}"/>
          </ac:spMkLst>
        </pc:spChg>
        <pc:spChg chg="add mod">
          <ac:chgData name="André-Guy Bruneau" userId="c9f3b82d5570fc32" providerId="LiveId" clId="{C4496A7D-9A64-4B82-9835-F710A7718518}" dt="2026-09-29T09:00:31.654" v="393"/>
          <ac:spMkLst>
            <pc:docMk/>
            <pc:sldMk cId="4048670213" sldId="273"/>
            <ac:spMk id="37" creationId="{07BA0948-65F4-4CC7-A875-D99D557D7986}"/>
          </ac:spMkLst>
        </pc:spChg>
        <pc:grpChg chg="add mod">
          <ac:chgData name="André-Guy Bruneau" userId="c9f3b82d5570fc32" providerId="LiveId" clId="{C4496A7D-9A64-4B82-9835-F710A7718518}" dt="2026-09-29T09:00:31.707" v="489"/>
          <ac:grpSpMkLst>
            <pc:docMk/>
            <pc:sldMk cId="4048670213" sldId="273"/>
            <ac:grpSpMk id="38" creationId="{54AA34CA-5B03-5C04-DE27-1F9D8C9BBD6C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9.810" v="590"/>
        <pc:sldMkLst>
          <pc:docMk/>
          <pc:sldMk cId="1125482714" sldId="274"/>
        </pc:sldMkLst>
        <pc:spChg chg="mod">
          <ac:chgData name="André-Guy Bruneau" userId="c9f3b82d5570fc32" providerId="LiveId" clId="{C4496A7D-9A64-4B82-9835-F710A7718518}" dt="2026-09-29T08:52:01.580" v="33"/>
          <ac:spMkLst>
            <pc:docMk/>
            <pc:sldMk cId="1125482714" sldId="274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54" v="397"/>
          <ac:spMkLst>
            <pc:docMk/>
            <pc:sldMk cId="1125482714" sldId="274"/>
            <ac:spMk id="36" creationId="{6202EB97-D07D-4F8C-8079-A04114707027}"/>
          </ac:spMkLst>
        </pc:spChg>
        <pc:spChg chg="add mod">
          <ac:chgData name="André-Guy Bruneau" userId="c9f3b82d5570fc32" providerId="LiveId" clId="{C4496A7D-9A64-4B82-9835-F710A7718518}" dt="2026-09-29T09:00:31.655" v="401"/>
          <ac:spMkLst>
            <pc:docMk/>
            <pc:sldMk cId="1125482714" sldId="274"/>
            <ac:spMk id="37" creationId="{F9C3BD9D-AB9A-48D4-B9DF-5CEF9CC0795E}"/>
          </ac:spMkLst>
        </pc:spChg>
        <pc:spChg chg="add mod">
          <ac:chgData name="André-Guy Bruneau" userId="c9f3b82d5570fc32" providerId="LiveId" clId="{C4496A7D-9A64-4B82-9835-F710A7718518}" dt="2026-09-29T09:00:31.656" v="405"/>
          <ac:spMkLst>
            <pc:docMk/>
            <pc:sldMk cId="1125482714" sldId="274"/>
            <ac:spMk id="38" creationId="{B5FDAFAB-1F0E-4FB0-875F-4ED3D229199E}"/>
          </ac:spMkLst>
        </pc:spChg>
        <pc:spChg chg="add mod">
          <ac:chgData name="André-Guy Bruneau" userId="c9f3b82d5570fc32" providerId="LiveId" clId="{C4496A7D-9A64-4B82-9835-F710A7718518}" dt="2026-09-29T09:00:31.656" v="409"/>
          <ac:spMkLst>
            <pc:docMk/>
            <pc:sldMk cId="1125482714" sldId="274"/>
            <ac:spMk id="39" creationId="{66098B2A-1235-428A-8F0A-7390C32376A7}"/>
          </ac:spMkLst>
        </pc:spChg>
        <pc:spChg chg="add mod">
          <ac:chgData name="André-Guy Bruneau" userId="c9f3b82d5570fc32" providerId="LiveId" clId="{C4496A7D-9A64-4B82-9835-F710A7718518}" dt="2026-09-29T09:00:31.657" v="413"/>
          <ac:spMkLst>
            <pc:docMk/>
            <pc:sldMk cId="1125482714" sldId="274"/>
            <ac:spMk id="40" creationId="{3D4302D5-07BC-454A-A0E2-2C346EFEE995}"/>
          </ac:spMkLst>
        </pc:spChg>
        <pc:spChg chg="add mod">
          <ac:chgData name="André-Guy Bruneau" userId="c9f3b82d5570fc32" providerId="LiveId" clId="{C4496A7D-9A64-4B82-9835-F710A7718518}" dt="2026-09-29T09:00:31.658" v="417"/>
          <ac:spMkLst>
            <pc:docMk/>
            <pc:sldMk cId="1125482714" sldId="274"/>
            <ac:spMk id="41" creationId="{108CB3ED-3FFE-4140-8016-F3B09E145F9C}"/>
          </ac:spMkLst>
        </pc:spChg>
        <pc:spChg chg="add mod">
          <ac:chgData name="André-Guy Bruneau" userId="c9f3b82d5570fc32" providerId="LiveId" clId="{C4496A7D-9A64-4B82-9835-F710A7718518}" dt="2026-09-29T09:00:31.658" v="421"/>
          <ac:spMkLst>
            <pc:docMk/>
            <pc:sldMk cId="1125482714" sldId="274"/>
            <ac:spMk id="42" creationId="{20526511-EDB0-462A-8F19-D96011012CB0}"/>
          </ac:spMkLst>
        </pc:spChg>
        <pc:spChg chg="add mod">
          <ac:chgData name="André-Guy Bruneau" userId="c9f3b82d5570fc32" providerId="LiveId" clId="{C4496A7D-9A64-4B82-9835-F710A7718518}" dt="2026-09-29T09:00:31.659" v="425"/>
          <ac:spMkLst>
            <pc:docMk/>
            <pc:sldMk cId="1125482714" sldId="274"/>
            <ac:spMk id="43" creationId="{D11DB073-CA0B-4B4E-9B95-710D0F5F4B10}"/>
          </ac:spMkLst>
        </pc:spChg>
        <pc:spChg chg="add mod">
          <ac:chgData name="André-Guy Bruneau" userId="c9f3b82d5570fc32" providerId="LiveId" clId="{C4496A7D-9A64-4B82-9835-F710A7718518}" dt="2026-09-29T09:00:31.660" v="429"/>
          <ac:spMkLst>
            <pc:docMk/>
            <pc:sldMk cId="1125482714" sldId="274"/>
            <ac:spMk id="44" creationId="{BC8F3D8F-B43C-4462-A342-DBB045DF584D}"/>
          </ac:spMkLst>
        </pc:spChg>
        <pc:spChg chg="add mod">
          <ac:chgData name="André-Guy Bruneau" userId="c9f3b82d5570fc32" providerId="LiveId" clId="{C4496A7D-9A64-4B82-9835-F710A7718518}" dt="2026-09-29T09:00:31.660" v="433"/>
          <ac:spMkLst>
            <pc:docMk/>
            <pc:sldMk cId="1125482714" sldId="274"/>
            <ac:spMk id="45" creationId="{51C0D016-338C-4F9C-976C-585C4570AAD4}"/>
          </ac:spMkLst>
        </pc:spChg>
        <pc:grpChg chg="add mod">
          <ac:chgData name="André-Guy Bruneau" userId="c9f3b82d5570fc32" providerId="LiveId" clId="{C4496A7D-9A64-4B82-9835-F710A7718518}" dt="2026-09-29T09:00:31.711" v="491"/>
          <ac:grpSpMkLst>
            <pc:docMk/>
            <pc:sldMk cId="1125482714" sldId="274"/>
            <ac:grpSpMk id="46" creationId="{89FB9312-E96A-C221-E19A-E0E5D40B58F8}"/>
          </ac:grpSpMkLst>
        </pc:grpChg>
      </pc:sldChg>
      <pc:sldChg chg="addSp delSp modSp add del mod">
        <pc:chgData name="André-Guy Bruneau" userId="c9f3b82d5570fc32" providerId="LiveId" clId="{C4496A7D-9A64-4B82-9835-F710A7718518}" dt="2026-09-29T08:57:36.014" v="63"/>
        <pc:sldMkLst>
          <pc:docMk/>
          <pc:sldMk cId="350341982" sldId="275"/>
        </pc:sldMkLst>
        <pc:spChg chg="add del mod">
          <ac:chgData name="André-Guy Bruneau" userId="c9f3b82d5570fc32" providerId="LiveId" clId="{C4496A7D-9A64-4B82-9835-F710A7718518}" dt="2026-09-29T08:55:14.516" v="48"/>
          <ac:spMkLst>
            <pc:docMk/>
            <pc:sldMk cId="350341982" sldId="275"/>
            <ac:spMk id="22" creationId="{14E898CA-A9B4-2411-A9F9-5C954076A7B6}"/>
          </ac:spMkLst>
        </pc:spChg>
        <pc:picChg chg="add mod">
          <ac:chgData name="André-Guy Bruneau" userId="c9f3b82d5570fc32" providerId="LiveId" clId="{C4496A7D-9A64-4B82-9835-F710A7718518}" dt="2026-09-29T08:55:20.888" v="61" actId="1036"/>
          <ac:picMkLst>
            <pc:docMk/>
            <pc:sldMk cId="350341982" sldId="275"/>
            <ac:picMk id="24" creationId="{C0C717DF-1736-21F3-CB87-A7DCC964D2E4}"/>
          </ac:picMkLst>
        </pc:picChg>
      </pc:sldChg>
      <pc:sldChg chg="add del">
        <pc:chgData name="André-Guy Bruneau" userId="c9f3b82d5570fc32" providerId="LiveId" clId="{C4496A7D-9A64-4B82-9835-F710A7718518}" dt="2026-09-29T08:52:58.478" v="40"/>
        <pc:sldMkLst>
          <pc:docMk/>
          <pc:sldMk cId="2517198661" sldId="276"/>
        </pc:sldMkLst>
      </pc:sldChg>
      <pc:sldChg chg="add del">
        <pc:chgData name="André-Guy Bruneau" userId="c9f3b82d5570fc32" providerId="LiveId" clId="{C4496A7D-9A64-4B82-9835-F710A7718518}" dt="2026-09-29T08:52:35.236" v="38"/>
        <pc:sldMkLst>
          <pc:docMk/>
          <pc:sldMk cId="3691075619" sldId="277"/>
        </pc:sldMkLst>
      </pc:sldChg>
      <pc:sldChg chg="addSp modSp add del mod">
        <pc:chgData name="André-Guy Bruneau" userId="c9f3b82d5570fc32" providerId="LiveId" clId="{C4496A7D-9A64-4B82-9835-F710A7718518}" dt="2026-09-29T09:17:06.440" v="592"/>
        <pc:sldMkLst>
          <pc:docMk/>
          <pc:sldMk cId="794361964" sldId="278"/>
        </pc:sldMkLst>
        <pc:spChg chg="add mod">
          <ac:chgData name="André-Guy Bruneau" userId="c9f3b82d5570fc32" providerId="LiveId" clId="{C4496A7D-9A64-4B82-9835-F710A7718518}" dt="2026-09-29T09:00:31.661" v="437"/>
          <ac:spMkLst>
            <pc:docMk/>
            <pc:sldMk cId="794361964" sldId="278"/>
            <ac:spMk id="28" creationId="{802369C7-2B48-45BF-AD35-9647AA71010A}"/>
          </ac:spMkLst>
        </pc:spChg>
        <pc:spChg chg="add mod">
          <ac:chgData name="André-Guy Bruneau" userId="c9f3b82d5570fc32" providerId="LiveId" clId="{C4496A7D-9A64-4B82-9835-F710A7718518}" dt="2026-09-29T09:00:31.662" v="441"/>
          <ac:spMkLst>
            <pc:docMk/>
            <pc:sldMk cId="794361964" sldId="278"/>
            <ac:spMk id="29" creationId="{E2E1FD2E-EF4E-414F-9E39-F12C601D39DA}"/>
          </ac:spMkLst>
        </pc:spChg>
        <pc:spChg chg="add mod">
          <ac:chgData name="André-Guy Bruneau" userId="c9f3b82d5570fc32" providerId="LiveId" clId="{C4496A7D-9A64-4B82-9835-F710A7718518}" dt="2026-09-29T09:00:31.662" v="445"/>
          <ac:spMkLst>
            <pc:docMk/>
            <pc:sldMk cId="794361964" sldId="278"/>
            <ac:spMk id="30" creationId="{5676BFA7-CCC6-4AF9-BBF0-96B0805A36F6}"/>
          </ac:spMkLst>
        </pc:spChg>
        <pc:spChg chg="add mod">
          <ac:chgData name="André-Guy Bruneau" userId="c9f3b82d5570fc32" providerId="LiveId" clId="{C4496A7D-9A64-4B82-9835-F710A7718518}" dt="2026-09-29T09:00:31.663" v="449"/>
          <ac:spMkLst>
            <pc:docMk/>
            <pc:sldMk cId="794361964" sldId="278"/>
            <ac:spMk id="31" creationId="{A89B6EA4-08B1-45B5-AE41-056839BB456E}"/>
          </ac:spMkLst>
        </pc:spChg>
        <pc:spChg chg="add mod">
          <ac:chgData name="André-Guy Bruneau" userId="c9f3b82d5570fc32" providerId="LiveId" clId="{C4496A7D-9A64-4B82-9835-F710A7718518}" dt="2026-09-29T09:00:31.664" v="453"/>
          <ac:spMkLst>
            <pc:docMk/>
            <pc:sldMk cId="794361964" sldId="278"/>
            <ac:spMk id="32" creationId="{30BA0FBA-3D5C-474D-B8E4-31D4E5C03766}"/>
          </ac:spMkLst>
        </pc:spChg>
        <pc:spChg chg="add mod">
          <ac:chgData name="André-Guy Bruneau" userId="c9f3b82d5570fc32" providerId="LiveId" clId="{C4496A7D-9A64-4B82-9835-F710A7718518}" dt="2026-09-29T09:00:31.664" v="457"/>
          <ac:spMkLst>
            <pc:docMk/>
            <pc:sldMk cId="794361964" sldId="278"/>
            <ac:spMk id="33" creationId="{DBF001EF-E556-4540-BCBF-7A6C57534001}"/>
          </ac:spMkLst>
        </pc:spChg>
        <pc:spChg chg="add mod">
          <ac:chgData name="André-Guy Bruneau" userId="c9f3b82d5570fc32" providerId="LiveId" clId="{C4496A7D-9A64-4B82-9835-F710A7718518}" dt="2026-09-29T09:00:31.665" v="461"/>
          <ac:spMkLst>
            <pc:docMk/>
            <pc:sldMk cId="794361964" sldId="278"/>
            <ac:spMk id="34" creationId="{F0F28198-D487-4632-A106-45ACD082C5DD}"/>
          </ac:spMkLst>
        </pc:spChg>
        <pc:spChg chg="add mod">
          <ac:chgData name="André-Guy Bruneau" userId="c9f3b82d5570fc32" providerId="LiveId" clId="{C4496A7D-9A64-4B82-9835-F710A7718518}" dt="2026-09-29T09:00:31.666" v="465"/>
          <ac:spMkLst>
            <pc:docMk/>
            <pc:sldMk cId="794361964" sldId="278"/>
            <ac:spMk id="35" creationId="{3068779A-556C-42D2-A9A4-CAA52245A358}"/>
          </ac:spMkLst>
        </pc:spChg>
        <pc:spChg chg="add mod">
          <ac:chgData name="André-Guy Bruneau" userId="c9f3b82d5570fc32" providerId="LiveId" clId="{C4496A7D-9A64-4B82-9835-F710A7718518}" dt="2026-09-29T09:00:31.666" v="469"/>
          <ac:spMkLst>
            <pc:docMk/>
            <pc:sldMk cId="794361964" sldId="278"/>
            <ac:spMk id="36" creationId="{381F1C5C-E6F3-4227-802E-9893EEA659EB}"/>
          </ac:spMkLst>
        </pc:spChg>
        <pc:spChg chg="add mod">
          <ac:chgData name="André-Guy Bruneau" userId="c9f3b82d5570fc32" providerId="LiveId" clId="{C4496A7D-9A64-4B82-9835-F710A7718518}" dt="2026-09-29T09:00:31.667" v="473"/>
          <ac:spMkLst>
            <pc:docMk/>
            <pc:sldMk cId="794361964" sldId="278"/>
            <ac:spMk id="37" creationId="{E20070C7-AA2A-4B19-B1A1-C62073067B95}"/>
          </ac:spMkLst>
        </pc:spChg>
        <pc:grpChg chg="add mod">
          <ac:chgData name="André-Guy Bruneau" userId="c9f3b82d5570fc32" providerId="LiveId" clId="{C4496A7D-9A64-4B82-9835-F710A7718518}" dt="2026-09-29T09:00:31.711" v="493"/>
          <ac:grpSpMkLst>
            <pc:docMk/>
            <pc:sldMk cId="794361964" sldId="278"/>
            <ac:grpSpMk id="38" creationId="{82CA5AC9-D3AF-7BC7-B843-71C730461073}"/>
          </ac:grpSpMkLst>
        </pc:grpChg>
      </pc:sldChg>
      <pc:sldChg chg="addSp modSp add del mod">
        <pc:chgData name="André-Guy Bruneau" userId="c9f3b82d5570fc32" providerId="LiveId" clId="{C4496A7D-9A64-4B82-9835-F710A7718518}" dt="2026-09-29T09:16:17.900" v="580"/>
        <pc:sldMkLst>
          <pc:docMk/>
          <pc:sldMk cId="3641363195" sldId="279"/>
        </pc:sldMkLst>
        <pc:spChg chg="mod">
          <ac:chgData name="André-Guy Bruneau" userId="c9f3b82d5570fc32" providerId="LiveId" clId="{C4496A7D-9A64-4B82-9835-F710A7718518}" dt="2026-09-29T09:05:36.134" v="515" actId="20577"/>
          <ac:spMkLst>
            <pc:docMk/>
            <pc:sldMk cId="3641363195" sldId="27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9:44.604" v="567" actId="1036"/>
          <ac:spMkLst>
            <pc:docMk/>
            <pc:sldMk cId="3641363195" sldId="279"/>
            <ac:spMk id="1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19" v="197"/>
          <ac:spMkLst>
            <pc:docMk/>
            <pc:sldMk cId="3641363195" sldId="279"/>
            <ac:spMk id="39" creationId="{83253D9A-8A4C-48F5-ABA6-93CD8ECC9B48}"/>
          </ac:spMkLst>
        </pc:spChg>
        <pc:spChg chg="add mod">
          <ac:chgData name="André-Guy Bruneau" userId="c9f3b82d5570fc32" providerId="LiveId" clId="{C4496A7D-9A64-4B82-9835-F710A7718518}" dt="2026-09-29T09:00:31.619" v="201"/>
          <ac:spMkLst>
            <pc:docMk/>
            <pc:sldMk cId="3641363195" sldId="279"/>
            <ac:spMk id="40" creationId="{75BA22E9-42A1-4627-ADA2-277B086A8A20}"/>
          </ac:spMkLst>
        </pc:spChg>
        <pc:spChg chg="add mod">
          <ac:chgData name="André-Guy Bruneau" userId="c9f3b82d5570fc32" providerId="LiveId" clId="{C4496A7D-9A64-4B82-9835-F710A7718518}" dt="2026-09-29T09:00:31.619" v="205"/>
          <ac:spMkLst>
            <pc:docMk/>
            <pc:sldMk cId="3641363195" sldId="279"/>
            <ac:spMk id="41" creationId="{F407A0FD-6FFB-4967-86B4-E8439DE260A3}"/>
          </ac:spMkLst>
        </pc:spChg>
        <pc:spChg chg="add mod">
          <ac:chgData name="André-Guy Bruneau" userId="c9f3b82d5570fc32" providerId="LiveId" clId="{C4496A7D-9A64-4B82-9835-F710A7718518}" dt="2026-09-29T09:00:31.619" v="209"/>
          <ac:spMkLst>
            <pc:docMk/>
            <pc:sldMk cId="3641363195" sldId="279"/>
            <ac:spMk id="42" creationId="{27EE14B6-21B0-42B6-8540-4E4D1AFAE4BB}"/>
          </ac:spMkLst>
        </pc:spChg>
        <pc:spChg chg="add mod">
          <ac:chgData name="André-Guy Bruneau" userId="c9f3b82d5570fc32" providerId="LiveId" clId="{C4496A7D-9A64-4B82-9835-F710A7718518}" dt="2026-09-29T09:00:31.623" v="213"/>
          <ac:spMkLst>
            <pc:docMk/>
            <pc:sldMk cId="3641363195" sldId="279"/>
            <ac:spMk id="43" creationId="{D7DDC5A1-224B-40AB-9FFF-ECBB03D6EBB6}"/>
          </ac:spMkLst>
        </pc:spChg>
        <pc:spChg chg="add mod">
          <ac:chgData name="André-Guy Bruneau" userId="c9f3b82d5570fc32" providerId="LiveId" clId="{C4496A7D-9A64-4B82-9835-F710A7718518}" dt="2026-09-29T09:00:31.623" v="217"/>
          <ac:spMkLst>
            <pc:docMk/>
            <pc:sldMk cId="3641363195" sldId="279"/>
            <ac:spMk id="44" creationId="{24ED3064-212E-4BE5-8A54-0B26B7CBD6D8}"/>
          </ac:spMkLst>
        </pc:spChg>
        <pc:spChg chg="add mod">
          <ac:chgData name="André-Guy Bruneau" userId="c9f3b82d5570fc32" providerId="LiveId" clId="{C4496A7D-9A64-4B82-9835-F710A7718518}" dt="2026-09-29T09:00:31.624" v="221"/>
          <ac:spMkLst>
            <pc:docMk/>
            <pc:sldMk cId="3641363195" sldId="279"/>
            <ac:spMk id="45" creationId="{D44E5682-4D7A-476D-95E5-A829352ECFC4}"/>
          </ac:spMkLst>
        </pc:spChg>
        <pc:spChg chg="add mod">
          <ac:chgData name="André-Guy Bruneau" userId="c9f3b82d5570fc32" providerId="LiveId" clId="{C4496A7D-9A64-4B82-9835-F710A7718518}" dt="2026-09-29T09:00:31.624" v="225"/>
          <ac:spMkLst>
            <pc:docMk/>
            <pc:sldMk cId="3641363195" sldId="279"/>
            <ac:spMk id="46" creationId="{A3FBC028-1A62-4095-B794-C3306844248F}"/>
          </ac:spMkLst>
        </pc:spChg>
        <pc:spChg chg="add mod">
          <ac:chgData name="André-Guy Bruneau" userId="c9f3b82d5570fc32" providerId="LiveId" clId="{C4496A7D-9A64-4B82-9835-F710A7718518}" dt="2026-09-29T09:00:31.624" v="229"/>
          <ac:spMkLst>
            <pc:docMk/>
            <pc:sldMk cId="3641363195" sldId="279"/>
            <ac:spMk id="47" creationId="{B6948777-FD14-47BA-84D3-E14B0A68974E}"/>
          </ac:spMkLst>
        </pc:spChg>
        <pc:spChg chg="add mod">
          <ac:chgData name="André-Guy Bruneau" userId="c9f3b82d5570fc32" providerId="LiveId" clId="{C4496A7D-9A64-4B82-9835-F710A7718518}" dt="2026-09-29T09:00:31.624" v="233"/>
          <ac:spMkLst>
            <pc:docMk/>
            <pc:sldMk cId="3641363195" sldId="279"/>
            <ac:spMk id="48" creationId="{E004E023-B8CB-43D5-A12C-2A78AF53CD57}"/>
          </ac:spMkLst>
        </pc:spChg>
        <pc:spChg chg="add mod">
          <ac:chgData name="André-Guy Bruneau" userId="c9f3b82d5570fc32" providerId="LiveId" clId="{C4496A7D-9A64-4B82-9835-F710A7718518}" dt="2026-09-29T09:10:02.732" v="572" actId="1035"/>
          <ac:spMkLst>
            <pc:docMk/>
            <pc:sldMk cId="3641363195" sldId="279"/>
            <ac:spMk id="50" creationId="{58E43F81-CDF3-49D0-95E5-8EC85AF8BE78}"/>
          </ac:spMkLst>
        </pc:spChg>
        <pc:grpChg chg="add mod">
          <ac:chgData name="André-Guy Bruneau" userId="c9f3b82d5570fc32" providerId="LiveId" clId="{C4496A7D-9A64-4B82-9835-F710A7718518}" dt="2026-09-29T09:00:31.697" v="481"/>
          <ac:grpSpMkLst>
            <pc:docMk/>
            <pc:sldMk cId="3641363195" sldId="279"/>
            <ac:grpSpMk id="49" creationId="{9AD41C34-0BA7-CC0A-9276-26C6D4D0B5EA}"/>
          </ac:grpSpMkLst>
        </pc:grpChg>
        <pc:grpChg chg="add mod">
          <ac:chgData name="André-Guy Bruneau" userId="c9f3b82d5570fc32" providerId="LiveId" clId="{C4496A7D-9A64-4B82-9835-F710A7718518}" dt="2026-09-29T09:08:47.970" v="530"/>
          <ac:grpSpMkLst>
            <pc:docMk/>
            <pc:sldMk cId="3641363195" sldId="279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29T08:59:29.863" v="73" actId="1035"/>
          <ac:picMkLst>
            <pc:docMk/>
            <pc:sldMk cId="3641363195" sldId="279"/>
            <ac:picMk id="11" creationId="{00000000-0000-0000-0000-000000000000}"/>
          </ac:picMkLst>
        </pc:picChg>
      </pc:sldChg>
      <pc:sldChg chg="addSp modSp add del mod">
        <pc:chgData name="André-Guy Bruneau" userId="c9f3b82d5570fc32" providerId="LiveId" clId="{C4496A7D-9A64-4B82-9835-F710A7718518}" dt="2026-09-29T09:15:49.916" v="574"/>
        <pc:sldMkLst>
          <pc:docMk/>
          <pc:sldMk cId="3121612182" sldId="280"/>
        </pc:sldMkLst>
        <pc:spChg chg="add mod">
          <ac:chgData name="André-Guy Bruneau" userId="c9f3b82d5570fc32" providerId="LiveId" clId="{C4496A7D-9A64-4B82-9835-F710A7718518}" dt="2026-09-29T09:00:31.598" v="77"/>
          <ac:spMkLst>
            <pc:docMk/>
            <pc:sldMk cId="3121612182" sldId="280"/>
            <ac:spMk id="8" creationId="{FDEF62B6-38FD-4F21-B395-1AF160528B54}"/>
          </ac:spMkLst>
        </pc:spChg>
        <pc:spChg chg="add mod">
          <ac:chgData name="André-Guy Bruneau" userId="c9f3b82d5570fc32" providerId="LiveId" clId="{C4496A7D-9A64-4B82-9835-F710A7718518}" dt="2026-09-29T09:00:31.599" v="81"/>
          <ac:spMkLst>
            <pc:docMk/>
            <pc:sldMk cId="3121612182" sldId="280"/>
            <ac:spMk id="9" creationId="{A7233073-0BCB-4D65-9DF1-1DFCB1EE4BDE}"/>
          </ac:spMkLst>
        </pc:spChg>
        <pc:spChg chg="add mod">
          <ac:chgData name="André-Guy Bruneau" userId="c9f3b82d5570fc32" providerId="LiveId" clId="{C4496A7D-9A64-4B82-9835-F710A7718518}" dt="2026-09-29T09:00:31.599" v="85"/>
          <ac:spMkLst>
            <pc:docMk/>
            <pc:sldMk cId="3121612182" sldId="280"/>
            <ac:spMk id="10" creationId="{90335968-E8D2-4083-9A6A-25B9462A3449}"/>
          </ac:spMkLst>
        </pc:spChg>
        <pc:spChg chg="add mod">
          <ac:chgData name="André-Guy Bruneau" userId="c9f3b82d5570fc32" providerId="LiveId" clId="{C4496A7D-9A64-4B82-9835-F710A7718518}" dt="2026-09-29T09:00:31.599" v="89"/>
          <ac:spMkLst>
            <pc:docMk/>
            <pc:sldMk cId="3121612182" sldId="280"/>
            <ac:spMk id="11" creationId="{E2D26B0A-2418-47F1-8014-AC1DD22ACDFA}"/>
          </ac:spMkLst>
        </pc:spChg>
        <pc:spChg chg="add mod">
          <ac:chgData name="André-Guy Bruneau" userId="c9f3b82d5570fc32" providerId="LiveId" clId="{C4496A7D-9A64-4B82-9835-F710A7718518}" dt="2026-09-29T09:00:31.599" v="93"/>
          <ac:spMkLst>
            <pc:docMk/>
            <pc:sldMk cId="3121612182" sldId="280"/>
            <ac:spMk id="12" creationId="{88C9A0A2-E03A-484C-AE73-737C4C835017}"/>
          </ac:spMkLst>
        </pc:spChg>
        <pc:spChg chg="add mod">
          <ac:chgData name="André-Guy Bruneau" userId="c9f3b82d5570fc32" providerId="LiveId" clId="{C4496A7D-9A64-4B82-9835-F710A7718518}" dt="2026-09-29T09:00:31.599" v="97"/>
          <ac:spMkLst>
            <pc:docMk/>
            <pc:sldMk cId="3121612182" sldId="280"/>
            <ac:spMk id="13" creationId="{CF044E84-D099-492A-B650-3CACC217E91E}"/>
          </ac:spMkLst>
        </pc:spChg>
        <pc:spChg chg="add mod">
          <ac:chgData name="André-Guy Bruneau" userId="c9f3b82d5570fc32" providerId="LiveId" clId="{C4496A7D-9A64-4B82-9835-F710A7718518}" dt="2026-09-29T09:00:31.599" v="101"/>
          <ac:spMkLst>
            <pc:docMk/>
            <pc:sldMk cId="3121612182" sldId="280"/>
            <ac:spMk id="14" creationId="{C8918C6A-0BD0-4B92-847F-A4D4647FE2AD}"/>
          </ac:spMkLst>
        </pc:spChg>
        <pc:spChg chg="add mod">
          <ac:chgData name="André-Guy Bruneau" userId="c9f3b82d5570fc32" providerId="LiveId" clId="{C4496A7D-9A64-4B82-9835-F710A7718518}" dt="2026-09-29T09:00:31.599" v="105"/>
          <ac:spMkLst>
            <pc:docMk/>
            <pc:sldMk cId="3121612182" sldId="280"/>
            <ac:spMk id="15" creationId="{AC012A00-7FD3-4964-A85F-A5B03AA4743D}"/>
          </ac:spMkLst>
        </pc:spChg>
        <pc:spChg chg="add mod">
          <ac:chgData name="André-Guy Bruneau" userId="c9f3b82d5570fc32" providerId="LiveId" clId="{C4496A7D-9A64-4B82-9835-F710A7718518}" dt="2026-09-29T09:00:31.603" v="109"/>
          <ac:spMkLst>
            <pc:docMk/>
            <pc:sldMk cId="3121612182" sldId="280"/>
            <ac:spMk id="16" creationId="{8569876D-CFEC-4701-BA6E-0E86A360B387}"/>
          </ac:spMkLst>
        </pc:spChg>
        <pc:spChg chg="add mod">
          <ac:chgData name="André-Guy Bruneau" userId="c9f3b82d5570fc32" providerId="LiveId" clId="{C4496A7D-9A64-4B82-9835-F710A7718518}" dt="2026-09-29T09:00:31.603" v="113"/>
          <ac:spMkLst>
            <pc:docMk/>
            <pc:sldMk cId="3121612182" sldId="280"/>
            <ac:spMk id="17" creationId="{63ECA6B1-46E8-4906-9277-447A0E5FC475}"/>
          </ac:spMkLst>
        </pc:spChg>
        <pc:grpChg chg="add mod">
          <ac:chgData name="André-Guy Bruneau" userId="c9f3b82d5570fc32" providerId="LiveId" clId="{C4496A7D-9A64-4B82-9835-F710A7718518}" dt="2026-09-29T09:00:31.689" v="475"/>
          <ac:grpSpMkLst>
            <pc:docMk/>
            <pc:sldMk cId="3121612182" sldId="280"/>
            <ac:grpSpMk id="18" creationId="{2D8CD160-06D5-2B9C-0847-4DAAF8E959FE}"/>
          </ac:grpSpMkLst>
        </pc:grpChg>
      </pc:sldChg>
      <pc:sldChg chg="addSp modSp add del mod">
        <pc:chgData name="André-Guy Bruneau" userId="c9f3b82d5570fc32" providerId="LiveId" clId="{C4496A7D-9A64-4B82-9835-F710A7718518}" dt="2026-09-29T09:16:07.416" v="578"/>
        <pc:sldMkLst>
          <pc:docMk/>
          <pc:sldMk cId="787994839" sldId="281"/>
        </pc:sldMkLst>
        <pc:spChg chg="add mod">
          <ac:chgData name="André-Guy Bruneau" userId="c9f3b82d5570fc32" providerId="LiveId" clId="{C4496A7D-9A64-4B82-9835-F710A7718518}" dt="2026-09-29T09:00:31.612" v="157"/>
          <ac:spMkLst>
            <pc:docMk/>
            <pc:sldMk cId="787994839" sldId="281"/>
            <ac:spMk id="30" creationId="{0E217EC5-E4A8-464F-9549-E01A922F1783}"/>
          </ac:spMkLst>
        </pc:spChg>
        <pc:spChg chg="add mod">
          <ac:chgData name="André-Guy Bruneau" userId="c9f3b82d5570fc32" providerId="LiveId" clId="{C4496A7D-9A64-4B82-9835-F710A7718518}" dt="2026-09-29T09:00:31.614" v="161"/>
          <ac:spMkLst>
            <pc:docMk/>
            <pc:sldMk cId="787994839" sldId="281"/>
            <ac:spMk id="31" creationId="{DF18C76E-F1B6-4143-9D22-DDED28127131}"/>
          </ac:spMkLst>
        </pc:spChg>
        <pc:spChg chg="add mod">
          <ac:chgData name="André-Guy Bruneau" userId="c9f3b82d5570fc32" providerId="LiveId" clId="{C4496A7D-9A64-4B82-9835-F710A7718518}" dt="2026-09-29T09:00:31.614" v="165"/>
          <ac:spMkLst>
            <pc:docMk/>
            <pc:sldMk cId="787994839" sldId="281"/>
            <ac:spMk id="32" creationId="{348CFF3D-8031-44CF-9DCB-F35086D3DEA8}"/>
          </ac:spMkLst>
        </pc:spChg>
        <pc:spChg chg="add mod">
          <ac:chgData name="André-Guy Bruneau" userId="c9f3b82d5570fc32" providerId="LiveId" clId="{C4496A7D-9A64-4B82-9835-F710A7718518}" dt="2026-09-29T09:00:31.615" v="169"/>
          <ac:spMkLst>
            <pc:docMk/>
            <pc:sldMk cId="787994839" sldId="281"/>
            <ac:spMk id="33" creationId="{A6508282-934B-4CCF-A19B-F038EBF118FF}"/>
          </ac:spMkLst>
        </pc:spChg>
        <pc:spChg chg="add mod">
          <ac:chgData name="André-Guy Bruneau" userId="c9f3b82d5570fc32" providerId="LiveId" clId="{C4496A7D-9A64-4B82-9835-F710A7718518}" dt="2026-09-29T09:00:31.616" v="173"/>
          <ac:spMkLst>
            <pc:docMk/>
            <pc:sldMk cId="787994839" sldId="281"/>
            <ac:spMk id="34" creationId="{C783DBC7-3738-4CA9-ABAE-3B09037DFBD2}"/>
          </ac:spMkLst>
        </pc:spChg>
        <pc:spChg chg="add mod">
          <ac:chgData name="André-Guy Bruneau" userId="c9f3b82d5570fc32" providerId="LiveId" clId="{C4496A7D-9A64-4B82-9835-F710A7718518}" dt="2026-09-29T09:00:31.616" v="177"/>
          <ac:spMkLst>
            <pc:docMk/>
            <pc:sldMk cId="787994839" sldId="281"/>
            <ac:spMk id="35" creationId="{FDB749F9-EDBF-4BCB-9E9C-8BBD3EE5C6D2}"/>
          </ac:spMkLst>
        </pc:spChg>
        <pc:spChg chg="add mod">
          <ac:chgData name="André-Guy Bruneau" userId="c9f3b82d5570fc32" providerId="LiveId" clId="{C4496A7D-9A64-4B82-9835-F710A7718518}" dt="2026-09-29T09:00:31.616" v="181"/>
          <ac:spMkLst>
            <pc:docMk/>
            <pc:sldMk cId="787994839" sldId="281"/>
            <ac:spMk id="36" creationId="{E9A03ECB-80DF-4827-952E-004DFD99B4F7}"/>
          </ac:spMkLst>
        </pc:spChg>
        <pc:spChg chg="add mod">
          <ac:chgData name="André-Guy Bruneau" userId="c9f3b82d5570fc32" providerId="LiveId" clId="{C4496A7D-9A64-4B82-9835-F710A7718518}" dt="2026-09-29T09:00:31.616" v="185"/>
          <ac:spMkLst>
            <pc:docMk/>
            <pc:sldMk cId="787994839" sldId="281"/>
            <ac:spMk id="37" creationId="{E580D3A4-7A8B-4081-9055-11D185D9AEBB}"/>
          </ac:spMkLst>
        </pc:spChg>
        <pc:spChg chg="add mod">
          <ac:chgData name="André-Guy Bruneau" userId="c9f3b82d5570fc32" providerId="LiveId" clId="{C4496A7D-9A64-4B82-9835-F710A7718518}" dt="2026-09-29T09:00:31.616" v="189"/>
          <ac:spMkLst>
            <pc:docMk/>
            <pc:sldMk cId="787994839" sldId="281"/>
            <ac:spMk id="38" creationId="{4994E537-CA88-49A8-9280-C95384CF2879}"/>
          </ac:spMkLst>
        </pc:spChg>
        <pc:spChg chg="add mod">
          <ac:chgData name="André-Guy Bruneau" userId="c9f3b82d5570fc32" providerId="LiveId" clId="{C4496A7D-9A64-4B82-9835-F710A7718518}" dt="2026-09-29T09:00:31.619" v="193"/>
          <ac:spMkLst>
            <pc:docMk/>
            <pc:sldMk cId="787994839" sldId="281"/>
            <ac:spMk id="39" creationId="{0D7D90B7-5BE9-4C58-A06A-20524451D47C}"/>
          </ac:spMkLst>
        </pc:spChg>
        <pc:grpChg chg="add mod">
          <ac:chgData name="André-Guy Bruneau" userId="c9f3b82d5570fc32" providerId="LiveId" clId="{C4496A7D-9A64-4B82-9835-F710A7718518}" dt="2026-09-29T09:00:31.695" v="479"/>
          <ac:grpSpMkLst>
            <pc:docMk/>
            <pc:sldMk cId="787994839" sldId="281"/>
            <ac:grpSpMk id="40" creationId="{4D6D3163-E7B1-462D-CC95-DF3EE350DA87}"/>
          </ac:grpSpMkLst>
        </pc:grpChg>
      </pc:sldChg>
      <pc:sldChg chg="add del">
        <pc:chgData name="André-Guy Bruneau" userId="c9f3b82d5570fc32" providerId="LiveId" clId="{C4496A7D-9A64-4B82-9835-F710A7718518}" dt="2026-09-29T08:57:53.958" v="65"/>
        <pc:sldMkLst>
          <pc:docMk/>
          <pc:sldMk cId="722592404" sldId="282"/>
        </pc:sldMkLst>
      </pc:sldChg>
      <pc:sldChg chg="addSp modSp add del mod">
        <pc:chgData name="André-Guy Bruneau" userId="c9f3b82d5570fc32" providerId="LiveId" clId="{C4496A7D-9A64-4B82-9835-F710A7718518}" dt="2026-09-29T09:15:59.939" v="576"/>
        <pc:sldMkLst>
          <pc:docMk/>
          <pc:sldMk cId="1495884744" sldId="283"/>
        </pc:sldMkLst>
        <pc:spChg chg="add mod">
          <ac:chgData name="André-Guy Bruneau" userId="c9f3b82d5570fc32" providerId="LiveId" clId="{C4496A7D-9A64-4B82-9835-F710A7718518}" dt="2026-09-29T09:00:31.603" v="117"/>
          <ac:spMkLst>
            <pc:docMk/>
            <pc:sldMk cId="1495884744" sldId="283"/>
            <ac:spMk id="22" creationId="{D93B0C2F-0EB7-4BC4-92FD-5B1BAFB05218}"/>
          </ac:spMkLst>
        </pc:spChg>
        <pc:spChg chg="add mod">
          <ac:chgData name="André-Guy Bruneau" userId="c9f3b82d5570fc32" providerId="LiveId" clId="{C4496A7D-9A64-4B82-9835-F710A7718518}" dt="2026-09-29T09:00:31.606" v="121"/>
          <ac:spMkLst>
            <pc:docMk/>
            <pc:sldMk cId="1495884744" sldId="283"/>
            <ac:spMk id="23" creationId="{42C640FA-98F5-4638-804F-E6432B989CF6}"/>
          </ac:spMkLst>
        </pc:spChg>
        <pc:spChg chg="add mod">
          <ac:chgData name="André-Guy Bruneau" userId="c9f3b82d5570fc32" providerId="LiveId" clId="{C4496A7D-9A64-4B82-9835-F710A7718518}" dt="2026-09-29T09:00:31.606" v="125"/>
          <ac:spMkLst>
            <pc:docMk/>
            <pc:sldMk cId="1495884744" sldId="283"/>
            <ac:spMk id="25" creationId="{DCEB1527-13FE-4A1D-9B83-C78DBBE58FC9}"/>
          </ac:spMkLst>
        </pc:spChg>
        <pc:spChg chg="add mod">
          <ac:chgData name="André-Guy Bruneau" userId="c9f3b82d5570fc32" providerId="LiveId" clId="{C4496A7D-9A64-4B82-9835-F710A7718518}" dt="2026-09-29T09:00:31.607" v="129"/>
          <ac:spMkLst>
            <pc:docMk/>
            <pc:sldMk cId="1495884744" sldId="283"/>
            <ac:spMk id="26" creationId="{16F2790A-8DFD-4A7A-BC8F-63132FE238DF}"/>
          </ac:spMkLst>
        </pc:spChg>
        <pc:spChg chg="add mod">
          <ac:chgData name="André-Guy Bruneau" userId="c9f3b82d5570fc32" providerId="LiveId" clId="{C4496A7D-9A64-4B82-9835-F710A7718518}" dt="2026-09-29T09:00:31.607" v="133"/>
          <ac:spMkLst>
            <pc:docMk/>
            <pc:sldMk cId="1495884744" sldId="283"/>
            <ac:spMk id="27" creationId="{E72EADD2-F021-48C3-9E83-C361003729D6}"/>
          </ac:spMkLst>
        </pc:spChg>
        <pc:spChg chg="add mod">
          <ac:chgData name="André-Guy Bruneau" userId="c9f3b82d5570fc32" providerId="LiveId" clId="{C4496A7D-9A64-4B82-9835-F710A7718518}" dt="2026-09-29T09:00:31.607" v="137"/>
          <ac:spMkLst>
            <pc:docMk/>
            <pc:sldMk cId="1495884744" sldId="283"/>
            <ac:spMk id="28" creationId="{9B23ADA8-5E0F-4360-AEA1-134FCEF497B2}"/>
          </ac:spMkLst>
        </pc:spChg>
        <pc:spChg chg="add mod">
          <ac:chgData name="André-Guy Bruneau" userId="c9f3b82d5570fc32" providerId="LiveId" clId="{C4496A7D-9A64-4B82-9835-F710A7718518}" dt="2026-09-29T09:00:31.607" v="141"/>
          <ac:spMkLst>
            <pc:docMk/>
            <pc:sldMk cId="1495884744" sldId="283"/>
            <ac:spMk id="29" creationId="{A2CB3A20-00C5-4281-B054-2C3F9A0997EA}"/>
          </ac:spMkLst>
        </pc:spChg>
        <pc:spChg chg="add mod">
          <ac:chgData name="André-Guy Bruneau" userId="c9f3b82d5570fc32" providerId="LiveId" clId="{C4496A7D-9A64-4B82-9835-F710A7718518}" dt="2026-09-29T09:00:31.607" v="145"/>
          <ac:spMkLst>
            <pc:docMk/>
            <pc:sldMk cId="1495884744" sldId="283"/>
            <ac:spMk id="30" creationId="{13068E35-73C1-4B47-9577-3A674C533845}"/>
          </ac:spMkLst>
        </pc:spChg>
        <pc:spChg chg="add mod">
          <ac:chgData name="André-Guy Bruneau" userId="c9f3b82d5570fc32" providerId="LiveId" clId="{C4496A7D-9A64-4B82-9835-F710A7718518}" dt="2026-09-29T09:00:31.612" v="149"/>
          <ac:spMkLst>
            <pc:docMk/>
            <pc:sldMk cId="1495884744" sldId="283"/>
            <ac:spMk id="31" creationId="{83C43D8A-4F7A-414F-B53C-B29AAE9B2C46}"/>
          </ac:spMkLst>
        </pc:spChg>
        <pc:spChg chg="add mod">
          <ac:chgData name="André-Guy Bruneau" userId="c9f3b82d5570fc32" providerId="LiveId" clId="{C4496A7D-9A64-4B82-9835-F710A7718518}" dt="2026-09-29T09:00:31.612" v="153"/>
          <ac:spMkLst>
            <pc:docMk/>
            <pc:sldMk cId="1495884744" sldId="283"/>
            <ac:spMk id="32" creationId="{E9E38AE2-2E8C-4ADA-892C-9573DC07D28E}"/>
          </ac:spMkLst>
        </pc:spChg>
        <pc:grpChg chg="add mod">
          <ac:chgData name="André-Guy Bruneau" userId="c9f3b82d5570fc32" providerId="LiveId" clId="{C4496A7D-9A64-4B82-9835-F710A7718518}" dt="2026-09-29T09:00:31.693" v="477"/>
          <ac:grpSpMkLst>
            <pc:docMk/>
            <pc:sldMk cId="1495884744" sldId="283"/>
            <ac:grpSpMk id="33" creationId="{3C1D82CA-0531-7B1E-6A9D-EF1D47113F4F}"/>
          </ac:grpSpMkLst>
        </pc:grpChg>
        <pc:picChg chg="mod">
          <ac:chgData name="André-Guy Bruneau" userId="c9f3b82d5570fc32" providerId="LiveId" clId="{C4496A7D-9A64-4B82-9835-F710A7718518}" dt="2026-09-29T08:58:13.373" v="69"/>
          <ac:picMkLst>
            <pc:docMk/>
            <pc:sldMk cId="1495884744" sldId="283"/>
            <ac:picMk id="24" creationId="{C0C717DF-1736-21F3-CB87-A7DCC964D2E4}"/>
          </ac:picMkLst>
        </pc:picChg>
      </pc:sldChg>
      <pc:sldChg chg="add">
        <pc:chgData name="André-Guy Bruneau" userId="c9f3b82d5570fc32" providerId="LiveId" clId="{C4496A7D-9A64-4B82-9835-F710A7718518}" dt="2026-09-29T09:15:49.913" v="573"/>
        <pc:sldMkLst>
          <pc:docMk/>
          <pc:sldMk cId="3461408040" sldId="284"/>
        </pc:sldMkLst>
      </pc:sldChg>
      <pc:sldChg chg="add">
        <pc:chgData name="André-Guy Bruneau" userId="c9f3b82d5570fc32" providerId="LiveId" clId="{C4496A7D-9A64-4B82-9835-F710A7718518}" dt="2026-09-29T09:15:59.934" v="575"/>
        <pc:sldMkLst>
          <pc:docMk/>
          <pc:sldMk cId="792893114" sldId="285"/>
        </pc:sldMkLst>
      </pc:sldChg>
      <pc:sldChg chg="modSp add mod">
        <pc:chgData name="André-Guy Bruneau" userId="c9f3b82d5570fc32" providerId="LiveId" clId="{C4496A7D-9A64-4B82-9835-F710A7718518}" dt="2026-09-30T12:44:02.224" v="1018" actId="6549"/>
        <pc:sldMkLst>
          <pc:docMk/>
          <pc:sldMk cId="867302485" sldId="286"/>
        </pc:sldMkLst>
        <pc:spChg chg="mod">
          <ac:chgData name="André-Guy Bruneau" userId="c9f3b82d5570fc32" providerId="LiveId" clId="{C4496A7D-9A64-4B82-9835-F710A7718518}" dt="2026-09-29T09:22:01.640" v="650" actId="6549"/>
          <ac:spMkLst>
            <pc:docMk/>
            <pc:sldMk cId="867302485" sldId="286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44:02.224" v="1018" actId="6549"/>
          <ac:spMkLst>
            <pc:docMk/>
            <pc:sldMk cId="867302485" sldId="286"/>
            <ac:spMk id="10" creationId="{00000000-0000-0000-0000-000000000000}"/>
          </ac:spMkLst>
        </pc:spChg>
      </pc:sldChg>
      <pc:sldChg chg="addSp delSp modSp add mod">
        <pc:chgData name="André-Guy Bruneau" userId="c9f3b82d5570fc32" providerId="LiveId" clId="{C4496A7D-9A64-4B82-9835-F710A7718518}" dt="2026-09-30T12:34:11.640" v="1003" actId="20577"/>
        <pc:sldMkLst>
          <pc:docMk/>
          <pc:sldMk cId="2225491804" sldId="287"/>
        </pc:sldMkLst>
        <pc:spChg chg="mod">
          <ac:chgData name="André-Guy Bruneau" userId="c9f3b82d5570fc32" providerId="LiveId" clId="{C4496A7D-9A64-4B82-9835-F710A7718518}" dt="2026-09-29T09:22:07.062" v="651" actId="20577"/>
          <ac:spMkLst>
            <pc:docMk/>
            <pc:sldMk cId="2225491804" sldId="287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7"/>
          <ac:spMkLst>
            <pc:docMk/>
            <pc:sldMk cId="2225491804" sldId="287"/>
            <ac:spMk id="1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7.151" v="924" actId="122"/>
          <ac:spMkLst>
            <pc:docMk/>
            <pc:sldMk cId="2225491804" sldId="287"/>
            <ac:spMk id="1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24.557" v="861" actId="20577"/>
          <ac:spMkLst>
            <pc:docMk/>
            <pc:sldMk cId="2225491804" sldId="287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9"/>
          <ac:spMkLst>
            <pc:docMk/>
            <pc:sldMk cId="2225491804" sldId="287"/>
            <ac:spMk id="2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9.371" v="925" actId="122"/>
          <ac:spMkLst>
            <pc:docMk/>
            <pc:sldMk cId="2225491804" sldId="287"/>
            <ac:spMk id="2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3.366" v="853" actId="122"/>
          <ac:spMkLst>
            <pc:docMk/>
            <pc:sldMk cId="2225491804" sldId="287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31"/>
          <ac:spMkLst>
            <pc:docMk/>
            <pc:sldMk cId="2225491804" sldId="287"/>
            <ac:spMk id="2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21.644" v="926" actId="122"/>
          <ac:spMkLst>
            <pc:docMk/>
            <pc:sldMk cId="2225491804" sldId="287"/>
            <ac:spMk id="2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6.025" v="854" actId="122"/>
          <ac:spMkLst>
            <pc:docMk/>
            <pc:sldMk cId="2225491804" sldId="287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31:32.600" v="933" actId="14100"/>
          <ac:spMkLst>
            <pc:docMk/>
            <pc:sldMk cId="2225491804" sldId="287"/>
            <ac:spMk id="50" creationId="{58E43F81-CDF3-49D0-95E5-8EC85AF8BE78}"/>
          </ac:spMkLst>
        </pc:spChg>
        <pc:spChg chg="add mod">
          <ac:chgData name="André-Guy Bruneau" userId="c9f3b82d5570fc32" providerId="LiveId" clId="{C4496A7D-9A64-4B82-9835-F710A7718518}" dt="2026-09-30T12:34:11.640" v="1003" actId="20577"/>
          <ac:spMkLst>
            <pc:docMk/>
            <pc:sldMk cId="2225491804" sldId="287"/>
            <ac:spMk id="55" creationId="{DC1F5BE0-5C8D-E461-DE32-3D57EAE8D1EA}"/>
          </ac:spMkLst>
        </pc:spChg>
        <pc:grpChg chg="mod">
          <ac:chgData name="André-Guy Bruneau" userId="c9f3b82d5570fc32" providerId="LiveId" clId="{C4496A7D-9A64-4B82-9835-F710A7718518}" dt="2026-09-30T12:33:12.881" v="946" actId="14100"/>
          <ac:grpSpMkLst>
            <pc:docMk/>
            <pc:sldMk cId="2225491804" sldId="287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30T12:33:30.557" v="967" actId="1038"/>
          <ac:picMkLst>
            <pc:docMk/>
            <pc:sldMk cId="2225491804" sldId="287"/>
            <ac:picMk id="1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28"/>
          <ac:picMkLst>
            <pc:docMk/>
            <pc:sldMk cId="2225491804" sldId="287"/>
            <ac:picMk id="16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0"/>
          <ac:picMkLst>
            <pc:docMk/>
            <pc:sldMk cId="2225491804" sldId="287"/>
            <ac:picMk id="2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2"/>
          <ac:picMkLst>
            <pc:docMk/>
            <pc:sldMk cId="2225491804" sldId="287"/>
            <ac:picMk id="26" creationId="{00000000-0000-0000-0000-000000000000}"/>
          </ac:picMkLst>
        </pc:picChg>
        <pc:picChg chg="add del mod">
          <ac:chgData name="André-Guy Bruneau" userId="c9f3b82d5570fc32" providerId="LiveId" clId="{C4496A7D-9A64-4B82-9835-F710A7718518}" dt="2026-09-30T12:33:50.531" v="970" actId="931"/>
          <ac:picMkLst>
            <pc:docMk/>
            <pc:sldMk cId="2225491804" sldId="287"/>
            <ac:picMk id="53" creationId="{62E394E2-F5B1-FCD7-5E30-97475B681B17}"/>
          </ac:picMkLst>
        </pc:picChg>
      </pc:sldChg>
      <pc:sldChg chg="modSp add mod">
        <pc:chgData name="André-Guy Bruneau" userId="c9f3b82d5570fc32" providerId="LiveId" clId="{C4496A7D-9A64-4B82-9835-F710A7718518}" dt="2026-09-29T09:23:57.659" v="657" actId="6549"/>
        <pc:sldMkLst>
          <pc:docMk/>
          <pc:sldMk cId="3403618460" sldId="288"/>
        </pc:sldMkLst>
        <pc:spChg chg="mod">
          <ac:chgData name="André-Guy Bruneau" userId="c9f3b82d5570fc32" providerId="LiveId" clId="{C4496A7D-9A64-4B82-9835-F710A7718518}" dt="2026-09-29T09:23:57.659" v="657" actId="6549"/>
          <ac:spMkLst>
            <pc:docMk/>
            <pc:sldMk cId="3403618460" sldId="288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21:52.058" v="649" actId="6549"/>
          <ac:spMkLst>
            <pc:docMk/>
            <pc:sldMk cId="3403618460" sldId="288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31.747" v="841" actId="20577"/>
        <pc:sldMkLst>
          <pc:docMk/>
          <pc:sldMk cId="3910658106" sldId="289"/>
        </pc:sldMkLst>
        <pc:spChg chg="mod">
          <ac:chgData name="André-Guy Bruneau" userId="c9f3b82d5570fc32" providerId="LiveId" clId="{C4496A7D-9A64-4B82-9835-F710A7718518}" dt="2026-09-29T09:27:10.182" v="685" actId="20577"/>
          <ac:spMkLst>
            <pc:docMk/>
            <pc:sldMk cId="3910658106" sldId="28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31.747" v="841" actId="20577"/>
          <ac:spMkLst>
            <pc:docMk/>
            <pc:sldMk cId="3910658106" sldId="289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4.101" v="840" actId="20577"/>
        <pc:sldMkLst>
          <pc:docMk/>
          <pc:sldMk cId="4196756966" sldId="290"/>
        </pc:sldMkLst>
        <pc:spChg chg="mod">
          <ac:chgData name="André-Guy Bruneau" userId="c9f3b82d5570fc32" providerId="LiveId" clId="{C4496A7D-9A64-4B82-9835-F710A7718518}" dt="2026-09-29T09:38:24.101" v="840" actId="20577"/>
          <ac:spMkLst>
            <pc:docMk/>
            <pc:sldMk cId="4196756966" sldId="290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0.354" v="839" actId="20577"/>
        <pc:sldMkLst>
          <pc:docMk/>
          <pc:sldMk cId="3222503855" sldId="291"/>
        </pc:sldMkLst>
        <pc:spChg chg="mod">
          <ac:chgData name="André-Guy Bruneau" userId="c9f3b82d5570fc32" providerId="LiveId" clId="{C4496A7D-9A64-4B82-9835-F710A7718518}" dt="2026-09-29T09:38:20.354" v="839" actId="20577"/>
          <ac:spMkLst>
            <pc:docMk/>
            <pc:sldMk cId="3222503855" sldId="291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14.970" v="838" actId="20577"/>
        <pc:sldMkLst>
          <pc:docMk/>
          <pc:sldMk cId="2106939873" sldId="292"/>
        </pc:sldMkLst>
        <pc:spChg chg="mod">
          <ac:chgData name="André-Guy Bruneau" userId="c9f3b82d5570fc32" providerId="LiveId" clId="{C4496A7D-9A64-4B82-9835-F710A7718518}" dt="2026-09-29T09:38:14.970" v="838" actId="20577"/>
          <ac:spMkLst>
            <pc:docMk/>
            <pc:sldMk cId="2106939873" sldId="292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09.684" v="837" actId="6549"/>
        <pc:sldMkLst>
          <pc:docMk/>
          <pc:sldMk cId="4217454005" sldId="293"/>
        </pc:sldMkLst>
        <pc:spChg chg="mod">
          <ac:chgData name="André-Guy Bruneau" userId="c9f3b82d5570fc32" providerId="LiveId" clId="{C4496A7D-9A64-4B82-9835-F710A7718518}" dt="2026-09-29T09:33:53.710" v="766" actId="20577"/>
          <ac:spMkLst>
            <pc:docMk/>
            <pc:sldMk cId="4217454005" sldId="293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09.684" v="837" actId="6549"/>
          <ac:spMkLst>
            <pc:docMk/>
            <pc:sldMk cId="4217454005" sldId="293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21.054" v="815" actId="20577"/>
          <ac:spMkLst>
            <pc:docMk/>
            <pc:sldMk cId="4217454005" sldId="293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13.626" v="810" actId="20577"/>
          <ac:spMkLst>
            <pc:docMk/>
            <pc:sldMk cId="4217454005" sldId="293"/>
            <ac:spMk id="2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52.595" v="836" actId="20577"/>
          <ac:spMkLst>
            <pc:docMk/>
            <pc:sldMk cId="4217454005" sldId="293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13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Stephen Yuille, Le sentier de la vie. La richesse du Psaume 119 (Europresse).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7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1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8" name="Barre de progression">
            <a:extLst>
              <a:ext uri="{FF2B5EF4-FFF2-40B4-BE49-F238E27FC236}">
                <a16:creationId xmlns:a16="http://schemas.microsoft.com/office/drawing/2014/main" id="{2D8CD160-06D5-2B9C-0847-4DAAF8E959FE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FDEF62B6-38FD-4F21-B395-1AF160528B54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A7233073-0BCB-4D65-9DF1-1DFCB1EE4BD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90335968-E8D2-4083-9A6A-25B9462A344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E2D26B0A-2418-47F1-8014-AC1DD22ACDF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88C9A0A2-E03A-484C-AE73-737C4C835017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CF044E84-D099-492A-B650-3CACC217E91E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C8918C6A-0BD0-4B92-847F-A4D4647FE2A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AC012A00-7FD3-4964-A85F-A5B03AA4743D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8569876D-CFEC-4701-BA6E-0E86A360B38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63ECA6B1-46E8-4906-9277-447A0E5FC47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6140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159000"/>
            <a:ext cx="3048000" cy="3048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263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4457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4191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4191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965700" y="2032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4191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4191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65700" y="2857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4191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4191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65700" y="3683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4191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4191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965700" y="4508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4191000" y="5638800"/>
            <a:ext cx="7416800" cy="635000"/>
          </a:xfrm>
          <a:prstGeom prst="roundRect">
            <a:avLst>
              <a:gd name="adj" fmla="val 150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4419600" y="5638800"/>
            <a:ext cx="695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4" name="Couverture du livre" descr="Couverture du livre « Le sentier de la vie – La richesse du Psaume 119 », de Stephen Yuille (Europresse)">
            <a:extLst>
              <a:ext uri="{FF2B5EF4-FFF2-40B4-BE49-F238E27FC236}">
                <a16:creationId xmlns:a16="http://schemas.microsoft.com/office/drawing/2014/main" id="{C0C717DF-1736-21F3-CB87-A7DCC964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1981200"/>
            <a:ext cx="2057400" cy="3276600"/>
          </a:xfrm>
          <a:prstGeom prst="rect">
            <a:avLst/>
          </a:prstGeom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3C1D82CA-0531-7B1E-6A9D-EF1D47113F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2" name="Progression 1">
              <a:extLst>
                <a:ext uri="{FF2B5EF4-FFF2-40B4-BE49-F238E27FC236}">
                  <a16:creationId xmlns:a16="http://schemas.microsoft.com/office/drawing/2014/main" id="{D93B0C2F-0EB7-4BC4-92FD-5B1BAFB0521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2">
              <a:extLst>
                <a:ext uri="{FF2B5EF4-FFF2-40B4-BE49-F238E27FC236}">
                  <a16:creationId xmlns:a16="http://schemas.microsoft.com/office/drawing/2014/main" id="{42C640FA-98F5-4638-804F-E6432B989CF6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3">
              <a:extLst>
                <a:ext uri="{FF2B5EF4-FFF2-40B4-BE49-F238E27FC236}">
                  <a16:creationId xmlns:a16="http://schemas.microsoft.com/office/drawing/2014/main" id="{DCEB1527-13FE-4A1D-9B83-C78DBBE58FC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4">
              <a:extLst>
                <a:ext uri="{FF2B5EF4-FFF2-40B4-BE49-F238E27FC236}">
                  <a16:creationId xmlns:a16="http://schemas.microsoft.com/office/drawing/2014/main" id="{16F2790A-8DFD-4A7A-BC8F-63132FE238D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5">
              <a:extLst>
                <a:ext uri="{FF2B5EF4-FFF2-40B4-BE49-F238E27FC236}">
                  <a16:creationId xmlns:a16="http://schemas.microsoft.com/office/drawing/2014/main" id="{E72EADD2-F021-48C3-9E83-C361003729D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6">
              <a:extLst>
                <a:ext uri="{FF2B5EF4-FFF2-40B4-BE49-F238E27FC236}">
                  <a16:creationId xmlns:a16="http://schemas.microsoft.com/office/drawing/2014/main" id="{9B23ADA8-5E0F-4360-AEA1-134FCEF497B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7">
              <a:extLst>
                <a:ext uri="{FF2B5EF4-FFF2-40B4-BE49-F238E27FC236}">
                  <a16:creationId xmlns:a16="http://schemas.microsoft.com/office/drawing/2014/main" id="{A2CB3A20-00C5-4281-B054-2C3F9A0997EA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8">
              <a:extLst>
                <a:ext uri="{FF2B5EF4-FFF2-40B4-BE49-F238E27FC236}">
                  <a16:creationId xmlns:a16="http://schemas.microsoft.com/office/drawing/2014/main" id="{13068E35-73C1-4B47-9577-3A674C533845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9">
              <a:extLst>
                <a:ext uri="{FF2B5EF4-FFF2-40B4-BE49-F238E27FC236}">
                  <a16:creationId xmlns:a16="http://schemas.microsoft.com/office/drawing/2014/main" id="{83C43D8A-4F7A-414F-B53C-B29AAE9B2C4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0">
              <a:extLst>
                <a:ext uri="{FF2B5EF4-FFF2-40B4-BE49-F238E27FC236}">
                  <a16:creationId xmlns:a16="http://schemas.microsoft.com/office/drawing/2014/main" id="{E9E38AE2-2E8C-4ADA-892C-9573DC07D28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79289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70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</a:t>
            </a: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4D6D3163-E7B1-462D-CC95-DF3EE350DA87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0E217EC5-E4A8-464F-9549-E01A922F1783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DF18C76E-F1B6-4143-9D22-DDED28127131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348CFF3D-8031-44CF-9DCB-F35086D3DEA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A6508282-934B-4CCF-A19B-F038EBF118F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C783DBC7-3738-4CA9-ABAE-3B09037DFBD2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FDB749F9-EDBF-4BCB-9E9C-8BBD3EE5C6D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E9A03ECB-80DF-4827-952E-004DFD99B4F7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E580D3A4-7A8B-4081-9055-11D185D9AEBB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4994E537-CA88-49A8-9280-C95384CF2879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0D7D90B7-5BE9-4C58-A06A-20524451D47C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86730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8078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 : </a:t>
            </a: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 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30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4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3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4" name="Image 5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6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6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9AD41C34-0BA7-CC0A-9276-26C6D4D0B5E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3253D9A-8A4C-48F5-ABA6-93CD8ECC9B4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75BA22E9-42A1-4627-ADA2-277B086A8A2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F407A0FD-6FFB-4967-86B4-E8439DE260A3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27EE14B6-21B0-42B6-8540-4E4D1AFAE4BB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D7DDC5A1-224B-40AB-9FFF-ECBB03D6EBB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4ED3064-212E-4BE5-8A54-0B26B7CBD6D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D44E5682-4D7A-476D-95E5-A829352ECFC4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A3FBC028-1A62-4095-B794-C3306844248F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B6948777-FD14-47BA-84D3-E14B0A68974E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E004E023-B8CB-43D5-A12C-2A78AF53CD57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51" name="Schéma Trinité">
            <a:extLst>
              <a:ext uri="{FF2B5EF4-FFF2-40B4-BE49-F238E27FC236}">
                <a16:creationId xmlns:a16="http://schemas.microsoft.com/office/drawing/2014/main" id="{01BA40E9-A651-A83A-2936-A9B01F4B384F}"/>
              </a:ext>
            </a:extLst>
          </p:cNvPr>
          <p:cNvGrpSpPr/>
          <p:nvPr/>
        </p:nvGrpSpPr>
        <p:grpSpPr>
          <a:xfrm>
            <a:off x="97100" y="1595065"/>
            <a:ext cx="4476036" cy="4027800"/>
            <a:chOff x="260370" y="1913435"/>
            <a:chExt cx="4319144" cy="3887229"/>
          </a:xfrm>
        </p:grpSpPr>
        <p:pic>
          <p:nvPicPr>
            <p:cNvPr id="11" name="Image 0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0370" y="1913435"/>
              <a:ext cx="4319144" cy="3887229"/>
            </a:xfrm>
            <a:prstGeom prst="rect">
              <a:avLst/>
            </a:prstGeom>
          </p:spPr>
        </p:pic>
        <p:sp>
          <p:nvSpPr>
            <p:cNvPr id="50" name="Légende : Périchorèse">
              <a:extLst>
                <a:ext uri="{FF2B5EF4-FFF2-40B4-BE49-F238E27FC236}">
                  <a16:creationId xmlns:a16="http://schemas.microsoft.com/office/drawing/2014/main" id="{58E43F81-CDF3-49D0-95E5-8EC85AF8BE78}"/>
                </a:ext>
              </a:extLst>
            </p:cNvPr>
            <p:cNvSpPr txBox="1"/>
            <p:nvPr/>
          </p:nvSpPr>
          <p:spPr>
            <a:xfrm>
              <a:off x="1104900" y="5195530"/>
              <a:ext cx="2540000" cy="468670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fr-CA" sz="2400" b="1" i="1" dirty="0" err="1">
                  <a:solidFill>
                    <a:srgbClr val="E8742A"/>
                  </a:solidFill>
                  <a:latin typeface="Cambria"/>
                  <a:ea typeface="Cambria"/>
                </a:rPr>
                <a:t>Périchorèse</a:t>
              </a:r>
              <a:endParaRPr lang="fr-CA" sz="2400" b="1" i="1" dirty="0">
                <a:solidFill>
                  <a:srgbClr val="E8742A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55" name="Légende : Périchorèse">
            <a:extLst>
              <a:ext uri="{FF2B5EF4-FFF2-40B4-BE49-F238E27FC236}">
                <a16:creationId xmlns:a16="http://schemas.microsoft.com/office/drawing/2014/main" id="{DC1F5BE0-5C8D-E461-DE32-3D57EAE8D1EA}"/>
              </a:ext>
            </a:extLst>
          </p:cNvPr>
          <p:cNvSpPr txBox="1"/>
          <p:nvPr/>
        </p:nvSpPr>
        <p:spPr>
          <a:xfrm>
            <a:off x="1013230" y="1691272"/>
            <a:ext cx="2632265" cy="485618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fr-CA" sz="2400" b="1" i="1" dirty="0">
                <a:solidFill>
                  <a:srgbClr val="E8742A"/>
                </a:solidFill>
                <a:latin typeface="Cambria"/>
                <a:ea typeface="Cambria"/>
              </a:rPr>
              <a:t>Relation Divine</a:t>
            </a:r>
          </a:p>
        </p:txBody>
      </p:sp>
    </p:spTree>
    <p:extLst>
      <p:ext uri="{BB962C8B-B14F-4D97-AF65-F5344CB8AC3E}">
        <p14:creationId xmlns:p14="http://schemas.microsoft.com/office/powerpoint/2010/main" val="22254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35" name="Barre de progression">
            <a:extLst>
              <a:ext uri="{FF2B5EF4-FFF2-40B4-BE49-F238E27FC236}">
                <a16:creationId xmlns:a16="http://schemas.microsoft.com/office/drawing/2014/main" id="{A5C76786-8B17-E3E6-05A5-23363297D71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>
              <a:extLst>
                <a:ext uri="{FF2B5EF4-FFF2-40B4-BE49-F238E27FC236}">
                  <a16:creationId xmlns:a16="http://schemas.microsoft.com/office/drawing/2014/main" id="{00DA3F9A-2F10-4DDD-B6C4-1FE829B71610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2">
              <a:extLst>
                <a:ext uri="{FF2B5EF4-FFF2-40B4-BE49-F238E27FC236}">
                  <a16:creationId xmlns:a16="http://schemas.microsoft.com/office/drawing/2014/main" id="{8B91EB4B-B040-4CE0-A403-430B4393429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3">
              <a:extLst>
                <a:ext uri="{FF2B5EF4-FFF2-40B4-BE49-F238E27FC236}">
                  <a16:creationId xmlns:a16="http://schemas.microsoft.com/office/drawing/2014/main" id="{AB4412A5-7A94-46D7-826A-F52F547D07B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4">
              <a:extLst>
                <a:ext uri="{FF2B5EF4-FFF2-40B4-BE49-F238E27FC236}">
                  <a16:creationId xmlns:a16="http://schemas.microsoft.com/office/drawing/2014/main" id="{1C5B3E66-0D86-432F-84E8-2955288A7C26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5">
              <a:extLst>
                <a:ext uri="{FF2B5EF4-FFF2-40B4-BE49-F238E27FC236}">
                  <a16:creationId xmlns:a16="http://schemas.microsoft.com/office/drawing/2014/main" id="{A1D2A81D-550F-4C6F-966F-82B332585FED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6">
              <a:extLst>
                <a:ext uri="{FF2B5EF4-FFF2-40B4-BE49-F238E27FC236}">
                  <a16:creationId xmlns:a16="http://schemas.microsoft.com/office/drawing/2014/main" id="{96BF6467-7F08-4960-8F18-C84641359EFF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7">
              <a:extLst>
                <a:ext uri="{FF2B5EF4-FFF2-40B4-BE49-F238E27FC236}">
                  <a16:creationId xmlns:a16="http://schemas.microsoft.com/office/drawing/2014/main" id="{1ED9248D-A1E7-4607-9B85-3E936CB9727E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8">
              <a:extLst>
                <a:ext uri="{FF2B5EF4-FFF2-40B4-BE49-F238E27FC236}">
                  <a16:creationId xmlns:a16="http://schemas.microsoft.com/office/drawing/2014/main" id="{1AC5E751-4FA6-4B8A-B3AB-3E844D817AB3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9">
              <a:extLst>
                <a:ext uri="{FF2B5EF4-FFF2-40B4-BE49-F238E27FC236}">
                  <a16:creationId xmlns:a16="http://schemas.microsoft.com/office/drawing/2014/main" id="{B0A696A3-3361-47E4-9139-D7AD0BB074C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0">
              <a:extLst>
                <a:ext uri="{FF2B5EF4-FFF2-40B4-BE49-F238E27FC236}">
                  <a16:creationId xmlns:a16="http://schemas.microsoft.com/office/drawing/2014/main" id="{B1A8EC2E-4915-4135-A08E-92E880DF160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0361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61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7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82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42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55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15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27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87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0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6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39" name="Barre de progression">
            <a:extLst>
              <a:ext uri="{FF2B5EF4-FFF2-40B4-BE49-F238E27FC236}">
                <a16:creationId xmlns:a16="http://schemas.microsoft.com/office/drawing/2014/main" id="{070CC8B6-D375-DF64-B79B-73914E9952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>
              <a:extLst>
                <a:ext uri="{FF2B5EF4-FFF2-40B4-BE49-F238E27FC236}">
                  <a16:creationId xmlns:a16="http://schemas.microsoft.com/office/drawing/2014/main" id="{F74BF932-33BA-4D02-B430-F9E87E454D01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2">
              <a:extLst>
                <a:ext uri="{FF2B5EF4-FFF2-40B4-BE49-F238E27FC236}">
                  <a16:creationId xmlns:a16="http://schemas.microsoft.com/office/drawing/2014/main" id="{A17DF5F5-8C2E-4112-AFD2-4FCA990AE7F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3">
              <a:extLst>
                <a:ext uri="{FF2B5EF4-FFF2-40B4-BE49-F238E27FC236}">
                  <a16:creationId xmlns:a16="http://schemas.microsoft.com/office/drawing/2014/main" id="{A6EB2582-59DE-47D7-BC2C-B1A2BCA8FBE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4">
              <a:extLst>
                <a:ext uri="{FF2B5EF4-FFF2-40B4-BE49-F238E27FC236}">
                  <a16:creationId xmlns:a16="http://schemas.microsoft.com/office/drawing/2014/main" id="{5A85ACCA-6EF3-43F8-9215-FCCFE73F9720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5">
              <a:extLst>
                <a:ext uri="{FF2B5EF4-FFF2-40B4-BE49-F238E27FC236}">
                  <a16:creationId xmlns:a16="http://schemas.microsoft.com/office/drawing/2014/main" id="{3836C284-5ED8-4953-9980-045453F636D4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6">
              <a:extLst>
                <a:ext uri="{FF2B5EF4-FFF2-40B4-BE49-F238E27FC236}">
                  <a16:creationId xmlns:a16="http://schemas.microsoft.com/office/drawing/2014/main" id="{4E5C900E-0065-4293-8AFB-FFB15B80947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7">
              <a:extLst>
                <a:ext uri="{FF2B5EF4-FFF2-40B4-BE49-F238E27FC236}">
                  <a16:creationId xmlns:a16="http://schemas.microsoft.com/office/drawing/2014/main" id="{139C9966-E184-4C12-AB24-8E5BD710CC6F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8">
              <a:extLst>
                <a:ext uri="{FF2B5EF4-FFF2-40B4-BE49-F238E27FC236}">
                  <a16:creationId xmlns:a16="http://schemas.microsoft.com/office/drawing/2014/main" id="{68494C81-6E84-49D3-951B-86FD83FE11C9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9">
              <a:extLst>
                <a:ext uri="{FF2B5EF4-FFF2-40B4-BE49-F238E27FC236}">
                  <a16:creationId xmlns:a16="http://schemas.microsoft.com/office/drawing/2014/main" id="{E2FF8872-CBB1-4DE5-BF14-DA0F3925637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10">
              <a:extLst>
                <a:ext uri="{FF2B5EF4-FFF2-40B4-BE49-F238E27FC236}">
                  <a16:creationId xmlns:a16="http://schemas.microsoft.com/office/drawing/2014/main" id="{CF7DD45C-891D-41DA-9B78-53B76F00C61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1065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70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20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3505200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20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20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89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39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690" y="3505200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39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39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608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58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880" y="3505200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58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58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700" y="5638800"/>
            <a:ext cx="7404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500" dirty="0"/>
          </a:p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5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CC1BD772-2981-3FCB-EA30-FCD23F2D2210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8E06AC4B-6078-40E6-8227-775B65F4412B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9D2F7DDC-DFB0-4B74-B601-36A64A9D3B2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4964D572-62B1-49F8-9B38-7A413975506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57491592-0A2C-4888-A62D-E0CDA0B195C2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A4F8FCED-72D2-45C9-8A78-076480F6C86F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2147E98B-D830-4310-963D-C63681ABE1CA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5FDA1967-544E-4FC3-B046-4DA0033D1D8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0C18F75D-E397-46F3-A055-32B66EFD9D02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5F8D3B35-B858-45F8-B019-BF1E4B918D9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F1C93F09-F3F8-4BCE-BB79-90F75EC2B1A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1967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54AA34CA-5B03-5C04-DE27-1F9D8C9BBD6C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10FD387B-2E51-47BE-B761-798B87F3D656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2250E8FE-4396-4549-8BFC-91740756B43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EBADB7B5-57C8-48E9-A2DA-28E7BEC9BAC4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DFE17888-2631-42EB-91F2-163874C583D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FFA2970-8A05-4905-A10E-020C19A79CB0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5F0D3A5E-006A-4C1A-8E30-040C772833A6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7B8CB60A-F333-490D-9D04-32A1F8E27DF3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C26347F0-876A-4A1F-B3A7-7D338E1D7EE6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40374364-93F9-4DC4-B62A-CE8EEB6BB238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07BA0948-65F4-4CC7-A875-D99D557D798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22250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89FB9312-E96A-C221-E19A-E0E5D40B58F8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6202EB97-D07D-4F8C-8079-A04114707027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F9C3BD9D-AB9A-48D4-B9DF-5CEF9CC0795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B5FDAFAB-1F0E-4FB0-875F-4ED3D229199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66098B2A-1235-428A-8F0A-7390C32376A7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3D4302D5-07BC-454A-A0E2-2C346EFEE995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108CB3ED-3FFE-4140-8016-F3B09E145F9C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20526511-EDB0-462A-8F19-D96011012CB0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D11DB073-CA0B-4B4E-9B95-710D0F5F4B10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8F3D8F-B43C-4462-A342-DBB045DF584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51C0D016-338C-4F9C-976C-585C4570AAD4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1069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 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 err="1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 </a:t>
            </a:r>
            <a:b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22.37-40</a:t>
            </a:r>
            <a:b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82CA5AC9-D3AF-7BC7-B843-71C730461073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802369C7-2B48-45BF-AD35-9647AA71010A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E2E1FD2E-EF4E-414F-9E39-F12C601D39D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5676BFA7-CCC6-4AF9-BBF0-96B0805A36F6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A89B6EA4-08B1-45B5-AE41-056839BB456E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0BA0FBA-3D5C-474D-B8E4-31D4E5C0376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DBF001EF-E556-4540-BCBF-7A6C57534001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F0F28198-D487-4632-A106-45ACD082C5D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3068779A-556C-42D2-A9A4-CAA52245A358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381F1C5C-E6F3-4227-802E-9893EEA659EB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E20070C7-AA2A-4B19-B1A1-C62073067B9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2174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61A62-2ADB-4219-84AD-EB7CB3B25C6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5d3ad01-c43e-43bd-8bc7-fa7839cc0ac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2300</Words>
  <Application>Microsoft Office PowerPoint</Application>
  <PresentationFormat>Grand écran</PresentationFormat>
  <Paragraphs>314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2026-09-28T19:00:04Z</dcterms:created>
  <dcterms:modified xsi:type="dcterms:W3CDTF">2026-09-30T12:44:02Z</dcterms:modified>
</cp:coreProperties>
</file>