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A287C0-9FC5-4D7A-B26A-5C34583FEB53}" v="1" dt="2026-09-28T10:12:22.8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76" y="6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é-Guy Bruneau" userId="c9f3b82d5570fc32" providerId="LiveId" clId="{C4496A7D-9A64-4B82-9835-F710A7718518}"/>
    <pc:docChg chg="custSel modSld">
      <pc:chgData name="André-Guy Bruneau" userId="c9f3b82d5570fc32" providerId="LiveId" clId="{C4496A7D-9A64-4B82-9835-F710A7718518}" dt="2026-09-28T16:32:26.014" v="4"/>
      <pc:docMkLst>
        <pc:docMk/>
      </pc:docMkLst>
      <pc:sldChg chg="modSp mod">
        <pc:chgData name="André-Guy Bruneau" userId="c9f3b82d5570fc32" providerId="LiveId" clId="{C4496A7D-9A64-4B82-9835-F710A7718518}" dt="2026-09-28T16:32:26" v="3"/>
        <pc:sldMkLst>
          <pc:docMk/>
          <pc:sldMk cId="0" sldId="258"/>
        </pc:sldMkLst>
        <pc:spChg chg="mod">
          <ac:chgData name="André-Guy Bruneau" userId="c9f3b82d5570fc32" providerId="LiveId" clId="{C4496A7D-9A64-4B82-9835-F710A7718518}" dt="2026-09-28T16:32:26" v="1"/>
          <ac:spMkLst>
            <pc:docMk/>
            <pc:sldMk cId="0" sldId="258"/>
            <ac:spMk id="6" creationId="{00000000-0000-0000-0000-000000000000}"/>
          </ac:spMkLst>
        </pc:spChg>
        <pc:spChg chg="mod">
          <ac:chgData name="André-Guy Bruneau" userId="c9f3b82d5570fc32" providerId="LiveId" clId="{C4496A7D-9A64-4B82-9835-F710A7718518}" dt="2026-09-28T16:32:26" v="3"/>
          <ac:spMkLst>
            <pc:docMk/>
            <pc:sldMk cId="0" sldId="258"/>
            <ac:spMk id="7" creationId="{00000000-0000-0000-0000-000000000000}"/>
          </ac:spMkLst>
        </pc:spChg>
      </pc:sldChg>
      <pc:sldChg chg="modSp mod">
        <pc:chgData name="André-Guy Bruneau" userId="c9f3b82d5570fc32" providerId="LiveId" clId="{C4496A7D-9A64-4B82-9835-F710A7718518}" dt="2026-09-28T16:32:26.014" v="4"/>
        <pc:sldMkLst>
          <pc:docMk/>
          <pc:sldMk cId="0" sldId="259"/>
        </pc:sldMkLst>
        <pc:spChg chg="mod">
          <ac:chgData name="André-Guy Bruneau" userId="c9f3b82d5570fc32" providerId="LiveId" clId="{C4496A7D-9A64-4B82-9835-F710A7718518}" dt="2026-09-28T16:32:26.014" v="4"/>
          <ac:spMkLst>
            <pc:docMk/>
            <pc:sldMk cId="0" sldId="259"/>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17061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icPr>
            <a:picLocks noChangeAspect="1"/>
          </p:cNvPicPr>
          <p:nvPr/>
        </p:nvPicPr>
        <p:blipFill>
          <a:blip r:embed="rId4"/>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marL="0" indent="0">
              <a:buNone/>
            </a:pPr>
            <a:r>
              <a:rPr lang="en-US" sz="1400" b="1" kern="0" spc="30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marL="0" indent="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marL="0" indent="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marL="0" indent="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marL="0" indent="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marL="0" indent="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marL="0" indent="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icPr>
            <a:picLocks noChangeAspect="1"/>
          </p:cNvPicPr>
          <p:nvPr/>
        </p:nvPicPr>
        <p:blipFill>
          <a:blip r:embed="rId3"/>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marL="0" indent="0" algn="ctr">
              <a:buNone/>
            </a:pPr>
            <a:r>
              <a:rPr lang="en-US" sz="1800" b="1" i="1" dirty="0">
                <a:solidFill>
                  <a:srgbClr val="E8742A"/>
                </a:solidFill>
                <a:latin typeface="Calibri" pitchFamily="34" charset="0"/>
                <a:ea typeface="Calibri" pitchFamily="34" charset="-122"/>
                <a:cs typeface="Calibri" pitchFamily="34" charset="-120"/>
              </a:rPr>
              <a:t>theopneustos</a:t>
            </a: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txBody>
          <a:bodyPr/>
          <a:lstStyle/>
          <a:p>
            <a:endParaRPr lang="fr-CA"/>
          </a:p>
        </p:txBody>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txBody>
          <a:bodyPr/>
          <a:lstStyle/>
          <a:p>
            <a:endParaRPr lang="fr-CA"/>
          </a:p>
        </p:txBody>
      </p:sp>
      <p:sp>
        <p:nvSpPr>
          <p:cNvPr id="9" name="Text 6"/>
          <p:cNvSpPr txBox="1"/>
          <p:nvPr/>
        </p:nvSpPr>
        <p:spPr>
          <a:xfrm>
            <a:off x="4846320" y="19202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marL="0" indent="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marL="0" indent="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txBody>
          <a:bodyPr/>
          <a:lstStyle/>
          <a:p>
            <a:endParaRPr lang="fr-CA"/>
          </a:p>
        </p:txBody>
      </p:sp>
      <p:sp>
        <p:nvSpPr>
          <p:cNvPr id="12" name="Text 9"/>
          <p:cNvSpPr txBox="1"/>
          <p:nvPr/>
        </p:nvSpPr>
        <p:spPr>
          <a:xfrm>
            <a:off x="4846320" y="27432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marL="0" indent="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marL="0" indent="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txBody>
          <a:bodyPr/>
          <a:lstStyle/>
          <a:p>
            <a:endParaRPr lang="fr-CA"/>
          </a:p>
        </p:txBody>
      </p:sp>
      <p:sp>
        <p:nvSpPr>
          <p:cNvPr id="15" name="Text 12"/>
          <p:cNvSpPr txBox="1"/>
          <p:nvPr/>
        </p:nvSpPr>
        <p:spPr>
          <a:xfrm>
            <a:off x="4846320" y="356616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marL="0" indent="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marL="0" indent="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txBody>
          <a:bodyPr/>
          <a:lstStyle/>
          <a:p>
            <a:endParaRPr lang="fr-CA"/>
          </a:p>
        </p:txBody>
      </p:sp>
      <p:sp>
        <p:nvSpPr>
          <p:cNvPr id="18" name="Text 15"/>
          <p:cNvSpPr txBox="1"/>
          <p:nvPr/>
        </p:nvSpPr>
        <p:spPr>
          <a:xfrm>
            <a:off x="4846320" y="438912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marL="0" indent="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marL="0" indent="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txBody>
          <a:bodyPr/>
          <a:lstStyle/>
          <a:p>
            <a:endParaRPr lang="fr-CA"/>
          </a:p>
        </p:txBody>
      </p:sp>
      <p:sp>
        <p:nvSpPr>
          <p:cNvPr id="21" name="Text 18"/>
          <p:cNvSpPr txBox="1"/>
          <p:nvPr/>
        </p:nvSpPr>
        <p:spPr>
          <a:xfrm>
            <a:off x="5074920" y="5349240"/>
            <a:ext cx="6400800" cy="731520"/>
          </a:xfrm>
          <a:prstGeom prst="rect">
            <a:avLst/>
          </a:prstGeom>
          <a:noFill/>
          <a:ln/>
        </p:spPr>
        <p:txBody>
          <a:bodyPr wrap="square" lIns="0" tIns="0" rIns="0" bIns="0" rtlCol="0" anchor="ctr"/>
          <a:lstStyle/>
          <a:p>
            <a:pPr marL="0" indent="0">
              <a:buNone/>
            </a:pPr>
            <a:r>
              <a:rPr lang="en-US" sz="1700" b="1" dirty="0">
                <a:solidFill>
                  <a:srgbClr val="E8742A"/>
                </a:solidFill>
                <a:latin typeface="Calibri" pitchFamily="34" charset="0"/>
                <a:ea typeface="Calibri" pitchFamily="34" charset="-122"/>
                <a:cs typeface="Calibri" pitchFamily="34" charset="-120"/>
              </a:rPr>
              <a:t>But : </a:t>
            </a: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icPr>
            <a:picLocks noChangeAspect="1"/>
          </p:cNvPicPr>
          <p:nvPr/>
        </p:nvPicPr>
        <p:blipFill>
          <a:blip r:embed="rId3"/>
          <a:stretch>
            <a:fillRect/>
          </a:stretch>
        </p:blipFill>
        <p:spPr>
          <a:xfrm>
            <a:off x="457200" y="1828800"/>
            <a:ext cx="6583680" cy="3291840"/>
          </a:xfrm>
          <a:prstGeom prst="rect">
            <a:avLst/>
          </a:prstGeom>
        </p:spPr>
      </p:pic>
      <p:sp>
        <p:nvSpPr>
          <p:cNvPr id="6" name="Text 3"/>
          <p:cNvSpPr txBox="1"/>
          <p:nvPr/>
        </p:nvSpPr>
        <p:spPr>
          <a:xfrm>
            <a:off x="508000" y="5120640"/>
            <a:ext cx="3175000" cy="68580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marL="0" indent="0" algn="ctr">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810000" y="5120640"/>
            <a:ext cx="3175000" cy="685800"/>
          </a:xfrm>
          <a:prstGeom prst="rect">
            <a:avLst/>
          </a:prstGeom>
          <a:noFill/>
          <a:ln/>
        </p:spPr>
        <p:txBody>
          <a:bodyPr wrap="square" lIns="0" tIns="0" rIns="0" bIns="0" rtlCol="0" anchor="t"/>
          <a:lstStyle/>
          <a:p>
            <a:pPr marL="0" indent="0" algn="ctr">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marL="0" indent="0" algn="ctr">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marL="0" indent="0" algn="ctr">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txBody>
          <a:bodyPr/>
          <a:lstStyle/>
          <a:p>
            <a:endParaRPr lang="fr-CA"/>
          </a:p>
        </p:txBody>
      </p:sp>
      <p:sp>
        <p:nvSpPr>
          <p:cNvPr id="10" name="Text 7"/>
          <p:cNvSpPr txBox="1"/>
          <p:nvPr/>
        </p:nvSpPr>
        <p:spPr>
          <a:xfrm>
            <a:off x="7726680" y="2011680"/>
            <a:ext cx="3657600" cy="365760"/>
          </a:xfrm>
          <a:prstGeom prst="rect">
            <a:avLst/>
          </a:prstGeom>
          <a:noFill/>
          <a:ln/>
        </p:spPr>
        <p:txBody>
          <a:bodyPr wrap="square" lIns="0" tIns="0" rIns="0" bIns="0" rtlCol="0" anchor="t"/>
          <a:lstStyle/>
          <a:p>
            <a:pPr marL="0" indent="0">
              <a:buNone/>
            </a:pPr>
            <a:r>
              <a:rPr lang="en-US" sz="1700" b="1" i="1" dirty="0">
                <a:solidFill>
                  <a:srgbClr val="E8742A"/>
                </a:solidFill>
                <a:latin typeface="Calibri" pitchFamily="34" charset="0"/>
                <a:ea typeface="Calibri" pitchFamily="34" charset="-122"/>
                <a:cs typeface="Calibri" pitchFamily="34" charset="-120"/>
              </a:rPr>
              <a:t>tselem</a:t>
            </a: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marL="0" indent="0">
              <a:buNone/>
            </a:pPr>
            <a:r>
              <a:rPr lang="en-US" sz="1200" b="1" kern="0" spc="30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txBody>
          <a:bodyPr/>
          <a:lstStyle/>
          <a:p>
            <a:endParaRPr lang="fr-CA"/>
          </a:p>
        </p:txBody>
      </p:sp>
      <p:sp>
        <p:nvSpPr>
          <p:cNvPr id="13" name="Text 10"/>
          <p:cNvSpPr txBox="1"/>
          <p:nvPr/>
        </p:nvSpPr>
        <p:spPr>
          <a:xfrm>
            <a:off x="7726680" y="2880360"/>
            <a:ext cx="420624" cy="420624"/>
          </a:xfrm>
          <a:prstGeom prst="rect">
            <a:avLst/>
          </a:prstGeom>
          <a:noFill/>
          <a:ln/>
        </p:spPr>
        <p:txBody>
          <a:bodyPr wrap="square" lIns="0" tIns="0" rIns="0" bIns="0" rtlCol="0" anchor="ctr"/>
          <a:lstStyle/>
          <a:p>
            <a:pPr marL="0" indent="0" algn="ctr">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marL="0" indent="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txBody>
          <a:bodyPr/>
          <a:lstStyle/>
          <a:p>
            <a:endParaRPr lang="fr-CA"/>
          </a:p>
        </p:txBody>
      </p:sp>
      <p:sp>
        <p:nvSpPr>
          <p:cNvPr id="16" name="Text 13"/>
          <p:cNvSpPr txBox="1"/>
          <p:nvPr/>
        </p:nvSpPr>
        <p:spPr>
          <a:xfrm>
            <a:off x="7726680" y="3429000"/>
            <a:ext cx="420624" cy="420624"/>
          </a:xfrm>
          <a:prstGeom prst="rect">
            <a:avLst/>
          </a:prstGeom>
          <a:noFill/>
          <a:ln/>
        </p:spPr>
        <p:txBody>
          <a:bodyPr wrap="square" lIns="0" tIns="0" rIns="0" bIns="0" rtlCol="0" anchor="ctr"/>
          <a:lstStyle/>
          <a:p>
            <a:pPr marL="0" indent="0" algn="ctr">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marL="0" indent="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txBody>
          <a:bodyPr/>
          <a:lstStyle/>
          <a:p>
            <a:endParaRPr lang="fr-CA"/>
          </a:p>
        </p:txBody>
      </p:sp>
      <p:sp>
        <p:nvSpPr>
          <p:cNvPr id="19" name="Text 16"/>
          <p:cNvSpPr txBox="1"/>
          <p:nvPr/>
        </p:nvSpPr>
        <p:spPr>
          <a:xfrm>
            <a:off x="7726680" y="3977640"/>
            <a:ext cx="420624" cy="420624"/>
          </a:xfrm>
          <a:prstGeom prst="rect">
            <a:avLst/>
          </a:prstGeom>
          <a:noFill/>
          <a:ln/>
        </p:spPr>
        <p:txBody>
          <a:bodyPr wrap="square" lIns="0" tIns="0" rIns="0" bIns="0" rtlCol="0" anchor="ctr"/>
          <a:lstStyle/>
          <a:p>
            <a:pPr marL="0" indent="0" algn="ctr">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marL="0" indent="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txBody>
          <a:bodyPr/>
          <a:lstStyle/>
          <a:p>
            <a:endParaRPr lang="fr-CA"/>
          </a:p>
        </p:txBody>
      </p:sp>
      <p:sp>
        <p:nvSpPr>
          <p:cNvPr id="22" name="Text 19"/>
          <p:cNvSpPr txBox="1"/>
          <p:nvPr/>
        </p:nvSpPr>
        <p:spPr>
          <a:xfrm>
            <a:off x="7726680" y="4526280"/>
            <a:ext cx="420624" cy="420624"/>
          </a:xfrm>
          <a:prstGeom prst="rect">
            <a:avLst/>
          </a:prstGeom>
          <a:noFill/>
          <a:ln/>
        </p:spPr>
        <p:txBody>
          <a:bodyPr wrap="square" lIns="0" tIns="0" rIns="0" bIns="0" rtlCol="0" anchor="ctr"/>
          <a:lstStyle/>
          <a:p>
            <a:pPr marL="0" indent="0" algn="ctr">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marL="0" indent="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txBody>
          <a:bodyPr/>
          <a:lstStyle/>
          <a:p>
            <a:endParaRPr lang="fr-CA"/>
          </a:p>
        </p:txBody>
      </p:sp>
      <p:sp>
        <p:nvSpPr>
          <p:cNvPr id="25" name="Text 22"/>
          <p:cNvSpPr txBox="1"/>
          <p:nvPr/>
        </p:nvSpPr>
        <p:spPr>
          <a:xfrm>
            <a:off x="7726680" y="5074920"/>
            <a:ext cx="420624" cy="420624"/>
          </a:xfrm>
          <a:prstGeom prst="rect">
            <a:avLst/>
          </a:prstGeom>
          <a:noFill/>
          <a:ln/>
        </p:spPr>
        <p:txBody>
          <a:bodyPr wrap="square" lIns="0" tIns="0" rIns="0" bIns="0" rtlCol="0" anchor="ctr"/>
          <a:lstStyle/>
          <a:p>
            <a:pPr marL="0" indent="0" algn="ctr">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marL="0" indent="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txBody>
          <a:bodyPr/>
          <a:lstStyle/>
          <a:p>
            <a:endParaRPr lang="fr-CA"/>
          </a:p>
        </p:txBody>
      </p:sp>
      <p:sp>
        <p:nvSpPr>
          <p:cNvPr id="28" name="Text 25"/>
          <p:cNvSpPr txBox="1"/>
          <p:nvPr/>
        </p:nvSpPr>
        <p:spPr>
          <a:xfrm>
            <a:off x="7726680" y="5623560"/>
            <a:ext cx="420624" cy="420624"/>
          </a:xfrm>
          <a:prstGeom prst="rect">
            <a:avLst/>
          </a:prstGeom>
          <a:noFill/>
          <a:ln/>
        </p:spPr>
        <p:txBody>
          <a:bodyPr wrap="square" lIns="0" tIns="0" rIns="0" bIns="0" rtlCol="0" anchor="ctr"/>
          <a:lstStyle/>
          <a:p>
            <a:pPr marL="0" indent="0" algn="ctr">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marL="0" indent="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marL="0" indent="0" algn="ctr">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icPr>
            <a:picLocks noChangeAspect="1"/>
          </p:cNvPicPr>
          <p:nvPr/>
        </p:nvPicPr>
        <p:blipFill>
          <a:blip r:embed="rId3"/>
          <a:stretch>
            <a:fillRect/>
          </a:stretch>
        </p:blipFill>
        <p:spPr>
          <a:xfrm>
            <a:off x="457200" y="1874520"/>
            <a:ext cx="3931920" cy="3538728"/>
          </a:xfrm>
          <a:prstGeom prst="rect">
            <a:avLst/>
          </a:prstGeom>
        </p:spPr>
      </p:pic>
      <p:sp>
        <p:nvSpPr>
          <p:cNvPr id="12" name="Text 9"/>
          <p:cNvSpPr txBox="1"/>
          <p:nvPr/>
        </p:nvSpPr>
        <p:spPr>
          <a:xfrm>
            <a:off x="548640" y="5440680"/>
            <a:ext cx="3840480" cy="1066800"/>
          </a:xfrm>
          <a:prstGeom prst="rect">
            <a:avLst/>
          </a:prstGeom>
          <a:noFill/>
          <a:ln/>
        </p:spPr>
        <p:txBody>
          <a:bodyPr wrap="square" lIns="0" tIns="0" rIns="0" bIns="0" rtlCol="0" anchor="t"/>
          <a:lstStyle/>
          <a:p>
            <a:pPr marL="0" indent="0">
              <a:buNone/>
            </a:pPr>
            <a:r>
              <a:rPr lang="en-US" sz="1600" b="1" dirty="0">
                <a:solidFill>
                  <a:srgbClr val="E8742A"/>
                </a:solidFill>
                <a:latin typeface="Calibri" pitchFamily="34" charset="0"/>
                <a:ea typeface="Calibri" pitchFamily="34" charset="-122"/>
                <a:cs typeface="Calibri" pitchFamily="34" charset="-120"/>
              </a:rPr>
              <a:t>« Faisons » (Périchorèse) : </a:t>
            </a: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marL="0" indent="0">
              <a:buNone/>
            </a:pPr>
            <a:r>
              <a:rPr lang="en-US" sz="1900" b="1" dirty="0">
                <a:solidFill>
                  <a:srgbClr val="F4EDE4"/>
                </a:solidFill>
                <a:latin typeface="Calibri" pitchFamily="34" charset="0"/>
                <a:ea typeface="Calibri" pitchFamily="34" charset="-122"/>
                <a:cs typeface="Calibri" pitchFamily="34" charset="-120"/>
              </a:rPr>
              <a:t>Ce qu'est l'image  </a:t>
            </a: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txBody>
          <a:bodyPr/>
          <a:lstStyle/>
          <a:p>
            <a:endParaRPr lang="fr-CA"/>
          </a:p>
        </p:txBody>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txBody>
          <a:bodyPr/>
          <a:lstStyle/>
          <a:p>
            <a:endParaRPr lang="fr-CA"/>
          </a:p>
        </p:txBody>
      </p:sp>
      <p:pic>
        <p:nvPicPr>
          <p:cNvPr id="16" name="Image 1" descr="cerveau"/>
          <p:cNvPicPr>
            <a:picLocks noChangeAspect="1"/>
          </p:cNvPicPr>
          <p:nvPr/>
        </p:nvPicPr>
        <p:blipFill>
          <a:blip r:embed="rId4"/>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marL="0" indent="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marL="0" indent="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txBody>
          <a:bodyPr/>
          <a:lstStyle/>
          <a:p>
            <a:endParaRPr lang="fr-CA"/>
          </a:p>
        </p:txBody>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txBody>
          <a:bodyPr/>
          <a:lstStyle/>
          <a:p>
            <a:endParaRPr lang="fr-CA"/>
          </a:p>
        </p:txBody>
      </p:sp>
      <p:pic>
        <p:nvPicPr>
          <p:cNvPr id="21" name="Image 2" descr="balance"/>
          <p:cNvPicPr>
            <a:picLocks noChangeAspect="1"/>
          </p:cNvPicPr>
          <p:nvPr/>
        </p:nvPicPr>
        <p:blipFill>
          <a:blip r:embed="rId5"/>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marL="0" indent="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marL="0" indent="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txBody>
          <a:bodyPr/>
          <a:lstStyle/>
          <a:p>
            <a:endParaRPr lang="fr-CA"/>
          </a:p>
        </p:txBody>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txBody>
          <a:bodyPr/>
          <a:lstStyle/>
          <a:p>
            <a:endParaRPr lang="fr-CA"/>
          </a:p>
        </p:txBody>
      </p:sp>
      <p:pic>
        <p:nvPicPr>
          <p:cNvPr id="26" name="Image 3" descr="relation"/>
          <p:cNvPicPr>
            <a:picLocks noChangeAspect="1"/>
          </p:cNvPicPr>
          <p:nvPr/>
        </p:nvPicPr>
        <p:blipFill>
          <a:blip r:embed="rId6"/>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marL="0" indent="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marL="0" indent="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marL="0" indent="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txBody>
          <a:bodyPr/>
          <a:lstStyle/>
          <a:p>
            <a:endParaRPr lang="fr-CA"/>
          </a:p>
        </p:txBody>
      </p:sp>
      <p:pic>
        <p:nvPicPr>
          <p:cNvPr id="31" name="Image 4" descr="couronne"/>
          <p:cNvPicPr>
            <a:picLocks noChangeAspect="1"/>
          </p:cNvPicPr>
          <p:nvPr/>
        </p:nvPicPr>
        <p:blipFill>
          <a:blip r:embed="rId7"/>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marL="0" indent="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txBody>
          <a:bodyPr/>
          <a:lstStyle/>
          <a:p>
            <a:endParaRPr lang="fr-CA"/>
          </a:p>
        </p:txBody>
      </p:sp>
      <p:pic>
        <p:nvPicPr>
          <p:cNvPr id="34" name="Image 5" descr="couple"/>
          <p:cNvPicPr>
            <a:picLocks noChangeAspect="1"/>
          </p:cNvPicPr>
          <p:nvPr/>
        </p:nvPicPr>
        <p:blipFill>
          <a:blip r:embed="rId8"/>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marL="0" indent="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txBody>
          <a:bodyPr/>
          <a:lstStyle/>
          <a:p>
            <a:endParaRPr lang="fr-CA"/>
          </a:p>
        </p:txBody>
      </p:sp>
      <p:pic>
        <p:nvPicPr>
          <p:cNvPr id="37" name="Image 6" descr="enfant"/>
          <p:cNvPicPr>
            <a:picLocks noChangeAspect="1"/>
          </p:cNvPicPr>
          <p:nvPr/>
        </p:nvPicPr>
        <p:blipFill>
          <a:blip r:embed="rId9"/>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marL="0" indent="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Christ est ce que l'homme n'est plus. </a:t>
            </a:r>
            <a:r>
              <a:rPr lang="en-US" sz="1900" i="1" dirty="0">
                <a:solidFill>
                  <a:srgbClr val="A89A8C"/>
                </a:solidFill>
                <a:latin typeface="Calibri" pitchFamily="34" charset="0"/>
                <a:ea typeface="Calibri" pitchFamily="34" charset="-122"/>
                <a:cs typeface="Calibri" pitchFamily="34" charset="-120"/>
              </a:rPr>
              <a:t>(Kénose - Philippiens 2)</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marL="0" indent="0" algn="ctr">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icPr>
            <a:picLocks noChangeAspect="1"/>
          </p:cNvPicPr>
          <p:nvPr/>
        </p:nvPicPr>
        <p:blipFill>
          <a:blip r:embed="rId3"/>
          <a:stretch>
            <a:fillRect/>
          </a:stretch>
        </p:blipFill>
        <p:spPr>
          <a:xfrm>
            <a:off x="1783080" y="1874520"/>
            <a:ext cx="2377440" cy="2377440"/>
          </a:xfrm>
          <a:prstGeom prst="rect">
            <a:avLst/>
          </a:prstGeom>
        </p:spPr>
      </p:pic>
      <p:pic>
        <p:nvPicPr>
          <p:cNvPr id="12" name="Image 1" descr="Une couronne rayonnante : Christ, l'image parfaite"/>
          <p:cNvPicPr>
            <a:picLocks noChangeAspect="1"/>
          </p:cNvPicPr>
          <p:nvPr/>
        </p:nvPicPr>
        <p:blipFill>
          <a:blip r:embed="rId4"/>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txBody>
          <a:bodyPr/>
          <a:lstStyle/>
          <a:p>
            <a:endParaRPr lang="fr-CA"/>
          </a:p>
        </p:txBody>
      </p:sp>
      <p:sp>
        <p:nvSpPr>
          <p:cNvPr id="14" name="Text 10"/>
          <p:cNvSpPr txBox="1"/>
          <p:nvPr/>
        </p:nvSpPr>
        <p:spPr>
          <a:xfrm>
            <a:off x="4480560" y="2560320"/>
            <a:ext cx="3246120" cy="365760"/>
          </a:xfrm>
          <a:prstGeom prst="rect">
            <a:avLst/>
          </a:prstGeom>
          <a:noFill/>
          <a:ln/>
        </p:spPr>
        <p:txBody>
          <a:bodyPr wrap="square" lIns="0" tIns="0" rIns="0" bIns="0" rtlCol="0" anchor="t"/>
          <a:lstStyle/>
          <a:p>
            <a:pPr marL="0" indent="0" algn="ctr">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marL="0" indent="0" algn="ctr">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marL="0" indent="0" algn="ctr">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marL="0" indent="0" algn="ctr">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marL="0" indent="0" algn="ctr">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marL="0" indent="0" algn="ctr">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marL="0" indent="0" algn="ctr">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txBody>
          <a:bodyPr/>
          <a:lstStyle/>
          <a:p>
            <a:endParaRPr lang="fr-CA"/>
          </a:p>
        </p:txBody>
      </p:sp>
      <p:sp>
        <p:nvSpPr>
          <p:cNvPr id="18" name="Text 14"/>
          <p:cNvSpPr txBox="1"/>
          <p:nvPr/>
        </p:nvSpPr>
        <p:spPr>
          <a:xfrm>
            <a:off x="1005840" y="5715000"/>
            <a:ext cx="2926080" cy="548640"/>
          </a:xfrm>
          <a:prstGeom prst="rect">
            <a:avLst/>
          </a:prstGeom>
          <a:noFill/>
          <a:ln/>
        </p:spPr>
        <p:txBody>
          <a:bodyPr wrap="square" lIns="0" tIns="0" rIns="0" bIns="0" rtlCol="0" anchor="ctr"/>
          <a:lstStyle/>
          <a:p>
            <a:pPr marL="0" indent="0" algn="ctr">
              <a:buNone/>
            </a:pPr>
            <a:r>
              <a:rPr lang="en-US" sz="1800" b="1" i="1" dirty="0">
                <a:solidFill>
                  <a:srgbClr val="E8742A"/>
                </a:solidFill>
                <a:latin typeface="Calibri" pitchFamily="34" charset="0"/>
                <a:ea typeface="Calibri" pitchFamily="34" charset="-122"/>
                <a:cs typeface="Calibri" pitchFamily="34" charset="-120"/>
              </a:rPr>
              <a:t>tselem</a:t>
            </a: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txBody>
          <a:bodyPr/>
          <a:lstStyle/>
          <a:p>
            <a:endParaRPr lang="fr-CA"/>
          </a:p>
        </p:txBody>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txBody>
          <a:bodyPr/>
          <a:lstStyle/>
          <a:p>
            <a:endParaRPr lang="fr-CA"/>
          </a:p>
        </p:txBody>
      </p:sp>
      <p:sp>
        <p:nvSpPr>
          <p:cNvPr id="21" name="Text 17"/>
          <p:cNvSpPr txBox="1"/>
          <p:nvPr/>
        </p:nvSpPr>
        <p:spPr>
          <a:xfrm>
            <a:off x="4617720" y="5715000"/>
            <a:ext cx="2926080" cy="548640"/>
          </a:xfrm>
          <a:prstGeom prst="rect">
            <a:avLst/>
          </a:prstGeom>
          <a:noFill/>
          <a:ln/>
        </p:spPr>
        <p:txBody>
          <a:bodyPr wrap="square" lIns="0" tIns="0" rIns="0" bIns="0" rtlCol="0" anchor="ctr"/>
          <a:lstStyle/>
          <a:p>
            <a:pPr marL="0" indent="0" algn="ctr">
              <a:buNone/>
            </a:pPr>
            <a:r>
              <a:rPr lang="en-US" sz="1800" b="1" i="1" dirty="0">
                <a:solidFill>
                  <a:srgbClr val="E8742A"/>
                </a:solidFill>
                <a:latin typeface="Calibri" pitchFamily="34" charset="0"/>
                <a:ea typeface="Calibri" pitchFamily="34" charset="-122"/>
                <a:cs typeface="Calibri" pitchFamily="34" charset="-120"/>
              </a:rPr>
              <a:t>eikôn</a:t>
            </a: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txBody>
          <a:bodyPr/>
          <a:lstStyle/>
          <a:p>
            <a:endParaRPr lang="fr-CA"/>
          </a:p>
        </p:txBody>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txBody>
          <a:bodyPr/>
          <a:lstStyle/>
          <a:p>
            <a:endParaRPr lang="fr-CA"/>
          </a:p>
        </p:txBody>
      </p:sp>
      <p:sp>
        <p:nvSpPr>
          <p:cNvPr id="24" name="Text 20"/>
          <p:cNvSpPr txBox="1"/>
          <p:nvPr/>
        </p:nvSpPr>
        <p:spPr>
          <a:xfrm>
            <a:off x="8229600" y="5715000"/>
            <a:ext cx="2926080" cy="548640"/>
          </a:xfrm>
          <a:prstGeom prst="rect">
            <a:avLst/>
          </a:prstGeom>
          <a:noFill/>
          <a:ln/>
        </p:spPr>
        <p:txBody>
          <a:bodyPr wrap="square" lIns="0" tIns="0" rIns="0" bIns="0" rtlCol="0" anchor="ctr"/>
          <a:lstStyle/>
          <a:p>
            <a:pPr marL="0" indent="0" algn="ctr">
              <a:buNone/>
            </a:pPr>
            <a:r>
              <a:rPr lang="en-US" sz="1800" b="1" i="1" dirty="0">
                <a:solidFill>
                  <a:srgbClr val="E8742A"/>
                </a:solidFill>
                <a:latin typeface="Calibri" pitchFamily="34" charset="0"/>
                <a:ea typeface="Calibri" pitchFamily="34" charset="-122"/>
                <a:cs typeface="Calibri" pitchFamily="34" charset="-120"/>
              </a:rPr>
              <a:t>eikôn</a:t>
            </a: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marL="0" indent="0" algn="ctr">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txBody>
          <a:bodyPr/>
          <a:lstStyle/>
          <a:p>
            <a:endParaRPr lang="fr-CA"/>
          </a:p>
        </p:txBody>
      </p:sp>
      <p:sp>
        <p:nvSpPr>
          <p:cNvPr id="12" name="Text 10"/>
          <p:cNvSpPr txBox="1"/>
          <p:nvPr/>
        </p:nvSpPr>
        <p:spPr>
          <a:xfrm>
            <a:off x="905256" y="1965960"/>
            <a:ext cx="1965960" cy="868680"/>
          </a:xfrm>
          <a:prstGeom prst="rect">
            <a:avLst/>
          </a:prstGeom>
          <a:noFill/>
          <a:ln/>
        </p:spPr>
        <p:txBody>
          <a:bodyPr wrap="square" lIns="0" tIns="0" rIns="0" bIns="0" rtlCol="0" anchor="ctr"/>
          <a:lstStyle/>
          <a:p>
            <a:pPr marL="0" indent="0" algn="ctr">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txBody>
          <a:bodyPr/>
          <a:lstStyle/>
          <a:p>
            <a:endParaRPr lang="fr-CA"/>
          </a:p>
        </p:txBody>
      </p:sp>
      <p:sp>
        <p:nvSpPr>
          <p:cNvPr id="14" name="Text 12"/>
          <p:cNvSpPr txBox="1"/>
          <p:nvPr/>
        </p:nvSpPr>
        <p:spPr>
          <a:xfrm>
            <a:off x="3008376" y="1965960"/>
            <a:ext cx="1965960" cy="86868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txBody>
          <a:bodyPr/>
          <a:lstStyle/>
          <a:p>
            <a:endParaRPr lang="fr-CA"/>
          </a:p>
        </p:txBody>
      </p:sp>
      <p:sp>
        <p:nvSpPr>
          <p:cNvPr id="16" name="Text 14"/>
          <p:cNvSpPr txBox="1"/>
          <p:nvPr/>
        </p:nvSpPr>
        <p:spPr>
          <a:xfrm>
            <a:off x="5111496" y="1965960"/>
            <a:ext cx="1965960" cy="868680"/>
          </a:xfrm>
          <a:prstGeom prst="rect">
            <a:avLst/>
          </a:prstGeom>
          <a:noFill/>
          <a:ln/>
        </p:spPr>
        <p:txBody>
          <a:bodyPr wrap="square" lIns="0" tIns="0" rIns="0" bIns="0" rtlCol="0" anchor="ctr"/>
          <a:lstStyle/>
          <a:p>
            <a:pPr marL="0" indent="0" algn="ctr">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txBody>
          <a:bodyPr/>
          <a:lstStyle/>
          <a:p>
            <a:endParaRPr lang="fr-CA"/>
          </a:p>
        </p:txBody>
      </p:sp>
      <p:sp>
        <p:nvSpPr>
          <p:cNvPr id="18" name="Text 16"/>
          <p:cNvSpPr txBox="1"/>
          <p:nvPr/>
        </p:nvSpPr>
        <p:spPr>
          <a:xfrm>
            <a:off x="7214616" y="1965960"/>
            <a:ext cx="1965960" cy="868680"/>
          </a:xfrm>
          <a:prstGeom prst="rect">
            <a:avLst/>
          </a:prstGeom>
          <a:noFill/>
          <a:ln/>
        </p:spPr>
        <p:txBody>
          <a:bodyPr wrap="square" lIns="0" tIns="0" rIns="0" bIns="0" rtlCol="0" anchor="ctr"/>
          <a:lstStyle/>
          <a:p>
            <a:pPr marL="0" indent="0" algn="ctr">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txBody>
          <a:bodyPr/>
          <a:lstStyle/>
          <a:p>
            <a:endParaRPr lang="fr-CA"/>
          </a:p>
        </p:txBody>
      </p:sp>
      <p:sp>
        <p:nvSpPr>
          <p:cNvPr id="20" name="Text 18"/>
          <p:cNvSpPr txBox="1"/>
          <p:nvPr/>
        </p:nvSpPr>
        <p:spPr>
          <a:xfrm>
            <a:off x="9317736" y="1965960"/>
            <a:ext cx="1965960" cy="868680"/>
          </a:xfrm>
          <a:prstGeom prst="rect">
            <a:avLst/>
          </a:prstGeom>
          <a:noFill/>
          <a:ln/>
        </p:spPr>
        <p:txBody>
          <a:bodyPr wrap="square" lIns="0" tIns="0" rIns="0" bIns="0" rtlCol="0" anchor="ctr"/>
          <a:lstStyle/>
          <a:p>
            <a:pPr marL="0" indent="0" algn="ctr">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marL="0" indent="0" algn="ctr">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icPr>
            <a:picLocks noChangeAspect="1"/>
          </p:cNvPicPr>
          <p:nvPr/>
        </p:nvPicPr>
        <p:blipFill>
          <a:blip r:embed="rId3"/>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txBody>
          <a:bodyPr/>
          <a:lstStyle/>
          <a:p>
            <a:endParaRPr lang="fr-CA"/>
          </a:p>
        </p:txBody>
      </p:sp>
      <p:sp>
        <p:nvSpPr>
          <p:cNvPr id="24" name="Text 21"/>
          <p:cNvSpPr txBox="1"/>
          <p:nvPr/>
        </p:nvSpPr>
        <p:spPr>
          <a:xfrm>
            <a:off x="4709160" y="3566160"/>
            <a:ext cx="6766560" cy="786384"/>
          </a:xfrm>
          <a:prstGeom prst="rect">
            <a:avLst/>
          </a:prstGeom>
          <a:noFill/>
          <a:ln/>
        </p:spPr>
        <p:txBody>
          <a:bodyPr wrap="square" lIns="0" tIns="0" rIns="0" bIns="0" rtlCol="0" anchor="ctr"/>
          <a:lstStyle/>
          <a:p>
            <a:pPr marL="0" indent="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marL="0" indent="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txBody>
          <a:bodyPr/>
          <a:lstStyle/>
          <a:p>
            <a:endParaRPr lang="fr-CA"/>
          </a:p>
        </p:txBody>
      </p:sp>
      <p:sp>
        <p:nvSpPr>
          <p:cNvPr id="26" name="Text 23"/>
          <p:cNvSpPr txBox="1"/>
          <p:nvPr/>
        </p:nvSpPr>
        <p:spPr>
          <a:xfrm>
            <a:off x="4709160" y="4462272"/>
            <a:ext cx="6766560" cy="786384"/>
          </a:xfrm>
          <a:prstGeom prst="rect">
            <a:avLst/>
          </a:prstGeom>
          <a:noFill/>
          <a:ln/>
        </p:spPr>
        <p:txBody>
          <a:bodyPr wrap="square" lIns="0" tIns="0" rIns="0" bIns="0" rtlCol="0" anchor="ctr"/>
          <a:lstStyle/>
          <a:p>
            <a:pPr marL="0" indent="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marL="0" indent="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txBody>
          <a:bodyPr/>
          <a:lstStyle/>
          <a:p>
            <a:endParaRPr lang="fr-CA"/>
          </a:p>
        </p:txBody>
      </p:sp>
      <p:sp>
        <p:nvSpPr>
          <p:cNvPr id="28" name="Text 25"/>
          <p:cNvSpPr txBox="1"/>
          <p:nvPr/>
        </p:nvSpPr>
        <p:spPr>
          <a:xfrm>
            <a:off x="4709160" y="5358384"/>
            <a:ext cx="6766560" cy="786384"/>
          </a:xfrm>
          <a:prstGeom prst="rect">
            <a:avLst/>
          </a:prstGeom>
          <a:noFill/>
          <a:ln/>
        </p:spPr>
        <p:txBody>
          <a:bodyPr wrap="square" lIns="0" tIns="0" rIns="0" bIns="0" rtlCol="0" anchor="ctr"/>
          <a:lstStyle/>
          <a:p>
            <a:pPr marL="0" indent="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marL="0" indent="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marL="0" indent="0" algn="ctr">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icPr>
            <a:picLocks noChangeAspect="1"/>
          </p:cNvPicPr>
          <p:nvPr/>
        </p:nvPicPr>
        <p:blipFill>
          <a:blip r:embed="rId3"/>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marL="0" indent="0" algn="ctr">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marL="0" indent="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marL="0" indent="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txBody>
          <a:bodyPr/>
          <a:lstStyle/>
          <a:p>
            <a:endParaRPr lang="fr-CA"/>
          </a:p>
        </p:txBody>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txBody>
          <a:bodyPr/>
          <a:lstStyle/>
          <a:p>
            <a:endParaRPr lang="fr-CA"/>
          </a:p>
        </p:txBody>
      </p:sp>
      <p:pic>
        <p:nvPicPr>
          <p:cNvPr id="16" name="Image 1" descr="oeil"/>
          <p:cNvPicPr>
            <a:picLocks noChangeAspect="1"/>
          </p:cNvPicPr>
          <p:nvPr/>
        </p:nvPicPr>
        <p:blipFill>
          <a:blip r:embed="rId4"/>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marL="0" indent="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marL="0" indent="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txBody>
          <a:bodyPr/>
          <a:lstStyle/>
          <a:p>
            <a:endParaRPr lang="fr-CA"/>
          </a:p>
        </p:txBody>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txBody>
          <a:bodyPr/>
          <a:lstStyle/>
          <a:p>
            <a:endParaRPr lang="fr-CA"/>
          </a:p>
        </p:txBody>
      </p:sp>
      <p:pic>
        <p:nvPicPr>
          <p:cNvPr id="21" name="Image 2" descr="livre"/>
          <p:cNvPicPr>
            <a:picLocks noChangeAspect="1"/>
          </p:cNvPicPr>
          <p:nvPr/>
        </p:nvPicPr>
        <p:blipFill>
          <a:blip r:embed="rId5"/>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marL="0" indent="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marL="0" indent="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txBody>
          <a:bodyPr/>
          <a:lstStyle/>
          <a:p>
            <a:endParaRPr lang="fr-CA"/>
          </a:p>
        </p:txBody>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txBody>
          <a:bodyPr/>
          <a:lstStyle/>
          <a:p>
            <a:endParaRPr lang="fr-CA"/>
          </a:p>
        </p:txBody>
      </p:sp>
      <p:pic>
        <p:nvPicPr>
          <p:cNvPr id="26" name="Image 3" descr="colombe"/>
          <p:cNvPicPr>
            <a:picLocks noChangeAspect="1"/>
          </p:cNvPicPr>
          <p:nvPr/>
        </p:nvPicPr>
        <p:blipFill>
          <a:blip r:embed="rId6"/>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marL="0" indent="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marL="0" indent="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marL="0" indent="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marL="0" indent="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marL="0" indent="0" algn="ctr">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icPr>
            <a:picLocks noChangeAspect="1"/>
          </p:cNvPicPr>
          <p:nvPr/>
        </p:nvPicPr>
        <p:blipFill>
          <a:blip r:embed="rId3"/>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marL="0" indent="0" algn="ctr">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marL="0" indent="0" algn="ctr">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marL="0" indent="0" algn="ctr">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marL="0" indent="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marL="0" indent="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txBody>
          <a:bodyPr/>
          <a:lstStyle/>
          <a:p>
            <a:endParaRPr lang="fr-CA"/>
          </a:p>
        </p:txBody>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txBody>
          <a:bodyPr/>
          <a:lstStyle/>
          <a:p>
            <a:endParaRPr lang="fr-CA"/>
          </a:p>
        </p:txBody>
      </p:sp>
      <p:pic>
        <p:nvPicPr>
          <p:cNvPr id="18" name="Image 1" descr="cerveau"/>
          <p:cNvPicPr>
            <a:picLocks noChangeAspect="1"/>
          </p:cNvPicPr>
          <p:nvPr/>
        </p:nvPicPr>
        <p:blipFill>
          <a:blip r:embed="rId4"/>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marL="0" indent="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marL="0" indent="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txBody>
          <a:bodyPr/>
          <a:lstStyle/>
          <a:p>
            <a:endParaRPr lang="fr-CA"/>
          </a:p>
        </p:txBody>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txBody>
          <a:bodyPr/>
          <a:lstStyle/>
          <a:p>
            <a:endParaRPr lang="fr-CA"/>
          </a:p>
        </p:txBody>
      </p:sp>
      <p:pic>
        <p:nvPicPr>
          <p:cNvPr id="22" name="Image 2" descr="balance"/>
          <p:cNvPicPr>
            <a:picLocks noChangeAspect="1"/>
          </p:cNvPicPr>
          <p:nvPr/>
        </p:nvPicPr>
        <p:blipFill>
          <a:blip r:embed="rId5"/>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marL="0" indent="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marL="0" indent="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txBody>
          <a:bodyPr/>
          <a:lstStyle/>
          <a:p>
            <a:endParaRPr lang="fr-CA"/>
          </a:p>
        </p:txBody>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txBody>
          <a:bodyPr/>
          <a:lstStyle/>
          <a:p>
            <a:endParaRPr lang="fr-CA"/>
          </a:p>
        </p:txBody>
      </p:sp>
      <p:pic>
        <p:nvPicPr>
          <p:cNvPr id="26" name="Image 3" descr="relation"/>
          <p:cNvPicPr>
            <a:picLocks noChangeAspect="1"/>
          </p:cNvPicPr>
          <p:nvPr/>
        </p:nvPicPr>
        <p:blipFill>
          <a:blip r:embed="rId6"/>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marL="0" indent="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marL="0" indent="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marL="0" indent="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marL="0" indent="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marL="0" indent="0" algn="ctr">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marL="0" indent="0" algn="ctr">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icPr>
            <a:picLocks noChangeAspect="1"/>
          </p:cNvPicPr>
          <p:nvPr/>
        </p:nvPicPr>
        <p:blipFill>
          <a:blip r:embed="rId3"/>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marL="0" indent="0" algn="ctr">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txBody>
          <a:bodyPr/>
          <a:lstStyle/>
          <a:p>
            <a:endParaRPr lang="fr-CA"/>
          </a:p>
        </p:txBody>
      </p:sp>
      <p:sp>
        <p:nvSpPr>
          <p:cNvPr id="14" name="Text 11"/>
          <p:cNvSpPr txBox="1"/>
          <p:nvPr/>
        </p:nvSpPr>
        <p:spPr>
          <a:xfrm>
            <a:off x="4937760" y="1920240"/>
            <a:ext cx="6702552" cy="777240"/>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marL="0" indent="0" algn="ctr">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txBody>
          <a:bodyPr/>
          <a:lstStyle/>
          <a:p>
            <a:endParaRPr lang="fr-CA"/>
          </a:p>
        </p:txBody>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txBody>
          <a:bodyPr/>
          <a:lstStyle/>
          <a:p>
            <a:endParaRPr lang="fr-CA"/>
          </a:p>
        </p:txBody>
      </p:sp>
      <p:pic>
        <p:nvPicPr>
          <p:cNvPr id="18" name="Image 1" descr="marche"/>
          <p:cNvPicPr>
            <a:picLocks noChangeAspect="1"/>
          </p:cNvPicPr>
          <p:nvPr/>
        </p:nvPicPr>
        <p:blipFill>
          <a:blip r:embed="rId4"/>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marL="0" indent="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marL="0" indent="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txBody>
          <a:bodyPr/>
          <a:lstStyle/>
          <a:p>
            <a:endParaRPr lang="fr-CA"/>
          </a:p>
        </p:txBody>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txBody>
          <a:bodyPr/>
          <a:lstStyle/>
          <a:p>
            <a:endParaRPr lang="fr-CA"/>
          </a:p>
        </p:txBody>
      </p:sp>
      <p:pic>
        <p:nvPicPr>
          <p:cNvPr id="23" name="Image 2" descr="eau"/>
          <p:cNvPicPr>
            <a:picLocks noChangeAspect="1"/>
          </p:cNvPicPr>
          <p:nvPr/>
        </p:nvPicPr>
        <p:blipFill>
          <a:blip r:embed="rId5"/>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marL="0" indent="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marL="0" indent="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txBody>
          <a:bodyPr/>
          <a:lstStyle/>
          <a:p>
            <a:endParaRPr lang="fr-CA"/>
          </a:p>
        </p:txBody>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txBody>
          <a:bodyPr/>
          <a:lstStyle/>
          <a:p>
            <a:endParaRPr lang="fr-CA"/>
          </a:p>
        </p:txBody>
      </p:sp>
      <p:pic>
        <p:nvPicPr>
          <p:cNvPr id="28" name="Image 3" descr="enseigner"/>
          <p:cNvPicPr>
            <a:picLocks noChangeAspect="1"/>
          </p:cNvPicPr>
          <p:nvPr/>
        </p:nvPicPr>
        <p:blipFill>
          <a:blip r:embed="rId6"/>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marL="0" indent="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marL="0" indent="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txBody>
          <a:bodyPr/>
          <a:lstStyle/>
          <a:p>
            <a:endParaRPr lang="fr-CA"/>
          </a:p>
        </p:txBody>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txBody>
          <a:bodyPr/>
          <a:lstStyle/>
          <a:p>
            <a:endParaRPr lang="fr-CA"/>
          </a:p>
        </p:txBody>
      </p:sp>
      <p:pic>
        <p:nvPicPr>
          <p:cNvPr id="33" name="Image 4" descr="main"/>
          <p:cNvPicPr>
            <a:picLocks noChangeAspect="1"/>
          </p:cNvPicPr>
          <p:nvPr/>
        </p:nvPicPr>
        <p:blipFill>
          <a:blip r:embed="rId7"/>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marL="0" indent="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marL="0" indent="0" algn="ctr">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marL="0" indent="0">
              <a:buNone/>
            </a:pPr>
            <a:r>
              <a:rPr lang="en-US" sz="1300" b="1" kern="0" spc="30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marL="0" indent="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marL="0" indent="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txBody>
          <a:bodyPr/>
          <a:lstStyle/>
          <a:p>
            <a:endParaRPr lang="fr-CA"/>
          </a:p>
        </p:txBody>
      </p:sp>
      <p:sp>
        <p:nvSpPr>
          <p:cNvPr id="5" name="Shape 3"/>
          <p:cNvSpPr/>
          <p:nvPr/>
        </p:nvSpPr>
        <p:spPr>
          <a:xfrm flipV="1">
            <a:off x="2788920" y="3108960"/>
            <a:ext cx="1645920" cy="320040"/>
          </a:xfrm>
          <a:prstGeom prst="line">
            <a:avLst/>
          </a:prstGeom>
          <a:noFill/>
          <a:ln w="38100">
            <a:solidFill>
              <a:srgbClr val="CC5500"/>
            </a:solidFill>
            <a:prstDash val="solid"/>
          </a:ln>
        </p:spPr>
        <p:txBody>
          <a:bodyPr/>
          <a:lstStyle/>
          <a:p>
            <a:endParaRPr lang="fr-CA"/>
          </a:p>
        </p:txBody>
      </p:sp>
      <p:sp>
        <p:nvSpPr>
          <p:cNvPr id="6" name="Shape 4"/>
          <p:cNvSpPr/>
          <p:nvPr/>
        </p:nvSpPr>
        <p:spPr>
          <a:xfrm flipV="1">
            <a:off x="4434840" y="2834640"/>
            <a:ext cx="1645920" cy="274320"/>
          </a:xfrm>
          <a:prstGeom prst="line">
            <a:avLst/>
          </a:prstGeom>
          <a:noFill/>
          <a:ln w="38100">
            <a:solidFill>
              <a:srgbClr val="CC5500"/>
            </a:solidFill>
            <a:prstDash val="solid"/>
          </a:ln>
        </p:spPr>
        <p:txBody>
          <a:bodyPr/>
          <a:lstStyle/>
          <a:p>
            <a:endParaRPr lang="fr-CA"/>
          </a:p>
        </p:txBody>
      </p:sp>
      <p:sp>
        <p:nvSpPr>
          <p:cNvPr id="7" name="Shape 5"/>
          <p:cNvSpPr/>
          <p:nvPr/>
        </p:nvSpPr>
        <p:spPr>
          <a:xfrm flipV="1">
            <a:off x="6080760" y="2560320"/>
            <a:ext cx="1645920" cy="274320"/>
          </a:xfrm>
          <a:prstGeom prst="line">
            <a:avLst/>
          </a:prstGeom>
          <a:noFill/>
          <a:ln w="38100">
            <a:solidFill>
              <a:srgbClr val="CC5500"/>
            </a:solidFill>
            <a:prstDash val="solid"/>
          </a:ln>
        </p:spPr>
        <p:txBody>
          <a:bodyPr/>
          <a:lstStyle/>
          <a:p>
            <a:endParaRPr lang="fr-CA"/>
          </a:p>
        </p:txBody>
      </p:sp>
      <p:sp>
        <p:nvSpPr>
          <p:cNvPr id="8" name="Shape 6"/>
          <p:cNvSpPr/>
          <p:nvPr/>
        </p:nvSpPr>
        <p:spPr>
          <a:xfrm flipV="1">
            <a:off x="7726680" y="2286000"/>
            <a:ext cx="1645920" cy="274320"/>
          </a:xfrm>
          <a:prstGeom prst="line">
            <a:avLst/>
          </a:prstGeom>
          <a:noFill/>
          <a:ln w="38100">
            <a:solidFill>
              <a:srgbClr val="CC5500"/>
            </a:solidFill>
            <a:prstDash val="solid"/>
          </a:ln>
        </p:spPr>
        <p:txBody>
          <a:bodyPr/>
          <a:lstStyle/>
          <a:p>
            <a:endParaRPr lang="fr-CA"/>
          </a:p>
        </p:txBody>
      </p:sp>
      <p:sp>
        <p:nvSpPr>
          <p:cNvPr id="9" name="Shape 7"/>
          <p:cNvSpPr/>
          <p:nvPr/>
        </p:nvSpPr>
        <p:spPr>
          <a:xfrm flipV="1">
            <a:off x="9372600" y="2011680"/>
            <a:ext cx="1645920" cy="274320"/>
          </a:xfrm>
          <a:prstGeom prst="line">
            <a:avLst/>
          </a:prstGeom>
          <a:noFill/>
          <a:ln w="38100">
            <a:solidFill>
              <a:srgbClr val="CC5500"/>
            </a:solidFill>
            <a:prstDash val="solid"/>
          </a:ln>
        </p:spPr>
        <p:txBody>
          <a:bodyPr/>
          <a:lstStyle/>
          <a:p>
            <a:endParaRPr lang="fr-CA"/>
          </a:p>
        </p:txBody>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txBody>
          <a:bodyPr/>
          <a:lstStyle/>
          <a:p>
            <a:endParaRPr lang="fr-CA"/>
          </a:p>
        </p:txBody>
      </p:sp>
      <p:sp>
        <p:nvSpPr>
          <p:cNvPr id="11" name="Text 9"/>
          <p:cNvSpPr txBox="1"/>
          <p:nvPr/>
        </p:nvSpPr>
        <p:spPr>
          <a:xfrm>
            <a:off x="365760" y="2514600"/>
            <a:ext cx="1554480" cy="68580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marL="0" indent="0" algn="ctr">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txBody>
          <a:bodyPr/>
          <a:lstStyle/>
          <a:p>
            <a:endParaRPr lang="fr-CA"/>
          </a:p>
        </p:txBody>
      </p:sp>
      <p:sp>
        <p:nvSpPr>
          <p:cNvPr id="13" name="Text 11"/>
          <p:cNvSpPr txBox="1"/>
          <p:nvPr/>
        </p:nvSpPr>
        <p:spPr>
          <a:xfrm>
            <a:off x="2011680" y="3703320"/>
            <a:ext cx="1554480" cy="685800"/>
          </a:xfrm>
          <a:prstGeom prst="rect">
            <a:avLst/>
          </a:prstGeom>
          <a:noFill/>
          <a:ln/>
        </p:spPr>
        <p:txBody>
          <a:bodyPr wrap="square" lIns="0" tIns="0" rIns="0" bIns="0" rtlCol="0" anchor="t"/>
          <a:lstStyle/>
          <a:p>
            <a:pPr marL="0" indent="0" algn="ctr">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marL="0" indent="0" algn="ctr">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txBody>
          <a:bodyPr/>
          <a:lstStyle/>
          <a:p>
            <a:endParaRPr lang="fr-CA"/>
          </a:p>
        </p:txBody>
      </p:sp>
      <p:sp>
        <p:nvSpPr>
          <p:cNvPr id="15" name="Text 13"/>
          <p:cNvSpPr txBox="1"/>
          <p:nvPr/>
        </p:nvSpPr>
        <p:spPr>
          <a:xfrm>
            <a:off x="3657600" y="3383280"/>
            <a:ext cx="1554480" cy="68580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marL="0" indent="0" algn="ctr">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txBody>
          <a:bodyPr/>
          <a:lstStyle/>
          <a:p>
            <a:endParaRPr lang="fr-CA"/>
          </a:p>
        </p:txBody>
      </p:sp>
      <p:sp>
        <p:nvSpPr>
          <p:cNvPr id="17" name="Text 15"/>
          <p:cNvSpPr txBox="1"/>
          <p:nvPr/>
        </p:nvSpPr>
        <p:spPr>
          <a:xfrm>
            <a:off x="5303520" y="3108960"/>
            <a:ext cx="1554480" cy="68580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marL="0" indent="0" algn="ctr">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txBody>
          <a:bodyPr/>
          <a:lstStyle/>
          <a:p>
            <a:endParaRPr lang="fr-CA"/>
          </a:p>
        </p:txBody>
      </p:sp>
      <p:sp>
        <p:nvSpPr>
          <p:cNvPr id="19" name="Text 17"/>
          <p:cNvSpPr txBox="1"/>
          <p:nvPr/>
        </p:nvSpPr>
        <p:spPr>
          <a:xfrm>
            <a:off x="6949440" y="2834640"/>
            <a:ext cx="1554480" cy="68580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txBody>
          <a:bodyPr/>
          <a:lstStyle/>
          <a:p>
            <a:endParaRPr lang="fr-CA"/>
          </a:p>
        </p:txBody>
      </p:sp>
      <p:sp>
        <p:nvSpPr>
          <p:cNvPr id="21" name="Text 19"/>
          <p:cNvSpPr txBox="1"/>
          <p:nvPr/>
        </p:nvSpPr>
        <p:spPr>
          <a:xfrm>
            <a:off x="8595360" y="2560320"/>
            <a:ext cx="1554480" cy="68580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marL="0" indent="0" algn="ctr">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txBody>
          <a:bodyPr/>
          <a:lstStyle/>
          <a:p>
            <a:endParaRPr lang="fr-CA"/>
          </a:p>
        </p:txBody>
      </p:sp>
      <p:sp>
        <p:nvSpPr>
          <p:cNvPr id="23" name="Text 21"/>
          <p:cNvSpPr txBox="1"/>
          <p:nvPr/>
        </p:nvSpPr>
        <p:spPr>
          <a:xfrm>
            <a:off x="10241280" y="2286000"/>
            <a:ext cx="1554480" cy="685800"/>
          </a:xfrm>
          <a:prstGeom prst="rect">
            <a:avLst/>
          </a:prstGeom>
          <a:noFill/>
          <a:ln/>
        </p:spPr>
        <p:txBody>
          <a:bodyPr wrap="square" lIns="0" tIns="0" rIns="0" bIns="0" rtlCol="0" anchor="t"/>
          <a:lstStyle/>
          <a:p>
            <a:pPr marL="0" indent="0" algn="ctr">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marL="0" indent="0" algn="ctr">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txBody>
          <a:bodyPr/>
          <a:lstStyle/>
          <a:p>
            <a:endParaRPr lang="fr-CA"/>
          </a:p>
        </p:txBody>
      </p:sp>
      <p:sp>
        <p:nvSpPr>
          <p:cNvPr id="25" name="Text 23"/>
          <p:cNvSpPr txBox="1"/>
          <p:nvPr/>
        </p:nvSpPr>
        <p:spPr>
          <a:xfrm>
            <a:off x="777240" y="4663440"/>
            <a:ext cx="4983480" cy="1371600"/>
          </a:xfrm>
          <a:prstGeom prst="rect">
            <a:avLst/>
          </a:prstGeom>
          <a:noFill/>
          <a:ln/>
        </p:spPr>
        <p:txBody>
          <a:bodyPr wrap="square" lIns="0" tIns="0" rIns="0" bIns="0" rtlCol="0" anchor="t"/>
          <a:lstStyle/>
          <a:p>
            <a:pPr marL="0" indent="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marL="0" indent="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txBody>
          <a:bodyPr/>
          <a:lstStyle/>
          <a:p>
            <a:endParaRPr lang="fr-CA"/>
          </a:p>
        </p:txBody>
      </p:sp>
      <p:sp>
        <p:nvSpPr>
          <p:cNvPr id="27" name="Text 25"/>
          <p:cNvSpPr txBox="1"/>
          <p:nvPr/>
        </p:nvSpPr>
        <p:spPr>
          <a:xfrm>
            <a:off x="6446520" y="4663440"/>
            <a:ext cx="4983480" cy="1371600"/>
          </a:xfrm>
          <a:prstGeom prst="rect">
            <a:avLst/>
          </a:prstGeom>
          <a:noFill/>
          <a:ln/>
        </p:spPr>
        <p:txBody>
          <a:bodyPr wrap="square" lIns="0" tIns="0" rIns="0" bIns="0" rtlCol="0" anchor="t"/>
          <a:lstStyle/>
          <a:p>
            <a:pPr marL="0" indent="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marL="0" indent="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6"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314F62E-2EBF-4E6A-88FE-9112D995ECA7}">
  <we:reference id="wa200010001" version="1.0.0.1" store="en-US" storeType="OMEX"/>
  <we:alternateReferences>
    <we:reference id="WA200010001" version="1.0.0.1" store="" storeType="OMEX"/>
  </we:alternateReferences>
  <we:properties>
    <we:property name="claude.fileId" value="&quot;e74a2d0c-8482-4e28-904b-5ff186743d1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382</TotalTime>
  <Words>2234</Words>
  <Application>Microsoft Office PowerPoint</Application>
  <PresentationFormat>Grand écran</PresentationFormat>
  <Paragraphs>208</Paragraphs>
  <Slides>10</Slides>
  <Notes>10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10</vt:i4>
      </vt:variant>
    </vt:vector>
  </HeadingPairs>
  <TitlesOfParts>
    <vt:vector size="14"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2026-09-28T10:09:29Z</dcterms:created>
  <dcterms:modified xsi:type="dcterms:W3CDTF">2026-09-28T16:32:36Z</dcterms:modified>
</cp:coreProperties>
</file>