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 le mot nomme, il ne spécule pas. B. Tselem et demuth sont synonymes (90-218). Par la raison, l'homme est comme Dieu; moralement, il était comme Dieu. Centre : « la capacité de relations personnelles et, par-dessus tout, d'une relation personnelle avec Dieu » (90-218). C. Domination : roi de la terre (90-219; Ps 8.7-9). Homme et femme égaux en dignité, rôles distincts (Gn 2.18-23; 1 Tm 2.13); montrer le pluriel « qu'ils dominent » que la NEG79 efface. Application : la dignité repose sur l'acte créateur, non sur l'utilité. Transition : Gn 5.3; l'image demeure (Gn 9.6), la ressemblance morale est perdue.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connaître Dieu le voit en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Application : celui qui délaisse l'Écriture se prive du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 Au nom » : « un seul nom et trois personnes » (2405); le Dieu du « Faisons ». Le baptême, signe extérieur d'une foi déjà reçue. « Tout ce que je vous ai prescrit » inclut le grand commandement.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 Verset final : 2 Corinthiens 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8.29-30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 2 CORINTHIENS 3.18</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2 Co 3.18</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371600"/>
          </a:xfrm>
          <a:prstGeom prst="roundRect">
            <a:avLst>
              <a:gd name="adj" fmla="val 8000"/>
            </a:avLst>
          </a:prstGeom>
          <a:solidFill>
            <a:srgbClr val="1A1411"/>
          </a:solidFill>
          <a:ln w="19050">
            <a:solidFill>
              <a:srgbClr val="CC5500"/>
            </a:solidFill>
            <a:prstDash val="solid"/>
          </a:ln>
        </p:spPr>
      </p:sp>
      <p:sp>
        <p:nvSpPr>
          <p:cNvPr id="25" name="Text 23"/>
          <p:cNvSpPr txBox="1"/>
          <p:nvPr/>
        </p:nvSpPr>
        <p:spPr>
          <a:xfrm>
            <a:off x="777240" y="4617720"/>
            <a:ext cx="4983480" cy="1234440"/>
          </a:xfrm>
          <a:prstGeom prst="rect">
            <a:avLst/>
          </a:prstGeom>
          <a:noFill/>
          <a:ln/>
        </p:spPr>
        <p:txBody>
          <a:bodyPr wrap="square" lIns="0" tIns="0" rIns="0" bIns="0" rtlCol="0" anchor="ctr"/>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371600"/>
          </a:xfrm>
          <a:prstGeom prst="roundRect">
            <a:avLst>
              <a:gd name="adj" fmla="val 8000"/>
            </a:avLst>
          </a:prstGeom>
          <a:solidFill>
            <a:srgbClr val="1A1411"/>
          </a:solidFill>
          <a:ln w="19050">
            <a:solidFill>
              <a:srgbClr val="CC5500"/>
            </a:solidFill>
            <a:prstDash val="solid"/>
          </a:ln>
        </p:spPr>
      </p:sp>
      <p:sp>
        <p:nvSpPr>
          <p:cNvPr id="27" name="Text 25"/>
          <p:cNvSpPr txBox="1"/>
          <p:nvPr/>
        </p:nvSpPr>
        <p:spPr>
          <a:xfrm>
            <a:off x="6446520" y="4617720"/>
            <a:ext cx="4983480" cy="1234440"/>
          </a:xfrm>
          <a:prstGeom prst="rect">
            <a:avLst/>
          </a:prstGeom>
          <a:noFill/>
          <a:ln/>
        </p:spPr>
        <p:txBody>
          <a:bodyPr wrap="square" lIns="0" tIns="0" rIns="0" bIns="0" rtlCol="0" anchor="ctr"/>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résolu : nous serons semblables à lui (1 Jn 3.2). Contemplez Christ dans sa Parole. Et allez : faites des disciples.</a:t>
            </a:r>
            <a:endParaRPr lang="en-US" sz="1500" dirty="0"/>
          </a:p>
        </p:txBody>
      </p:sp>
      <p:sp>
        <p:nvSpPr>
          <p:cNvPr id="28" name="Text 26"/>
          <p:cNvSpPr txBox="1"/>
          <p:nvPr/>
        </p:nvSpPr>
        <p:spPr>
          <a:xfrm>
            <a:off x="548640" y="6053328"/>
            <a:ext cx="1106424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 … nous sommes transformés en la même image, de gloire en gloire, par l'Esprit du Seigneur. »  2 Corinthiens 3.18</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2026-09-27T10:32:58Z</dcterms:created>
  <dcterms:modified xsi:type="dcterms:W3CDTF">2026-09-27T10:32:58Z</dcterms:modified>
</cp:coreProperties>
</file>