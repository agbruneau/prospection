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2"/>
    <p:sldId id="285" r:id="rId3"/>
    <p:sldId id="286" r:id="rId4"/>
    <p:sldId id="287" r:id="rId5"/>
    <p:sldId id="288" r:id="rId6"/>
    <p:sldId id="289" r:id="rId7"/>
    <p:sldId id="290" r:id="rId8"/>
    <p:sldId id="291" r:id="rId9"/>
    <p:sldId id="292" r:id="rId10"/>
    <p:sldId id="293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A287C0-9FC5-4D7A-B26A-5C34583FEB53}" v="4" dt="2026-09-30T12:24:07.5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687" autoAdjust="0"/>
    <p:restoredTop sz="84312" autoAdjust="0"/>
  </p:normalViewPr>
  <p:slideViewPr>
    <p:cSldViewPr snapToGrid="0" snapToObjects="1">
      <p:cViewPr varScale="1">
        <p:scale>
          <a:sx n="69" d="100"/>
          <a:sy n="69" d="100"/>
        </p:scale>
        <p:origin x="82" y="8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-Guy Bruneau" userId="c9f3b82d5570fc32" providerId="LiveId" clId="{C4496A7D-9A64-4B82-9835-F710A7718518}"/>
    <pc:docChg chg="undo custSel addSld delSld modSld">
      <pc:chgData name="André-Guy Bruneau" userId="c9f3b82d5570fc32" providerId="LiveId" clId="{C4496A7D-9A64-4B82-9835-F710A7718518}" dt="2026-09-30T12:44:02.224" v="1018" actId="6549"/>
      <pc:docMkLst>
        <pc:docMk/>
      </pc:docMkLst>
      <pc:sldChg chg="del">
        <pc:chgData name="André-Guy Bruneau" userId="c9f3b82d5570fc32" providerId="LiveId" clId="{C4496A7D-9A64-4B82-9835-F710A7718518}" dt="2026-09-29T08:51:33.643" v="23"/>
        <pc:sldMkLst>
          <pc:docMk/>
          <pc:sldMk cId="0" sldId="256"/>
        </pc:sldMkLst>
      </pc:sldChg>
      <pc:sldChg chg="del">
        <pc:chgData name="André-Guy Bruneau" userId="c9f3b82d5570fc32" providerId="LiveId" clId="{C4496A7D-9A64-4B82-9835-F710A7718518}" dt="2026-09-29T08:51:03.526" v="19"/>
        <pc:sldMkLst>
          <pc:docMk/>
          <pc:sldMk cId="0" sldId="257"/>
        </pc:sldMkLst>
      </pc:sldChg>
      <pc:sldChg chg="del">
        <pc:chgData name="André-Guy Bruneau" userId="c9f3b82d5570fc32" providerId="LiveId" clId="{C4496A7D-9A64-4B82-9835-F710A7718518}" dt="2026-09-29T08:51:07.288" v="21"/>
        <pc:sldMkLst>
          <pc:docMk/>
          <pc:sldMk cId="0" sldId="258"/>
        </pc:sldMkLst>
      </pc:sldChg>
      <pc:sldChg chg="del">
        <pc:chgData name="André-Guy Bruneau" userId="c9f3b82d5570fc32" providerId="LiveId" clId="{C4496A7D-9A64-4B82-9835-F710A7718518}" dt="2026-09-29T08:48:25.045" v="1"/>
        <pc:sldMkLst>
          <pc:docMk/>
          <pc:sldMk cId="0" sldId="259"/>
        </pc:sldMkLst>
      </pc:sldChg>
      <pc:sldChg chg="del">
        <pc:chgData name="André-Guy Bruneau" userId="c9f3b82d5570fc32" providerId="LiveId" clId="{C4496A7D-9A64-4B82-9835-F710A7718518}" dt="2026-09-29T08:48:50.432" v="3"/>
        <pc:sldMkLst>
          <pc:docMk/>
          <pc:sldMk cId="0" sldId="260"/>
        </pc:sldMkLst>
      </pc:sldChg>
      <pc:sldChg chg="del">
        <pc:chgData name="André-Guy Bruneau" userId="c9f3b82d5570fc32" providerId="LiveId" clId="{C4496A7D-9A64-4B82-9835-F710A7718518}" dt="2026-09-29T08:49:02.442" v="5"/>
        <pc:sldMkLst>
          <pc:docMk/>
          <pc:sldMk cId="0" sldId="261"/>
        </pc:sldMkLst>
      </pc:sldChg>
      <pc:sldChg chg="del">
        <pc:chgData name="André-Guy Bruneau" userId="c9f3b82d5570fc32" providerId="LiveId" clId="{C4496A7D-9A64-4B82-9835-F710A7718518}" dt="2026-09-29T08:49:28.798" v="7"/>
        <pc:sldMkLst>
          <pc:docMk/>
          <pc:sldMk cId="0" sldId="262"/>
        </pc:sldMkLst>
      </pc:sldChg>
      <pc:sldChg chg="del">
        <pc:chgData name="André-Guy Bruneau" userId="c9f3b82d5570fc32" providerId="LiveId" clId="{C4496A7D-9A64-4B82-9835-F710A7718518}" dt="2026-09-29T08:50:50.425" v="15"/>
        <pc:sldMkLst>
          <pc:docMk/>
          <pc:sldMk cId="0" sldId="263"/>
        </pc:sldMkLst>
      </pc:sldChg>
      <pc:sldChg chg="del">
        <pc:chgData name="André-Guy Bruneau" userId="c9f3b82d5570fc32" providerId="LiveId" clId="{C4496A7D-9A64-4B82-9835-F710A7718518}" dt="2026-09-29T08:50:56.875" v="17"/>
        <pc:sldMkLst>
          <pc:docMk/>
          <pc:sldMk cId="0" sldId="264"/>
        </pc:sldMkLst>
      </pc:sldChg>
      <pc:sldChg chg="del">
        <pc:chgData name="André-Guy Bruneau" userId="c9f3b82d5570fc32" providerId="LiveId" clId="{C4496A7D-9A64-4B82-9835-F710A7718518}" dt="2026-09-29T08:51:38.165" v="25"/>
        <pc:sldMkLst>
          <pc:docMk/>
          <pc:sldMk cId="0" sldId="265"/>
        </pc:sldMkLst>
      </pc:sldChg>
      <pc:sldChg chg="add del">
        <pc:chgData name="André-Guy Bruneau" userId="c9f3b82d5570fc32" providerId="LiveId" clId="{C4496A7D-9A64-4B82-9835-F710A7718518}" dt="2026-09-29T08:51:48.645" v="27"/>
        <pc:sldMkLst>
          <pc:docMk/>
          <pc:sldMk cId="1677925452" sldId="266"/>
        </pc:sldMkLst>
      </pc:sldChg>
      <pc:sldChg chg="addSp modSp add del mod">
        <pc:chgData name="André-Guy Bruneau" userId="c9f3b82d5570fc32" providerId="LiveId" clId="{C4496A7D-9A64-4B82-9835-F710A7718518}" dt="2026-09-29T09:16:26.934" v="582"/>
        <pc:sldMkLst>
          <pc:docMk/>
          <pc:sldMk cId="2928293173" sldId="267"/>
        </pc:sldMkLst>
        <pc:spChg chg="mod">
          <ac:chgData name="André-Guy Bruneau" userId="c9f3b82d5570fc32" providerId="LiveId" clId="{C4496A7D-9A64-4B82-9835-F710A7718518}" dt="2026-09-29T08:52:01.580" v="29"/>
          <ac:spMkLst>
            <pc:docMk/>
            <pc:sldMk cId="2928293173" sldId="267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24" v="237"/>
          <ac:spMkLst>
            <pc:docMk/>
            <pc:sldMk cId="2928293173" sldId="267"/>
            <ac:spMk id="25" creationId="{00DA3F9A-2F10-4DDD-B6C4-1FE829B71610}"/>
          </ac:spMkLst>
        </pc:spChg>
        <pc:spChg chg="add mod">
          <ac:chgData name="André-Guy Bruneau" userId="c9f3b82d5570fc32" providerId="LiveId" clId="{C4496A7D-9A64-4B82-9835-F710A7718518}" dt="2026-09-29T09:00:31.627" v="241"/>
          <ac:spMkLst>
            <pc:docMk/>
            <pc:sldMk cId="2928293173" sldId="267"/>
            <ac:spMk id="26" creationId="{8B91EB4B-B040-4CE0-A403-430B4393429A}"/>
          </ac:spMkLst>
        </pc:spChg>
        <pc:spChg chg="add mod">
          <ac:chgData name="André-Guy Bruneau" userId="c9f3b82d5570fc32" providerId="LiveId" clId="{C4496A7D-9A64-4B82-9835-F710A7718518}" dt="2026-09-29T09:00:31.627" v="245"/>
          <ac:spMkLst>
            <pc:docMk/>
            <pc:sldMk cId="2928293173" sldId="267"/>
            <ac:spMk id="27" creationId="{AB4412A5-7A94-46D7-826A-F52F547D07B8}"/>
          </ac:spMkLst>
        </pc:spChg>
        <pc:spChg chg="add mod">
          <ac:chgData name="André-Guy Bruneau" userId="c9f3b82d5570fc32" providerId="LiveId" clId="{C4496A7D-9A64-4B82-9835-F710A7718518}" dt="2026-09-29T09:00:31.627" v="249"/>
          <ac:spMkLst>
            <pc:docMk/>
            <pc:sldMk cId="2928293173" sldId="267"/>
            <ac:spMk id="28" creationId="{1C5B3E66-0D86-432F-84E8-2955288A7C26}"/>
          </ac:spMkLst>
        </pc:spChg>
        <pc:spChg chg="add mod">
          <ac:chgData name="André-Guy Bruneau" userId="c9f3b82d5570fc32" providerId="LiveId" clId="{C4496A7D-9A64-4B82-9835-F710A7718518}" dt="2026-09-29T09:00:31.627" v="253"/>
          <ac:spMkLst>
            <pc:docMk/>
            <pc:sldMk cId="2928293173" sldId="267"/>
            <ac:spMk id="29" creationId="{A1D2A81D-550F-4C6F-966F-82B332585FED}"/>
          </ac:spMkLst>
        </pc:spChg>
        <pc:spChg chg="add mod">
          <ac:chgData name="André-Guy Bruneau" userId="c9f3b82d5570fc32" providerId="LiveId" clId="{C4496A7D-9A64-4B82-9835-F710A7718518}" dt="2026-09-29T09:00:31.627" v="257"/>
          <ac:spMkLst>
            <pc:docMk/>
            <pc:sldMk cId="2928293173" sldId="267"/>
            <ac:spMk id="30" creationId="{96BF6467-7F08-4960-8F18-C84641359EFF}"/>
          </ac:spMkLst>
        </pc:spChg>
        <pc:spChg chg="add mod">
          <ac:chgData name="André-Guy Bruneau" userId="c9f3b82d5570fc32" providerId="LiveId" clId="{C4496A7D-9A64-4B82-9835-F710A7718518}" dt="2026-09-29T09:00:31.627" v="261"/>
          <ac:spMkLst>
            <pc:docMk/>
            <pc:sldMk cId="2928293173" sldId="267"/>
            <ac:spMk id="31" creationId="{1ED9248D-A1E7-4607-9B85-3E936CB9727E}"/>
          </ac:spMkLst>
        </pc:spChg>
        <pc:spChg chg="add mod">
          <ac:chgData name="André-Guy Bruneau" userId="c9f3b82d5570fc32" providerId="LiveId" clId="{C4496A7D-9A64-4B82-9835-F710A7718518}" dt="2026-09-29T09:00:31.631" v="265"/>
          <ac:spMkLst>
            <pc:docMk/>
            <pc:sldMk cId="2928293173" sldId="267"/>
            <ac:spMk id="32" creationId="{1AC5E751-4FA6-4B8A-B3AB-3E844D817AB3}"/>
          </ac:spMkLst>
        </pc:spChg>
        <pc:spChg chg="add mod">
          <ac:chgData name="André-Guy Bruneau" userId="c9f3b82d5570fc32" providerId="LiveId" clId="{C4496A7D-9A64-4B82-9835-F710A7718518}" dt="2026-09-29T09:00:31.631" v="269"/>
          <ac:spMkLst>
            <pc:docMk/>
            <pc:sldMk cId="2928293173" sldId="267"/>
            <ac:spMk id="33" creationId="{B0A696A3-3361-47E4-9139-D7AD0BB074C7}"/>
          </ac:spMkLst>
        </pc:spChg>
        <pc:spChg chg="add mod">
          <ac:chgData name="André-Guy Bruneau" userId="c9f3b82d5570fc32" providerId="LiveId" clId="{C4496A7D-9A64-4B82-9835-F710A7718518}" dt="2026-09-29T09:00:31.632" v="273"/>
          <ac:spMkLst>
            <pc:docMk/>
            <pc:sldMk cId="2928293173" sldId="267"/>
            <ac:spMk id="34" creationId="{B1A8EC2E-4915-4135-A08E-92E880DF160E}"/>
          </ac:spMkLst>
        </pc:spChg>
        <pc:grpChg chg="add mod">
          <ac:chgData name="André-Guy Bruneau" userId="c9f3b82d5570fc32" providerId="LiveId" clId="{C4496A7D-9A64-4B82-9835-F710A7718518}" dt="2026-09-29T09:00:31.701" v="483"/>
          <ac:grpSpMkLst>
            <pc:docMk/>
            <pc:sldMk cId="2928293173" sldId="267"/>
            <ac:grpSpMk id="35" creationId="{A5C76786-8B17-E3E6-05A5-23363297D71A}"/>
          </ac:grpSpMkLst>
        </pc:grpChg>
      </pc:sldChg>
      <pc:sldChg chg="addSp modSp add del mod">
        <pc:chgData name="André-Guy Bruneau" userId="c9f3b82d5570fc32" providerId="LiveId" clId="{C4496A7D-9A64-4B82-9835-F710A7718518}" dt="2026-09-29T09:16:34.537" v="584"/>
        <pc:sldMkLst>
          <pc:docMk/>
          <pc:sldMk cId="520438753" sldId="268"/>
        </pc:sldMkLst>
        <pc:spChg chg="mod">
          <ac:chgData name="André-Guy Bruneau" userId="c9f3b82d5570fc32" providerId="LiveId" clId="{C4496A7D-9A64-4B82-9835-F710A7718518}" dt="2026-09-29T08:52:01.580" v="30"/>
          <ac:spMkLst>
            <pc:docMk/>
            <pc:sldMk cId="520438753" sldId="268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32" v="277"/>
          <ac:spMkLst>
            <pc:docMk/>
            <pc:sldMk cId="520438753" sldId="268"/>
            <ac:spMk id="29" creationId="{F74BF932-33BA-4D02-B430-F9E87E454D01}"/>
          </ac:spMkLst>
        </pc:spChg>
        <pc:spChg chg="add mod">
          <ac:chgData name="André-Guy Bruneau" userId="c9f3b82d5570fc32" providerId="LiveId" clId="{C4496A7D-9A64-4B82-9835-F710A7718518}" dt="2026-09-29T09:00:31.632" v="281"/>
          <ac:spMkLst>
            <pc:docMk/>
            <pc:sldMk cId="520438753" sldId="268"/>
            <ac:spMk id="30" creationId="{A17DF5F5-8C2E-4112-AFD2-4FCA990AE7F0}"/>
          </ac:spMkLst>
        </pc:spChg>
        <pc:spChg chg="add mod">
          <ac:chgData name="André-Guy Bruneau" userId="c9f3b82d5570fc32" providerId="LiveId" clId="{C4496A7D-9A64-4B82-9835-F710A7718518}" dt="2026-09-29T09:00:31.635" v="285"/>
          <ac:spMkLst>
            <pc:docMk/>
            <pc:sldMk cId="520438753" sldId="268"/>
            <ac:spMk id="31" creationId="{A6EB2582-59DE-47D7-BC2C-B1A2BCA8FBEE}"/>
          </ac:spMkLst>
        </pc:spChg>
        <pc:spChg chg="add mod">
          <ac:chgData name="André-Guy Bruneau" userId="c9f3b82d5570fc32" providerId="LiveId" clId="{C4496A7D-9A64-4B82-9835-F710A7718518}" dt="2026-09-29T09:00:31.636" v="289"/>
          <ac:spMkLst>
            <pc:docMk/>
            <pc:sldMk cId="520438753" sldId="268"/>
            <ac:spMk id="32" creationId="{5A85ACCA-6EF3-43F8-9215-FCCFE73F9720}"/>
          </ac:spMkLst>
        </pc:spChg>
        <pc:spChg chg="add mod">
          <ac:chgData name="André-Guy Bruneau" userId="c9f3b82d5570fc32" providerId="LiveId" clId="{C4496A7D-9A64-4B82-9835-F710A7718518}" dt="2026-09-29T09:00:31.636" v="293"/>
          <ac:spMkLst>
            <pc:docMk/>
            <pc:sldMk cId="520438753" sldId="268"/>
            <ac:spMk id="33" creationId="{3836C284-5ED8-4953-9980-045453F636D4}"/>
          </ac:spMkLst>
        </pc:spChg>
        <pc:spChg chg="add mod">
          <ac:chgData name="André-Guy Bruneau" userId="c9f3b82d5570fc32" providerId="LiveId" clId="{C4496A7D-9A64-4B82-9835-F710A7718518}" dt="2026-09-29T09:00:31.636" v="297"/>
          <ac:spMkLst>
            <pc:docMk/>
            <pc:sldMk cId="520438753" sldId="268"/>
            <ac:spMk id="34" creationId="{4E5C900E-0065-4293-8AFB-FFB15B809478}"/>
          </ac:spMkLst>
        </pc:spChg>
        <pc:spChg chg="add mod">
          <ac:chgData name="André-Guy Bruneau" userId="c9f3b82d5570fc32" providerId="LiveId" clId="{C4496A7D-9A64-4B82-9835-F710A7718518}" dt="2026-09-29T09:00:31.636" v="301"/>
          <ac:spMkLst>
            <pc:docMk/>
            <pc:sldMk cId="520438753" sldId="268"/>
            <ac:spMk id="35" creationId="{139C9966-E184-4C12-AB24-8E5BD710CC6F}"/>
          </ac:spMkLst>
        </pc:spChg>
        <pc:spChg chg="add mod">
          <ac:chgData name="André-Guy Bruneau" userId="c9f3b82d5570fc32" providerId="LiveId" clId="{C4496A7D-9A64-4B82-9835-F710A7718518}" dt="2026-09-29T09:00:31.636" v="305"/>
          <ac:spMkLst>
            <pc:docMk/>
            <pc:sldMk cId="520438753" sldId="268"/>
            <ac:spMk id="36" creationId="{68494C81-6E84-49D3-951B-86FD83FE11C9}"/>
          </ac:spMkLst>
        </pc:spChg>
        <pc:spChg chg="add mod">
          <ac:chgData name="André-Guy Bruneau" userId="c9f3b82d5570fc32" providerId="LiveId" clId="{C4496A7D-9A64-4B82-9835-F710A7718518}" dt="2026-09-29T09:00:31.636" v="309"/>
          <ac:spMkLst>
            <pc:docMk/>
            <pc:sldMk cId="520438753" sldId="268"/>
            <ac:spMk id="37" creationId="{E2FF8872-CBB1-4DE5-BF14-DA0F3925637D}"/>
          </ac:spMkLst>
        </pc:spChg>
        <pc:spChg chg="add mod">
          <ac:chgData name="André-Guy Bruneau" userId="c9f3b82d5570fc32" providerId="LiveId" clId="{C4496A7D-9A64-4B82-9835-F710A7718518}" dt="2026-09-29T09:00:31.640" v="313"/>
          <ac:spMkLst>
            <pc:docMk/>
            <pc:sldMk cId="520438753" sldId="268"/>
            <ac:spMk id="38" creationId="{CF7DD45C-891D-41DA-9B78-53B76F00C616}"/>
          </ac:spMkLst>
        </pc:spChg>
        <pc:grpChg chg="add mod">
          <ac:chgData name="André-Guy Bruneau" userId="c9f3b82d5570fc32" providerId="LiveId" clId="{C4496A7D-9A64-4B82-9835-F710A7718518}" dt="2026-09-29T09:00:31.705" v="485"/>
          <ac:grpSpMkLst>
            <pc:docMk/>
            <pc:sldMk cId="520438753" sldId="268"/>
            <ac:grpSpMk id="39" creationId="{070CC8B6-D375-DF64-B79B-73914E99524F}"/>
          </ac:grpSpMkLst>
        </pc:grpChg>
      </pc:sldChg>
      <pc:sldChg chg="add del">
        <pc:chgData name="André-Guy Bruneau" userId="c9f3b82d5570fc32" providerId="LiveId" clId="{C4496A7D-9A64-4B82-9835-F710A7718518}" dt="2026-09-29T08:49:55.082" v="9"/>
        <pc:sldMkLst>
          <pc:docMk/>
          <pc:sldMk cId="2018943429" sldId="269"/>
        </pc:sldMkLst>
      </pc:sldChg>
      <pc:sldChg chg="add del">
        <pc:chgData name="André-Guy Bruneau" userId="c9f3b82d5570fc32" providerId="LiveId" clId="{C4496A7D-9A64-4B82-9835-F710A7718518}" dt="2026-09-29T08:50:24.265" v="11"/>
        <pc:sldMkLst>
          <pc:docMk/>
          <pc:sldMk cId="2826374024" sldId="270"/>
        </pc:sldMkLst>
      </pc:sldChg>
      <pc:sldChg chg="add del">
        <pc:chgData name="André-Guy Bruneau" userId="c9f3b82d5570fc32" providerId="LiveId" clId="{C4496A7D-9A64-4B82-9835-F710A7718518}" dt="2026-09-29T08:50:41.637" v="13"/>
        <pc:sldMkLst>
          <pc:docMk/>
          <pc:sldMk cId="2103469792" sldId="271"/>
        </pc:sldMkLst>
      </pc:sldChg>
      <pc:sldChg chg="addSp modSp add del mod">
        <pc:chgData name="André-Guy Bruneau" userId="c9f3b82d5570fc32" providerId="LiveId" clId="{C4496A7D-9A64-4B82-9835-F710A7718518}" dt="2026-09-29T09:16:43.347" v="586"/>
        <pc:sldMkLst>
          <pc:docMk/>
          <pc:sldMk cId="2451330682" sldId="272"/>
        </pc:sldMkLst>
        <pc:spChg chg="mod">
          <ac:chgData name="André-Guy Bruneau" userId="c9f3b82d5570fc32" providerId="LiveId" clId="{C4496A7D-9A64-4B82-9835-F710A7718518}" dt="2026-09-29T08:52:01.580" v="31"/>
          <ac:spMkLst>
            <pc:docMk/>
            <pc:sldMk cId="2451330682" sldId="272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4"/>
          <ac:spMkLst>
            <pc:docMk/>
            <pc:sldMk cId="2451330682" sldId="272"/>
            <ac:spMk id="1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5"/>
          <ac:spMkLst>
            <pc:docMk/>
            <pc:sldMk cId="2451330682" sldId="272"/>
            <ac:spMk id="2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6"/>
          <ac:spMkLst>
            <pc:docMk/>
            <pc:sldMk cId="2451330682" sldId="272"/>
            <ac:spMk id="2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00:57.354" v="494"/>
          <ac:spMkLst>
            <pc:docMk/>
            <pc:sldMk cId="2451330682" sldId="272"/>
            <ac:spMk id="29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41" v="317"/>
          <ac:spMkLst>
            <pc:docMk/>
            <pc:sldMk cId="2451330682" sldId="272"/>
            <ac:spMk id="30" creationId="{8E06AC4B-6078-40E6-8227-775B65F4412B}"/>
          </ac:spMkLst>
        </pc:spChg>
        <pc:spChg chg="add mod">
          <ac:chgData name="André-Guy Bruneau" userId="c9f3b82d5570fc32" providerId="LiveId" clId="{C4496A7D-9A64-4B82-9835-F710A7718518}" dt="2026-09-29T09:00:31.641" v="321"/>
          <ac:spMkLst>
            <pc:docMk/>
            <pc:sldMk cId="2451330682" sldId="272"/>
            <ac:spMk id="31" creationId="{9D2F7DDC-DFB0-4B74-B601-36A64A9D3B2A}"/>
          </ac:spMkLst>
        </pc:spChg>
        <pc:spChg chg="add mod">
          <ac:chgData name="André-Guy Bruneau" userId="c9f3b82d5570fc32" providerId="LiveId" clId="{C4496A7D-9A64-4B82-9835-F710A7718518}" dt="2026-09-29T09:00:31.641" v="325"/>
          <ac:spMkLst>
            <pc:docMk/>
            <pc:sldMk cId="2451330682" sldId="272"/>
            <ac:spMk id="32" creationId="{4964D572-62B1-49F8-9B38-7A413975506E}"/>
          </ac:spMkLst>
        </pc:spChg>
        <pc:spChg chg="add mod">
          <ac:chgData name="André-Guy Bruneau" userId="c9f3b82d5570fc32" providerId="LiveId" clId="{C4496A7D-9A64-4B82-9835-F710A7718518}" dt="2026-09-29T09:00:31.641" v="329"/>
          <ac:spMkLst>
            <pc:docMk/>
            <pc:sldMk cId="2451330682" sldId="272"/>
            <ac:spMk id="33" creationId="{57491592-0A2C-4888-A62D-E0CDA0B195C2}"/>
          </ac:spMkLst>
        </pc:spChg>
        <pc:spChg chg="add mod">
          <ac:chgData name="André-Guy Bruneau" userId="c9f3b82d5570fc32" providerId="LiveId" clId="{C4496A7D-9A64-4B82-9835-F710A7718518}" dt="2026-09-29T09:00:31.641" v="333"/>
          <ac:spMkLst>
            <pc:docMk/>
            <pc:sldMk cId="2451330682" sldId="272"/>
            <ac:spMk id="34" creationId="{A4F8FCED-72D2-45C9-8A78-076480F6C86F}"/>
          </ac:spMkLst>
        </pc:spChg>
        <pc:spChg chg="add mod">
          <ac:chgData name="André-Guy Bruneau" userId="c9f3b82d5570fc32" providerId="LiveId" clId="{C4496A7D-9A64-4B82-9835-F710A7718518}" dt="2026-09-29T09:00:31.641" v="337"/>
          <ac:spMkLst>
            <pc:docMk/>
            <pc:sldMk cId="2451330682" sldId="272"/>
            <ac:spMk id="35" creationId="{2147E98B-D830-4310-963D-C63681ABE1CA}"/>
          </ac:spMkLst>
        </pc:spChg>
        <pc:spChg chg="add mod">
          <ac:chgData name="André-Guy Bruneau" userId="c9f3b82d5570fc32" providerId="LiveId" clId="{C4496A7D-9A64-4B82-9835-F710A7718518}" dt="2026-09-29T09:00:31.641" v="341"/>
          <ac:spMkLst>
            <pc:docMk/>
            <pc:sldMk cId="2451330682" sldId="272"/>
            <ac:spMk id="36" creationId="{5FDA1967-544E-4FC3-B046-4DA0033D1D8D}"/>
          </ac:spMkLst>
        </pc:spChg>
        <pc:spChg chg="add mod">
          <ac:chgData name="André-Guy Bruneau" userId="c9f3b82d5570fc32" providerId="LiveId" clId="{C4496A7D-9A64-4B82-9835-F710A7718518}" dt="2026-09-29T09:00:31.645" v="345"/>
          <ac:spMkLst>
            <pc:docMk/>
            <pc:sldMk cId="2451330682" sldId="272"/>
            <ac:spMk id="37" creationId="{0C18F75D-E397-46F3-A055-32B66EFD9D02}"/>
          </ac:spMkLst>
        </pc:spChg>
        <pc:spChg chg="add mod">
          <ac:chgData name="André-Guy Bruneau" userId="c9f3b82d5570fc32" providerId="LiveId" clId="{C4496A7D-9A64-4B82-9835-F710A7718518}" dt="2026-09-29T09:00:31.645" v="349"/>
          <ac:spMkLst>
            <pc:docMk/>
            <pc:sldMk cId="2451330682" sldId="272"/>
            <ac:spMk id="38" creationId="{5F8D3B35-B858-45F8-B019-BF1E4B918D96}"/>
          </ac:spMkLst>
        </pc:spChg>
        <pc:spChg chg="add mod">
          <ac:chgData name="André-Guy Bruneau" userId="c9f3b82d5570fc32" providerId="LiveId" clId="{C4496A7D-9A64-4B82-9835-F710A7718518}" dt="2026-09-29T09:00:31.645" v="353"/>
          <ac:spMkLst>
            <pc:docMk/>
            <pc:sldMk cId="2451330682" sldId="272"/>
            <ac:spMk id="39" creationId="{F1C93F09-F3F8-4BCE-BB79-90F75EC2B1A6}"/>
          </ac:spMkLst>
        </pc:spChg>
        <pc:grpChg chg="add mod">
          <ac:chgData name="André-Guy Bruneau" userId="c9f3b82d5570fc32" providerId="LiveId" clId="{C4496A7D-9A64-4B82-9835-F710A7718518}" dt="2026-09-29T09:00:31.706" v="487"/>
          <ac:grpSpMkLst>
            <pc:docMk/>
            <pc:sldMk cId="2451330682" sldId="272"/>
            <ac:grpSpMk id="40" creationId="{CC1BD772-2981-3FCB-EA30-FCD23F2D2210}"/>
          </ac:grpSpMkLst>
        </pc:grpChg>
      </pc:sldChg>
      <pc:sldChg chg="addSp modSp add del mod">
        <pc:chgData name="André-Guy Bruneau" userId="c9f3b82d5570fc32" providerId="LiveId" clId="{C4496A7D-9A64-4B82-9835-F710A7718518}" dt="2026-09-29T09:16:52.186" v="588"/>
        <pc:sldMkLst>
          <pc:docMk/>
          <pc:sldMk cId="4048670213" sldId="273"/>
        </pc:sldMkLst>
        <pc:spChg chg="mod">
          <ac:chgData name="André-Guy Bruneau" userId="c9f3b82d5570fc32" providerId="LiveId" clId="{C4496A7D-9A64-4B82-9835-F710A7718518}" dt="2026-09-29T08:52:01.580" v="32"/>
          <ac:spMkLst>
            <pc:docMk/>
            <pc:sldMk cId="4048670213" sldId="273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45" v="357"/>
          <ac:spMkLst>
            <pc:docMk/>
            <pc:sldMk cId="4048670213" sldId="273"/>
            <ac:spMk id="28" creationId="{10FD387B-2E51-47BE-B761-798B87F3D656}"/>
          </ac:spMkLst>
        </pc:spChg>
        <pc:spChg chg="add mod">
          <ac:chgData name="André-Guy Bruneau" userId="c9f3b82d5570fc32" providerId="LiveId" clId="{C4496A7D-9A64-4B82-9835-F710A7718518}" dt="2026-09-29T09:00:31.648" v="361"/>
          <ac:spMkLst>
            <pc:docMk/>
            <pc:sldMk cId="4048670213" sldId="273"/>
            <ac:spMk id="29" creationId="{2250E8FE-4396-4549-8BFC-91740756B43A}"/>
          </ac:spMkLst>
        </pc:spChg>
        <pc:spChg chg="add mod">
          <ac:chgData name="André-Guy Bruneau" userId="c9f3b82d5570fc32" providerId="LiveId" clId="{C4496A7D-9A64-4B82-9835-F710A7718518}" dt="2026-09-29T09:00:31.648" v="365"/>
          <ac:spMkLst>
            <pc:docMk/>
            <pc:sldMk cId="4048670213" sldId="273"/>
            <ac:spMk id="30" creationId="{EBADB7B5-57C8-48E9-A2DA-28E7BEC9BAC4}"/>
          </ac:spMkLst>
        </pc:spChg>
        <pc:spChg chg="add mod">
          <ac:chgData name="André-Guy Bruneau" userId="c9f3b82d5570fc32" providerId="LiveId" clId="{C4496A7D-9A64-4B82-9835-F710A7718518}" dt="2026-09-29T09:00:31.649" v="369"/>
          <ac:spMkLst>
            <pc:docMk/>
            <pc:sldMk cId="4048670213" sldId="273"/>
            <ac:spMk id="31" creationId="{DFE17888-2631-42EB-91F2-163874C583DA}"/>
          </ac:spMkLst>
        </pc:spChg>
        <pc:spChg chg="add mod">
          <ac:chgData name="André-Guy Bruneau" userId="c9f3b82d5570fc32" providerId="LiveId" clId="{C4496A7D-9A64-4B82-9835-F710A7718518}" dt="2026-09-29T09:00:31.649" v="373"/>
          <ac:spMkLst>
            <pc:docMk/>
            <pc:sldMk cId="4048670213" sldId="273"/>
            <ac:spMk id="32" creationId="{3FFA2970-8A05-4905-A10E-020C19A79CB0}"/>
          </ac:spMkLst>
        </pc:spChg>
        <pc:spChg chg="add mod">
          <ac:chgData name="André-Guy Bruneau" userId="c9f3b82d5570fc32" providerId="LiveId" clId="{C4496A7D-9A64-4B82-9835-F710A7718518}" dt="2026-09-29T09:00:31.649" v="377"/>
          <ac:spMkLst>
            <pc:docMk/>
            <pc:sldMk cId="4048670213" sldId="273"/>
            <ac:spMk id="33" creationId="{5F0D3A5E-006A-4C1A-8E30-040C772833A6}"/>
          </ac:spMkLst>
        </pc:spChg>
        <pc:spChg chg="add mod">
          <ac:chgData name="André-Guy Bruneau" userId="c9f3b82d5570fc32" providerId="LiveId" clId="{C4496A7D-9A64-4B82-9835-F710A7718518}" dt="2026-09-29T09:00:31.649" v="381"/>
          <ac:spMkLst>
            <pc:docMk/>
            <pc:sldMk cId="4048670213" sldId="273"/>
            <ac:spMk id="34" creationId="{7B8CB60A-F333-490D-9D04-32A1F8E27DF3}"/>
          </ac:spMkLst>
        </pc:spChg>
        <pc:spChg chg="add mod">
          <ac:chgData name="André-Guy Bruneau" userId="c9f3b82d5570fc32" providerId="LiveId" clId="{C4496A7D-9A64-4B82-9835-F710A7718518}" dt="2026-09-29T09:00:31.649" v="385"/>
          <ac:spMkLst>
            <pc:docMk/>
            <pc:sldMk cId="4048670213" sldId="273"/>
            <ac:spMk id="35" creationId="{C26347F0-876A-4A1F-B3A7-7D338E1D7EE6}"/>
          </ac:spMkLst>
        </pc:spChg>
        <pc:spChg chg="add mod">
          <ac:chgData name="André-Guy Bruneau" userId="c9f3b82d5570fc32" providerId="LiveId" clId="{C4496A7D-9A64-4B82-9835-F710A7718518}" dt="2026-09-29T09:00:31.652" v="389"/>
          <ac:spMkLst>
            <pc:docMk/>
            <pc:sldMk cId="4048670213" sldId="273"/>
            <ac:spMk id="36" creationId="{40374364-93F9-4DC4-B62A-CE8EEB6BB238}"/>
          </ac:spMkLst>
        </pc:spChg>
        <pc:spChg chg="add mod">
          <ac:chgData name="André-Guy Bruneau" userId="c9f3b82d5570fc32" providerId="LiveId" clId="{C4496A7D-9A64-4B82-9835-F710A7718518}" dt="2026-09-29T09:00:31.654" v="393"/>
          <ac:spMkLst>
            <pc:docMk/>
            <pc:sldMk cId="4048670213" sldId="273"/>
            <ac:spMk id="37" creationId="{07BA0948-65F4-4CC7-A875-D99D557D7986}"/>
          </ac:spMkLst>
        </pc:spChg>
        <pc:grpChg chg="add mod">
          <ac:chgData name="André-Guy Bruneau" userId="c9f3b82d5570fc32" providerId="LiveId" clId="{C4496A7D-9A64-4B82-9835-F710A7718518}" dt="2026-09-29T09:00:31.707" v="489"/>
          <ac:grpSpMkLst>
            <pc:docMk/>
            <pc:sldMk cId="4048670213" sldId="273"/>
            <ac:grpSpMk id="38" creationId="{54AA34CA-5B03-5C04-DE27-1F9D8C9BBD6C}"/>
          </ac:grpSpMkLst>
        </pc:grpChg>
      </pc:sldChg>
      <pc:sldChg chg="addSp modSp add del mod">
        <pc:chgData name="André-Guy Bruneau" userId="c9f3b82d5570fc32" providerId="LiveId" clId="{C4496A7D-9A64-4B82-9835-F710A7718518}" dt="2026-09-29T09:16:59.810" v="590"/>
        <pc:sldMkLst>
          <pc:docMk/>
          <pc:sldMk cId="1125482714" sldId="274"/>
        </pc:sldMkLst>
        <pc:spChg chg="mod">
          <ac:chgData name="André-Guy Bruneau" userId="c9f3b82d5570fc32" providerId="LiveId" clId="{C4496A7D-9A64-4B82-9835-F710A7718518}" dt="2026-09-29T08:52:01.580" v="33"/>
          <ac:spMkLst>
            <pc:docMk/>
            <pc:sldMk cId="1125482714" sldId="274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54" v="397"/>
          <ac:spMkLst>
            <pc:docMk/>
            <pc:sldMk cId="1125482714" sldId="274"/>
            <ac:spMk id="36" creationId="{6202EB97-D07D-4F8C-8079-A04114707027}"/>
          </ac:spMkLst>
        </pc:spChg>
        <pc:spChg chg="add mod">
          <ac:chgData name="André-Guy Bruneau" userId="c9f3b82d5570fc32" providerId="LiveId" clId="{C4496A7D-9A64-4B82-9835-F710A7718518}" dt="2026-09-29T09:00:31.655" v="401"/>
          <ac:spMkLst>
            <pc:docMk/>
            <pc:sldMk cId="1125482714" sldId="274"/>
            <ac:spMk id="37" creationId="{F9C3BD9D-AB9A-48D4-B9DF-5CEF9CC0795E}"/>
          </ac:spMkLst>
        </pc:spChg>
        <pc:spChg chg="add mod">
          <ac:chgData name="André-Guy Bruneau" userId="c9f3b82d5570fc32" providerId="LiveId" clId="{C4496A7D-9A64-4B82-9835-F710A7718518}" dt="2026-09-29T09:00:31.656" v="405"/>
          <ac:spMkLst>
            <pc:docMk/>
            <pc:sldMk cId="1125482714" sldId="274"/>
            <ac:spMk id="38" creationId="{B5FDAFAB-1F0E-4FB0-875F-4ED3D229199E}"/>
          </ac:spMkLst>
        </pc:spChg>
        <pc:spChg chg="add mod">
          <ac:chgData name="André-Guy Bruneau" userId="c9f3b82d5570fc32" providerId="LiveId" clId="{C4496A7D-9A64-4B82-9835-F710A7718518}" dt="2026-09-29T09:00:31.656" v="409"/>
          <ac:spMkLst>
            <pc:docMk/>
            <pc:sldMk cId="1125482714" sldId="274"/>
            <ac:spMk id="39" creationId="{66098B2A-1235-428A-8F0A-7390C32376A7}"/>
          </ac:spMkLst>
        </pc:spChg>
        <pc:spChg chg="add mod">
          <ac:chgData name="André-Guy Bruneau" userId="c9f3b82d5570fc32" providerId="LiveId" clId="{C4496A7D-9A64-4B82-9835-F710A7718518}" dt="2026-09-29T09:00:31.657" v="413"/>
          <ac:spMkLst>
            <pc:docMk/>
            <pc:sldMk cId="1125482714" sldId="274"/>
            <ac:spMk id="40" creationId="{3D4302D5-07BC-454A-A0E2-2C346EFEE995}"/>
          </ac:spMkLst>
        </pc:spChg>
        <pc:spChg chg="add mod">
          <ac:chgData name="André-Guy Bruneau" userId="c9f3b82d5570fc32" providerId="LiveId" clId="{C4496A7D-9A64-4B82-9835-F710A7718518}" dt="2026-09-29T09:00:31.658" v="417"/>
          <ac:spMkLst>
            <pc:docMk/>
            <pc:sldMk cId="1125482714" sldId="274"/>
            <ac:spMk id="41" creationId="{108CB3ED-3FFE-4140-8016-F3B09E145F9C}"/>
          </ac:spMkLst>
        </pc:spChg>
        <pc:spChg chg="add mod">
          <ac:chgData name="André-Guy Bruneau" userId="c9f3b82d5570fc32" providerId="LiveId" clId="{C4496A7D-9A64-4B82-9835-F710A7718518}" dt="2026-09-29T09:00:31.658" v="421"/>
          <ac:spMkLst>
            <pc:docMk/>
            <pc:sldMk cId="1125482714" sldId="274"/>
            <ac:spMk id="42" creationId="{20526511-EDB0-462A-8F19-D96011012CB0}"/>
          </ac:spMkLst>
        </pc:spChg>
        <pc:spChg chg="add mod">
          <ac:chgData name="André-Guy Bruneau" userId="c9f3b82d5570fc32" providerId="LiveId" clId="{C4496A7D-9A64-4B82-9835-F710A7718518}" dt="2026-09-29T09:00:31.659" v="425"/>
          <ac:spMkLst>
            <pc:docMk/>
            <pc:sldMk cId="1125482714" sldId="274"/>
            <ac:spMk id="43" creationId="{D11DB073-CA0B-4B4E-9B95-710D0F5F4B10}"/>
          </ac:spMkLst>
        </pc:spChg>
        <pc:spChg chg="add mod">
          <ac:chgData name="André-Guy Bruneau" userId="c9f3b82d5570fc32" providerId="LiveId" clId="{C4496A7D-9A64-4B82-9835-F710A7718518}" dt="2026-09-29T09:00:31.660" v="429"/>
          <ac:spMkLst>
            <pc:docMk/>
            <pc:sldMk cId="1125482714" sldId="274"/>
            <ac:spMk id="44" creationId="{BC8F3D8F-B43C-4462-A342-DBB045DF584D}"/>
          </ac:spMkLst>
        </pc:spChg>
        <pc:spChg chg="add mod">
          <ac:chgData name="André-Guy Bruneau" userId="c9f3b82d5570fc32" providerId="LiveId" clId="{C4496A7D-9A64-4B82-9835-F710A7718518}" dt="2026-09-29T09:00:31.660" v="433"/>
          <ac:spMkLst>
            <pc:docMk/>
            <pc:sldMk cId="1125482714" sldId="274"/>
            <ac:spMk id="45" creationId="{51C0D016-338C-4F9C-976C-585C4570AAD4}"/>
          </ac:spMkLst>
        </pc:spChg>
        <pc:grpChg chg="add mod">
          <ac:chgData name="André-Guy Bruneau" userId="c9f3b82d5570fc32" providerId="LiveId" clId="{C4496A7D-9A64-4B82-9835-F710A7718518}" dt="2026-09-29T09:00:31.711" v="491"/>
          <ac:grpSpMkLst>
            <pc:docMk/>
            <pc:sldMk cId="1125482714" sldId="274"/>
            <ac:grpSpMk id="46" creationId="{89FB9312-E96A-C221-E19A-E0E5D40B58F8}"/>
          </ac:grpSpMkLst>
        </pc:grpChg>
      </pc:sldChg>
      <pc:sldChg chg="addSp delSp modSp add del mod">
        <pc:chgData name="André-Guy Bruneau" userId="c9f3b82d5570fc32" providerId="LiveId" clId="{C4496A7D-9A64-4B82-9835-F710A7718518}" dt="2026-09-29T08:57:36.014" v="63"/>
        <pc:sldMkLst>
          <pc:docMk/>
          <pc:sldMk cId="350341982" sldId="275"/>
        </pc:sldMkLst>
        <pc:spChg chg="add del mod">
          <ac:chgData name="André-Guy Bruneau" userId="c9f3b82d5570fc32" providerId="LiveId" clId="{C4496A7D-9A64-4B82-9835-F710A7718518}" dt="2026-09-29T08:55:14.516" v="48"/>
          <ac:spMkLst>
            <pc:docMk/>
            <pc:sldMk cId="350341982" sldId="275"/>
            <ac:spMk id="22" creationId="{14E898CA-A9B4-2411-A9F9-5C954076A7B6}"/>
          </ac:spMkLst>
        </pc:spChg>
        <pc:picChg chg="add mod">
          <ac:chgData name="André-Guy Bruneau" userId="c9f3b82d5570fc32" providerId="LiveId" clId="{C4496A7D-9A64-4B82-9835-F710A7718518}" dt="2026-09-29T08:55:20.888" v="61" actId="1036"/>
          <ac:picMkLst>
            <pc:docMk/>
            <pc:sldMk cId="350341982" sldId="275"/>
            <ac:picMk id="24" creationId="{C0C717DF-1736-21F3-CB87-A7DCC964D2E4}"/>
          </ac:picMkLst>
        </pc:picChg>
      </pc:sldChg>
      <pc:sldChg chg="add del">
        <pc:chgData name="André-Guy Bruneau" userId="c9f3b82d5570fc32" providerId="LiveId" clId="{C4496A7D-9A64-4B82-9835-F710A7718518}" dt="2026-09-29T08:52:58.478" v="40"/>
        <pc:sldMkLst>
          <pc:docMk/>
          <pc:sldMk cId="2517198661" sldId="276"/>
        </pc:sldMkLst>
      </pc:sldChg>
      <pc:sldChg chg="add del">
        <pc:chgData name="André-Guy Bruneau" userId="c9f3b82d5570fc32" providerId="LiveId" clId="{C4496A7D-9A64-4B82-9835-F710A7718518}" dt="2026-09-29T08:52:35.236" v="38"/>
        <pc:sldMkLst>
          <pc:docMk/>
          <pc:sldMk cId="3691075619" sldId="277"/>
        </pc:sldMkLst>
      </pc:sldChg>
      <pc:sldChg chg="addSp modSp add del mod">
        <pc:chgData name="André-Guy Bruneau" userId="c9f3b82d5570fc32" providerId="LiveId" clId="{C4496A7D-9A64-4B82-9835-F710A7718518}" dt="2026-09-29T09:17:06.440" v="592"/>
        <pc:sldMkLst>
          <pc:docMk/>
          <pc:sldMk cId="794361964" sldId="278"/>
        </pc:sldMkLst>
        <pc:spChg chg="add mod">
          <ac:chgData name="André-Guy Bruneau" userId="c9f3b82d5570fc32" providerId="LiveId" clId="{C4496A7D-9A64-4B82-9835-F710A7718518}" dt="2026-09-29T09:00:31.661" v="437"/>
          <ac:spMkLst>
            <pc:docMk/>
            <pc:sldMk cId="794361964" sldId="278"/>
            <ac:spMk id="28" creationId="{802369C7-2B48-45BF-AD35-9647AA71010A}"/>
          </ac:spMkLst>
        </pc:spChg>
        <pc:spChg chg="add mod">
          <ac:chgData name="André-Guy Bruneau" userId="c9f3b82d5570fc32" providerId="LiveId" clId="{C4496A7D-9A64-4B82-9835-F710A7718518}" dt="2026-09-29T09:00:31.662" v="441"/>
          <ac:spMkLst>
            <pc:docMk/>
            <pc:sldMk cId="794361964" sldId="278"/>
            <ac:spMk id="29" creationId="{E2E1FD2E-EF4E-414F-9E39-F12C601D39DA}"/>
          </ac:spMkLst>
        </pc:spChg>
        <pc:spChg chg="add mod">
          <ac:chgData name="André-Guy Bruneau" userId="c9f3b82d5570fc32" providerId="LiveId" clId="{C4496A7D-9A64-4B82-9835-F710A7718518}" dt="2026-09-29T09:00:31.662" v="445"/>
          <ac:spMkLst>
            <pc:docMk/>
            <pc:sldMk cId="794361964" sldId="278"/>
            <ac:spMk id="30" creationId="{5676BFA7-CCC6-4AF9-BBF0-96B0805A36F6}"/>
          </ac:spMkLst>
        </pc:spChg>
        <pc:spChg chg="add mod">
          <ac:chgData name="André-Guy Bruneau" userId="c9f3b82d5570fc32" providerId="LiveId" clId="{C4496A7D-9A64-4B82-9835-F710A7718518}" dt="2026-09-29T09:00:31.663" v="449"/>
          <ac:spMkLst>
            <pc:docMk/>
            <pc:sldMk cId="794361964" sldId="278"/>
            <ac:spMk id="31" creationId="{A89B6EA4-08B1-45B5-AE41-056839BB456E}"/>
          </ac:spMkLst>
        </pc:spChg>
        <pc:spChg chg="add mod">
          <ac:chgData name="André-Guy Bruneau" userId="c9f3b82d5570fc32" providerId="LiveId" clId="{C4496A7D-9A64-4B82-9835-F710A7718518}" dt="2026-09-29T09:00:31.664" v="453"/>
          <ac:spMkLst>
            <pc:docMk/>
            <pc:sldMk cId="794361964" sldId="278"/>
            <ac:spMk id="32" creationId="{30BA0FBA-3D5C-474D-B8E4-31D4E5C03766}"/>
          </ac:spMkLst>
        </pc:spChg>
        <pc:spChg chg="add mod">
          <ac:chgData name="André-Guy Bruneau" userId="c9f3b82d5570fc32" providerId="LiveId" clId="{C4496A7D-9A64-4B82-9835-F710A7718518}" dt="2026-09-29T09:00:31.664" v="457"/>
          <ac:spMkLst>
            <pc:docMk/>
            <pc:sldMk cId="794361964" sldId="278"/>
            <ac:spMk id="33" creationId="{DBF001EF-E556-4540-BCBF-7A6C57534001}"/>
          </ac:spMkLst>
        </pc:spChg>
        <pc:spChg chg="add mod">
          <ac:chgData name="André-Guy Bruneau" userId="c9f3b82d5570fc32" providerId="LiveId" clId="{C4496A7D-9A64-4B82-9835-F710A7718518}" dt="2026-09-29T09:00:31.665" v="461"/>
          <ac:spMkLst>
            <pc:docMk/>
            <pc:sldMk cId="794361964" sldId="278"/>
            <ac:spMk id="34" creationId="{F0F28198-D487-4632-A106-45ACD082C5DD}"/>
          </ac:spMkLst>
        </pc:spChg>
        <pc:spChg chg="add mod">
          <ac:chgData name="André-Guy Bruneau" userId="c9f3b82d5570fc32" providerId="LiveId" clId="{C4496A7D-9A64-4B82-9835-F710A7718518}" dt="2026-09-29T09:00:31.666" v="465"/>
          <ac:spMkLst>
            <pc:docMk/>
            <pc:sldMk cId="794361964" sldId="278"/>
            <ac:spMk id="35" creationId="{3068779A-556C-42D2-A9A4-CAA52245A358}"/>
          </ac:spMkLst>
        </pc:spChg>
        <pc:spChg chg="add mod">
          <ac:chgData name="André-Guy Bruneau" userId="c9f3b82d5570fc32" providerId="LiveId" clId="{C4496A7D-9A64-4B82-9835-F710A7718518}" dt="2026-09-29T09:00:31.666" v="469"/>
          <ac:spMkLst>
            <pc:docMk/>
            <pc:sldMk cId="794361964" sldId="278"/>
            <ac:spMk id="36" creationId="{381F1C5C-E6F3-4227-802E-9893EEA659EB}"/>
          </ac:spMkLst>
        </pc:spChg>
        <pc:spChg chg="add mod">
          <ac:chgData name="André-Guy Bruneau" userId="c9f3b82d5570fc32" providerId="LiveId" clId="{C4496A7D-9A64-4B82-9835-F710A7718518}" dt="2026-09-29T09:00:31.667" v="473"/>
          <ac:spMkLst>
            <pc:docMk/>
            <pc:sldMk cId="794361964" sldId="278"/>
            <ac:spMk id="37" creationId="{E20070C7-AA2A-4B19-B1A1-C62073067B95}"/>
          </ac:spMkLst>
        </pc:spChg>
        <pc:grpChg chg="add mod">
          <ac:chgData name="André-Guy Bruneau" userId="c9f3b82d5570fc32" providerId="LiveId" clId="{C4496A7D-9A64-4B82-9835-F710A7718518}" dt="2026-09-29T09:00:31.711" v="493"/>
          <ac:grpSpMkLst>
            <pc:docMk/>
            <pc:sldMk cId="794361964" sldId="278"/>
            <ac:grpSpMk id="38" creationId="{82CA5AC9-D3AF-7BC7-B843-71C730461073}"/>
          </ac:grpSpMkLst>
        </pc:grpChg>
      </pc:sldChg>
      <pc:sldChg chg="addSp modSp add del mod">
        <pc:chgData name="André-Guy Bruneau" userId="c9f3b82d5570fc32" providerId="LiveId" clId="{C4496A7D-9A64-4B82-9835-F710A7718518}" dt="2026-09-29T09:16:17.900" v="580"/>
        <pc:sldMkLst>
          <pc:docMk/>
          <pc:sldMk cId="3641363195" sldId="279"/>
        </pc:sldMkLst>
        <pc:spChg chg="mod">
          <ac:chgData name="André-Guy Bruneau" userId="c9f3b82d5570fc32" providerId="LiveId" clId="{C4496A7D-9A64-4B82-9835-F710A7718518}" dt="2026-09-29T09:05:36.134" v="515" actId="20577"/>
          <ac:spMkLst>
            <pc:docMk/>
            <pc:sldMk cId="3641363195" sldId="279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09:44.604" v="567" actId="1036"/>
          <ac:spMkLst>
            <pc:docMk/>
            <pc:sldMk cId="3641363195" sldId="279"/>
            <ac:spMk id="1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19" v="197"/>
          <ac:spMkLst>
            <pc:docMk/>
            <pc:sldMk cId="3641363195" sldId="279"/>
            <ac:spMk id="39" creationId="{83253D9A-8A4C-48F5-ABA6-93CD8ECC9B48}"/>
          </ac:spMkLst>
        </pc:spChg>
        <pc:spChg chg="add mod">
          <ac:chgData name="André-Guy Bruneau" userId="c9f3b82d5570fc32" providerId="LiveId" clId="{C4496A7D-9A64-4B82-9835-F710A7718518}" dt="2026-09-29T09:00:31.619" v="201"/>
          <ac:spMkLst>
            <pc:docMk/>
            <pc:sldMk cId="3641363195" sldId="279"/>
            <ac:spMk id="40" creationId="{75BA22E9-42A1-4627-ADA2-277B086A8A20}"/>
          </ac:spMkLst>
        </pc:spChg>
        <pc:spChg chg="add mod">
          <ac:chgData name="André-Guy Bruneau" userId="c9f3b82d5570fc32" providerId="LiveId" clId="{C4496A7D-9A64-4B82-9835-F710A7718518}" dt="2026-09-29T09:00:31.619" v="205"/>
          <ac:spMkLst>
            <pc:docMk/>
            <pc:sldMk cId="3641363195" sldId="279"/>
            <ac:spMk id="41" creationId="{F407A0FD-6FFB-4967-86B4-E8439DE260A3}"/>
          </ac:spMkLst>
        </pc:spChg>
        <pc:spChg chg="add mod">
          <ac:chgData name="André-Guy Bruneau" userId="c9f3b82d5570fc32" providerId="LiveId" clId="{C4496A7D-9A64-4B82-9835-F710A7718518}" dt="2026-09-29T09:00:31.619" v="209"/>
          <ac:spMkLst>
            <pc:docMk/>
            <pc:sldMk cId="3641363195" sldId="279"/>
            <ac:spMk id="42" creationId="{27EE14B6-21B0-42B6-8540-4E4D1AFAE4BB}"/>
          </ac:spMkLst>
        </pc:spChg>
        <pc:spChg chg="add mod">
          <ac:chgData name="André-Guy Bruneau" userId="c9f3b82d5570fc32" providerId="LiveId" clId="{C4496A7D-9A64-4B82-9835-F710A7718518}" dt="2026-09-29T09:00:31.623" v="213"/>
          <ac:spMkLst>
            <pc:docMk/>
            <pc:sldMk cId="3641363195" sldId="279"/>
            <ac:spMk id="43" creationId="{D7DDC5A1-224B-40AB-9FFF-ECBB03D6EBB6}"/>
          </ac:spMkLst>
        </pc:spChg>
        <pc:spChg chg="add mod">
          <ac:chgData name="André-Guy Bruneau" userId="c9f3b82d5570fc32" providerId="LiveId" clId="{C4496A7D-9A64-4B82-9835-F710A7718518}" dt="2026-09-29T09:00:31.623" v="217"/>
          <ac:spMkLst>
            <pc:docMk/>
            <pc:sldMk cId="3641363195" sldId="279"/>
            <ac:spMk id="44" creationId="{24ED3064-212E-4BE5-8A54-0B26B7CBD6D8}"/>
          </ac:spMkLst>
        </pc:spChg>
        <pc:spChg chg="add mod">
          <ac:chgData name="André-Guy Bruneau" userId="c9f3b82d5570fc32" providerId="LiveId" clId="{C4496A7D-9A64-4B82-9835-F710A7718518}" dt="2026-09-29T09:00:31.624" v="221"/>
          <ac:spMkLst>
            <pc:docMk/>
            <pc:sldMk cId="3641363195" sldId="279"/>
            <ac:spMk id="45" creationId="{D44E5682-4D7A-476D-95E5-A829352ECFC4}"/>
          </ac:spMkLst>
        </pc:spChg>
        <pc:spChg chg="add mod">
          <ac:chgData name="André-Guy Bruneau" userId="c9f3b82d5570fc32" providerId="LiveId" clId="{C4496A7D-9A64-4B82-9835-F710A7718518}" dt="2026-09-29T09:00:31.624" v="225"/>
          <ac:spMkLst>
            <pc:docMk/>
            <pc:sldMk cId="3641363195" sldId="279"/>
            <ac:spMk id="46" creationId="{A3FBC028-1A62-4095-B794-C3306844248F}"/>
          </ac:spMkLst>
        </pc:spChg>
        <pc:spChg chg="add mod">
          <ac:chgData name="André-Guy Bruneau" userId="c9f3b82d5570fc32" providerId="LiveId" clId="{C4496A7D-9A64-4B82-9835-F710A7718518}" dt="2026-09-29T09:00:31.624" v="229"/>
          <ac:spMkLst>
            <pc:docMk/>
            <pc:sldMk cId="3641363195" sldId="279"/>
            <ac:spMk id="47" creationId="{B6948777-FD14-47BA-84D3-E14B0A68974E}"/>
          </ac:spMkLst>
        </pc:spChg>
        <pc:spChg chg="add mod">
          <ac:chgData name="André-Guy Bruneau" userId="c9f3b82d5570fc32" providerId="LiveId" clId="{C4496A7D-9A64-4B82-9835-F710A7718518}" dt="2026-09-29T09:00:31.624" v="233"/>
          <ac:spMkLst>
            <pc:docMk/>
            <pc:sldMk cId="3641363195" sldId="279"/>
            <ac:spMk id="48" creationId="{E004E023-B8CB-43D5-A12C-2A78AF53CD57}"/>
          </ac:spMkLst>
        </pc:spChg>
        <pc:spChg chg="add mod">
          <ac:chgData name="André-Guy Bruneau" userId="c9f3b82d5570fc32" providerId="LiveId" clId="{C4496A7D-9A64-4B82-9835-F710A7718518}" dt="2026-09-29T09:10:02.732" v="572" actId="1035"/>
          <ac:spMkLst>
            <pc:docMk/>
            <pc:sldMk cId="3641363195" sldId="279"/>
            <ac:spMk id="50" creationId="{58E43F81-CDF3-49D0-95E5-8EC85AF8BE78}"/>
          </ac:spMkLst>
        </pc:spChg>
        <pc:grpChg chg="add mod">
          <ac:chgData name="André-Guy Bruneau" userId="c9f3b82d5570fc32" providerId="LiveId" clId="{C4496A7D-9A64-4B82-9835-F710A7718518}" dt="2026-09-29T09:00:31.697" v="481"/>
          <ac:grpSpMkLst>
            <pc:docMk/>
            <pc:sldMk cId="3641363195" sldId="279"/>
            <ac:grpSpMk id="49" creationId="{9AD41C34-0BA7-CC0A-9276-26C6D4D0B5EA}"/>
          </ac:grpSpMkLst>
        </pc:grpChg>
        <pc:grpChg chg="add mod">
          <ac:chgData name="André-Guy Bruneau" userId="c9f3b82d5570fc32" providerId="LiveId" clId="{C4496A7D-9A64-4B82-9835-F710A7718518}" dt="2026-09-29T09:08:47.970" v="530"/>
          <ac:grpSpMkLst>
            <pc:docMk/>
            <pc:sldMk cId="3641363195" sldId="279"/>
            <ac:grpSpMk id="51" creationId="{01BA40E9-A651-A83A-2936-A9B01F4B384F}"/>
          </ac:grpSpMkLst>
        </pc:grpChg>
        <pc:picChg chg="mod">
          <ac:chgData name="André-Guy Bruneau" userId="c9f3b82d5570fc32" providerId="LiveId" clId="{C4496A7D-9A64-4B82-9835-F710A7718518}" dt="2026-09-29T08:59:29.863" v="73" actId="1035"/>
          <ac:picMkLst>
            <pc:docMk/>
            <pc:sldMk cId="3641363195" sldId="279"/>
            <ac:picMk id="11" creationId="{00000000-0000-0000-0000-000000000000}"/>
          </ac:picMkLst>
        </pc:picChg>
      </pc:sldChg>
      <pc:sldChg chg="addSp modSp add del mod">
        <pc:chgData name="André-Guy Bruneau" userId="c9f3b82d5570fc32" providerId="LiveId" clId="{C4496A7D-9A64-4B82-9835-F710A7718518}" dt="2026-09-29T09:15:49.916" v="574"/>
        <pc:sldMkLst>
          <pc:docMk/>
          <pc:sldMk cId="3121612182" sldId="280"/>
        </pc:sldMkLst>
        <pc:spChg chg="add mod">
          <ac:chgData name="André-Guy Bruneau" userId="c9f3b82d5570fc32" providerId="LiveId" clId="{C4496A7D-9A64-4B82-9835-F710A7718518}" dt="2026-09-29T09:00:31.598" v="77"/>
          <ac:spMkLst>
            <pc:docMk/>
            <pc:sldMk cId="3121612182" sldId="280"/>
            <ac:spMk id="8" creationId="{FDEF62B6-38FD-4F21-B395-1AF160528B54}"/>
          </ac:spMkLst>
        </pc:spChg>
        <pc:spChg chg="add mod">
          <ac:chgData name="André-Guy Bruneau" userId="c9f3b82d5570fc32" providerId="LiveId" clId="{C4496A7D-9A64-4B82-9835-F710A7718518}" dt="2026-09-29T09:00:31.599" v="81"/>
          <ac:spMkLst>
            <pc:docMk/>
            <pc:sldMk cId="3121612182" sldId="280"/>
            <ac:spMk id="9" creationId="{A7233073-0BCB-4D65-9DF1-1DFCB1EE4BDE}"/>
          </ac:spMkLst>
        </pc:spChg>
        <pc:spChg chg="add mod">
          <ac:chgData name="André-Guy Bruneau" userId="c9f3b82d5570fc32" providerId="LiveId" clId="{C4496A7D-9A64-4B82-9835-F710A7718518}" dt="2026-09-29T09:00:31.599" v="85"/>
          <ac:spMkLst>
            <pc:docMk/>
            <pc:sldMk cId="3121612182" sldId="280"/>
            <ac:spMk id="10" creationId="{90335968-E8D2-4083-9A6A-25B9462A3449}"/>
          </ac:spMkLst>
        </pc:spChg>
        <pc:spChg chg="add mod">
          <ac:chgData name="André-Guy Bruneau" userId="c9f3b82d5570fc32" providerId="LiveId" clId="{C4496A7D-9A64-4B82-9835-F710A7718518}" dt="2026-09-29T09:00:31.599" v="89"/>
          <ac:spMkLst>
            <pc:docMk/>
            <pc:sldMk cId="3121612182" sldId="280"/>
            <ac:spMk id="11" creationId="{E2D26B0A-2418-47F1-8014-AC1DD22ACDFA}"/>
          </ac:spMkLst>
        </pc:spChg>
        <pc:spChg chg="add mod">
          <ac:chgData name="André-Guy Bruneau" userId="c9f3b82d5570fc32" providerId="LiveId" clId="{C4496A7D-9A64-4B82-9835-F710A7718518}" dt="2026-09-29T09:00:31.599" v="93"/>
          <ac:spMkLst>
            <pc:docMk/>
            <pc:sldMk cId="3121612182" sldId="280"/>
            <ac:spMk id="12" creationId="{88C9A0A2-E03A-484C-AE73-737C4C835017}"/>
          </ac:spMkLst>
        </pc:spChg>
        <pc:spChg chg="add mod">
          <ac:chgData name="André-Guy Bruneau" userId="c9f3b82d5570fc32" providerId="LiveId" clId="{C4496A7D-9A64-4B82-9835-F710A7718518}" dt="2026-09-29T09:00:31.599" v="97"/>
          <ac:spMkLst>
            <pc:docMk/>
            <pc:sldMk cId="3121612182" sldId="280"/>
            <ac:spMk id="13" creationId="{CF044E84-D099-492A-B650-3CACC217E91E}"/>
          </ac:spMkLst>
        </pc:spChg>
        <pc:spChg chg="add mod">
          <ac:chgData name="André-Guy Bruneau" userId="c9f3b82d5570fc32" providerId="LiveId" clId="{C4496A7D-9A64-4B82-9835-F710A7718518}" dt="2026-09-29T09:00:31.599" v="101"/>
          <ac:spMkLst>
            <pc:docMk/>
            <pc:sldMk cId="3121612182" sldId="280"/>
            <ac:spMk id="14" creationId="{C8918C6A-0BD0-4B92-847F-A4D4647FE2AD}"/>
          </ac:spMkLst>
        </pc:spChg>
        <pc:spChg chg="add mod">
          <ac:chgData name="André-Guy Bruneau" userId="c9f3b82d5570fc32" providerId="LiveId" clId="{C4496A7D-9A64-4B82-9835-F710A7718518}" dt="2026-09-29T09:00:31.599" v="105"/>
          <ac:spMkLst>
            <pc:docMk/>
            <pc:sldMk cId="3121612182" sldId="280"/>
            <ac:spMk id="15" creationId="{AC012A00-7FD3-4964-A85F-A5B03AA4743D}"/>
          </ac:spMkLst>
        </pc:spChg>
        <pc:spChg chg="add mod">
          <ac:chgData name="André-Guy Bruneau" userId="c9f3b82d5570fc32" providerId="LiveId" clId="{C4496A7D-9A64-4B82-9835-F710A7718518}" dt="2026-09-29T09:00:31.603" v="109"/>
          <ac:spMkLst>
            <pc:docMk/>
            <pc:sldMk cId="3121612182" sldId="280"/>
            <ac:spMk id="16" creationId="{8569876D-CFEC-4701-BA6E-0E86A360B387}"/>
          </ac:spMkLst>
        </pc:spChg>
        <pc:spChg chg="add mod">
          <ac:chgData name="André-Guy Bruneau" userId="c9f3b82d5570fc32" providerId="LiveId" clId="{C4496A7D-9A64-4B82-9835-F710A7718518}" dt="2026-09-29T09:00:31.603" v="113"/>
          <ac:spMkLst>
            <pc:docMk/>
            <pc:sldMk cId="3121612182" sldId="280"/>
            <ac:spMk id="17" creationId="{63ECA6B1-46E8-4906-9277-447A0E5FC475}"/>
          </ac:spMkLst>
        </pc:spChg>
        <pc:grpChg chg="add mod">
          <ac:chgData name="André-Guy Bruneau" userId="c9f3b82d5570fc32" providerId="LiveId" clId="{C4496A7D-9A64-4B82-9835-F710A7718518}" dt="2026-09-29T09:00:31.689" v="475"/>
          <ac:grpSpMkLst>
            <pc:docMk/>
            <pc:sldMk cId="3121612182" sldId="280"/>
            <ac:grpSpMk id="18" creationId="{2D8CD160-06D5-2B9C-0847-4DAAF8E959FE}"/>
          </ac:grpSpMkLst>
        </pc:grpChg>
      </pc:sldChg>
      <pc:sldChg chg="addSp modSp add del mod">
        <pc:chgData name="André-Guy Bruneau" userId="c9f3b82d5570fc32" providerId="LiveId" clId="{C4496A7D-9A64-4B82-9835-F710A7718518}" dt="2026-09-29T09:16:07.416" v="578"/>
        <pc:sldMkLst>
          <pc:docMk/>
          <pc:sldMk cId="787994839" sldId="281"/>
        </pc:sldMkLst>
        <pc:spChg chg="add mod">
          <ac:chgData name="André-Guy Bruneau" userId="c9f3b82d5570fc32" providerId="LiveId" clId="{C4496A7D-9A64-4B82-9835-F710A7718518}" dt="2026-09-29T09:00:31.612" v="157"/>
          <ac:spMkLst>
            <pc:docMk/>
            <pc:sldMk cId="787994839" sldId="281"/>
            <ac:spMk id="30" creationId="{0E217EC5-E4A8-464F-9549-E01A922F1783}"/>
          </ac:spMkLst>
        </pc:spChg>
        <pc:spChg chg="add mod">
          <ac:chgData name="André-Guy Bruneau" userId="c9f3b82d5570fc32" providerId="LiveId" clId="{C4496A7D-9A64-4B82-9835-F710A7718518}" dt="2026-09-29T09:00:31.614" v="161"/>
          <ac:spMkLst>
            <pc:docMk/>
            <pc:sldMk cId="787994839" sldId="281"/>
            <ac:spMk id="31" creationId="{DF18C76E-F1B6-4143-9D22-DDED28127131}"/>
          </ac:spMkLst>
        </pc:spChg>
        <pc:spChg chg="add mod">
          <ac:chgData name="André-Guy Bruneau" userId="c9f3b82d5570fc32" providerId="LiveId" clId="{C4496A7D-9A64-4B82-9835-F710A7718518}" dt="2026-09-29T09:00:31.614" v="165"/>
          <ac:spMkLst>
            <pc:docMk/>
            <pc:sldMk cId="787994839" sldId="281"/>
            <ac:spMk id="32" creationId="{348CFF3D-8031-44CF-9DCB-F35086D3DEA8}"/>
          </ac:spMkLst>
        </pc:spChg>
        <pc:spChg chg="add mod">
          <ac:chgData name="André-Guy Bruneau" userId="c9f3b82d5570fc32" providerId="LiveId" clId="{C4496A7D-9A64-4B82-9835-F710A7718518}" dt="2026-09-29T09:00:31.615" v="169"/>
          <ac:spMkLst>
            <pc:docMk/>
            <pc:sldMk cId="787994839" sldId="281"/>
            <ac:spMk id="33" creationId="{A6508282-934B-4CCF-A19B-F038EBF118FF}"/>
          </ac:spMkLst>
        </pc:spChg>
        <pc:spChg chg="add mod">
          <ac:chgData name="André-Guy Bruneau" userId="c9f3b82d5570fc32" providerId="LiveId" clId="{C4496A7D-9A64-4B82-9835-F710A7718518}" dt="2026-09-29T09:00:31.616" v="173"/>
          <ac:spMkLst>
            <pc:docMk/>
            <pc:sldMk cId="787994839" sldId="281"/>
            <ac:spMk id="34" creationId="{C783DBC7-3738-4CA9-ABAE-3B09037DFBD2}"/>
          </ac:spMkLst>
        </pc:spChg>
        <pc:spChg chg="add mod">
          <ac:chgData name="André-Guy Bruneau" userId="c9f3b82d5570fc32" providerId="LiveId" clId="{C4496A7D-9A64-4B82-9835-F710A7718518}" dt="2026-09-29T09:00:31.616" v="177"/>
          <ac:spMkLst>
            <pc:docMk/>
            <pc:sldMk cId="787994839" sldId="281"/>
            <ac:spMk id="35" creationId="{FDB749F9-EDBF-4BCB-9E9C-8BBD3EE5C6D2}"/>
          </ac:spMkLst>
        </pc:spChg>
        <pc:spChg chg="add mod">
          <ac:chgData name="André-Guy Bruneau" userId="c9f3b82d5570fc32" providerId="LiveId" clId="{C4496A7D-9A64-4B82-9835-F710A7718518}" dt="2026-09-29T09:00:31.616" v="181"/>
          <ac:spMkLst>
            <pc:docMk/>
            <pc:sldMk cId="787994839" sldId="281"/>
            <ac:spMk id="36" creationId="{E9A03ECB-80DF-4827-952E-004DFD99B4F7}"/>
          </ac:spMkLst>
        </pc:spChg>
        <pc:spChg chg="add mod">
          <ac:chgData name="André-Guy Bruneau" userId="c9f3b82d5570fc32" providerId="LiveId" clId="{C4496A7D-9A64-4B82-9835-F710A7718518}" dt="2026-09-29T09:00:31.616" v="185"/>
          <ac:spMkLst>
            <pc:docMk/>
            <pc:sldMk cId="787994839" sldId="281"/>
            <ac:spMk id="37" creationId="{E580D3A4-7A8B-4081-9055-11D185D9AEBB}"/>
          </ac:spMkLst>
        </pc:spChg>
        <pc:spChg chg="add mod">
          <ac:chgData name="André-Guy Bruneau" userId="c9f3b82d5570fc32" providerId="LiveId" clId="{C4496A7D-9A64-4B82-9835-F710A7718518}" dt="2026-09-29T09:00:31.616" v="189"/>
          <ac:spMkLst>
            <pc:docMk/>
            <pc:sldMk cId="787994839" sldId="281"/>
            <ac:spMk id="38" creationId="{4994E537-CA88-49A8-9280-C95384CF2879}"/>
          </ac:spMkLst>
        </pc:spChg>
        <pc:spChg chg="add mod">
          <ac:chgData name="André-Guy Bruneau" userId="c9f3b82d5570fc32" providerId="LiveId" clId="{C4496A7D-9A64-4B82-9835-F710A7718518}" dt="2026-09-29T09:00:31.619" v="193"/>
          <ac:spMkLst>
            <pc:docMk/>
            <pc:sldMk cId="787994839" sldId="281"/>
            <ac:spMk id="39" creationId="{0D7D90B7-5BE9-4C58-A06A-20524451D47C}"/>
          </ac:spMkLst>
        </pc:spChg>
        <pc:grpChg chg="add mod">
          <ac:chgData name="André-Guy Bruneau" userId="c9f3b82d5570fc32" providerId="LiveId" clId="{C4496A7D-9A64-4B82-9835-F710A7718518}" dt="2026-09-29T09:00:31.695" v="479"/>
          <ac:grpSpMkLst>
            <pc:docMk/>
            <pc:sldMk cId="787994839" sldId="281"/>
            <ac:grpSpMk id="40" creationId="{4D6D3163-E7B1-462D-CC95-DF3EE350DA87}"/>
          </ac:grpSpMkLst>
        </pc:grpChg>
      </pc:sldChg>
      <pc:sldChg chg="add del">
        <pc:chgData name="André-Guy Bruneau" userId="c9f3b82d5570fc32" providerId="LiveId" clId="{C4496A7D-9A64-4B82-9835-F710A7718518}" dt="2026-09-29T08:57:53.958" v="65"/>
        <pc:sldMkLst>
          <pc:docMk/>
          <pc:sldMk cId="722592404" sldId="282"/>
        </pc:sldMkLst>
      </pc:sldChg>
      <pc:sldChg chg="addSp modSp add del mod">
        <pc:chgData name="André-Guy Bruneau" userId="c9f3b82d5570fc32" providerId="LiveId" clId="{C4496A7D-9A64-4B82-9835-F710A7718518}" dt="2026-09-29T09:15:59.939" v="576"/>
        <pc:sldMkLst>
          <pc:docMk/>
          <pc:sldMk cId="1495884744" sldId="283"/>
        </pc:sldMkLst>
        <pc:spChg chg="add mod">
          <ac:chgData name="André-Guy Bruneau" userId="c9f3b82d5570fc32" providerId="LiveId" clId="{C4496A7D-9A64-4B82-9835-F710A7718518}" dt="2026-09-29T09:00:31.603" v="117"/>
          <ac:spMkLst>
            <pc:docMk/>
            <pc:sldMk cId="1495884744" sldId="283"/>
            <ac:spMk id="22" creationId="{D93B0C2F-0EB7-4BC4-92FD-5B1BAFB05218}"/>
          </ac:spMkLst>
        </pc:spChg>
        <pc:spChg chg="add mod">
          <ac:chgData name="André-Guy Bruneau" userId="c9f3b82d5570fc32" providerId="LiveId" clId="{C4496A7D-9A64-4B82-9835-F710A7718518}" dt="2026-09-29T09:00:31.606" v="121"/>
          <ac:spMkLst>
            <pc:docMk/>
            <pc:sldMk cId="1495884744" sldId="283"/>
            <ac:spMk id="23" creationId="{42C640FA-98F5-4638-804F-E6432B989CF6}"/>
          </ac:spMkLst>
        </pc:spChg>
        <pc:spChg chg="add mod">
          <ac:chgData name="André-Guy Bruneau" userId="c9f3b82d5570fc32" providerId="LiveId" clId="{C4496A7D-9A64-4B82-9835-F710A7718518}" dt="2026-09-29T09:00:31.606" v="125"/>
          <ac:spMkLst>
            <pc:docMk/>
            <pc:sldMk cId="1495884744" sldId="283"/>
            <ac:spMk id="25" creationId="{DCEB1527-13FE-4A1D-9B83-C78DBBE58FC9}"/>
          </ac:spMkLst>
        </pc:spChg>
        <pc:spChg chg="add mod">
          <ac:chgData name="André-Guy Bruneau" userId="c9f3b82d5570fc32" providerId="LiveId" clId="{C4496A7D-9A64-4B82-9835-F710A7718518}" dt="2026-09-29T09:00:31.607" v="129"/>
          <ac:spMkLst>
            <pc:docMk/>
            <pc:sldMk cId="1495884744" sldId="283"/>
            <ac:spMk id="26" creationId="{16F2790A-8DFD-4A7A-BC8F-63132FE238DF}"/>
          </ac:spMkLst>
        </pc:spChg>
        <pc:spChg chg="add mod">
          <ac:chgData name="André-Guy Bruneau" userId="c9f3b82d5570fc32" providerId="LiveId" clId="{C4496A7D-9A64-4B82-9835-F710A7718518}" dt="2026-09-29T09:00:31.607" v="133"/>
          <ac:spMkLst>
            <pc:docMk/>
            <pc:sldMk cId="1495884744" sldId="283"/>
            <ac:spMk id="27" creationId="{E72EADD2-F021-48C3-9E83-C361003729D6}"/>
          </ac:spMkLst>
        </pc:spChg>
        <pc:spChg chg="add mod">
          <ac:chgData name="André-Guy Bruneau" userId="c9f3b82d5570fc32" providerId="LiveId" clId="{C4496A7D-9A64-4B82-9835-F710A7718518}" dt="2026-09-29T09:00:31.607" v="137"/>
          <ac:spMkLst>
            <pc:docMk/>
            <pc:sldMk cId="1495884744" sldId="283"/>
            <ac:spMk id="28" creationId="{9B23ADA8-5E0F-4360-AEA1-134FCEF497B2}"/>
          </ac:spMkLst>
        </pc:spChg>
        <pc:spChg chg="add mod">
          <ac:chgData name="André-Guy Bruneau" userId="c9f3b82d5570fc32" providerId="LiveId" clId="{C4496A7D-9A64-4B82-9835-F710A7718518}" dt="2026-09-29T09:00:31.607" v="141"/>
          <ac:spMkLst>
            <pc:docMk/>
            <pc:sldMk cId="1495884744" sldId="283"/>
            <ac:spMk id="29" creationId="{A2CB3A20-00C5-4281-B054-2C3F9A0997EA}"/>
          </ac:spMkLst>
        </pc:spChg>
        <pc:spChg chg="add mod">
          <ac:chgData name="André-Guy Bruneau" userId="c9f3b82d5570fc32" providerId="LiveId" clId="{C4496A7D-9A64-4B82-9835-F710A7718518}" dt="2026-09-29T09:00:31.607" v="145"/>
          <ac:spMkLst>
            <pc:docMk/>
            <pc:sldMk cId="1495884744" sldId="283"/>
            <ac:spMk id="30" creationId="{13068E35-73C1-4B47-9577-3A674C533845}"/>
          </ac:spMkLst>
        </pc:spChg>
        <pc:spChg chg="add mod">
          <ac:chgData name="André-Guy Bruneau" userId="c9f3b82d5570fc32" providerId="LiveId" clId="{C4496A7D-9A64-4B82-9835-F710A7718518}" dt="2026-09-29T09:00:31.612" v="149"/>
          <ac:spMkLst>
            <pc:docMk/>
            <pc:sldMk cId="1495884744" sldId="283"/>
            <ac:spMk id="31" creationId="{83C43D8A-4F7A-414F-B53C-B29AAE9B2C46}"/>
          </ac:spMkLst>
        </pc:spChg>
        <pc:spChg chg="add mod">
          <ac:chgData name="André-Guy Bruneau" userId="c9f3b82d5570fc32" providerId="LiveId" clId="{C4496A7D-9A64-4B82-9835-F710A7718518}" dt="2026-09-29T09:00:31.612" v="153"/>
          <ac:spMkLst>
            <pc:docMk/>
            <pc:sldMk cId="1495884744" sldId="283"/>
            <ac:spMk id="32" creationId="{E9E38AE2-2E8C-4ADA-892C-9573DC07D28E}"/>
          </ac:spMkLst>
        </pc:spChg>
        <pc:grpChg chg="add mod">
          <ac:chgData name="André-Guy Bruneau" userId="c9f3b82d5570fc32" providerId="LiveId" clId="{C4496A7D-9A64-4B82-9835-F710A7718518}" dt="2026-09-29T09:00:31.693" v="477"/>
          <ac:grpSpMkLst>
            <pc:docMk/>
            <pc:sldMk cId="1495884744" sldId="283"/>
            <ac:grpSpMk id="33" creationId="{3C1D82CA-0531-7B1E-6A9D-EF1D47113F4F}"/>
          </ac:grpSpMkLst>
        </pc:grpChg>
        <pc:picChg chg="mod">
          <ac:chgData name="André-Guy Bruneau" userId="c9f3b82d5570fc32" providerId="LiveId" clId="{C4496A7D-9A64-4B82-9835-F710A7718518}" dt="2026-09-29T08:58:13.373" v="69"/>
          <ac:picMkLst>
            <pc:docMk/>
            <pc:sldMk cId="1495884744" sldId="283"/>
            <ac:picMk id="24" creationId="{C0C717DF-1736-21F3-CB87-A7DCC964D2E4}"/>
          </ac:picMkLst>
        </pc:picChg>
      </pc:sldChg>
      <pc:sldChg chg="add">
        <pc:chgData name="André-Guy Bruneau" userId="c9f3b82d5570fc32" providerId="LiveId" clId="{C4496A7D-9A64-4B82-9835-F710A7718518}" dt="2026-09-29T09:15:49.913" v="573"/>
        <pc:sldMkLst>
          <pc:docMk/>
          <pc:sldMk cId="3461408040" sldId="284"/>
        </pc:sldMkLst>
      </pc:sldChg>
      <pc:sldChg chg="add">
        <pc:chgData name="André-Guy Bruneau" userId="c9f3b82d5570fc32" providerId="LiveId" clId="{C4496A7D-9A64-4B82-9835-F710A7718518}" dt="2026-09-29T09:15:59.934" v="575"/>
        <pc:sldMkLst>
          <pc:docMk/>
          <pc:sldMk cId="792893114" sldId="285"/>
        </pc:sldMkLst>
      </pc:sldChg>
      <pc:sldChg chg="modSp add mod">
        <pc:chgData name="André-Guy Bruneau" userId="c9f3b82d5570fc32" providerId="LiveId" clId="{C4496A7D-9A64-4B82-9835-F710A7718518}" dt="2026-09-30T12:44:02.224" v="1018" actId="6549"/>
        <pc:sldMkLst>
          <pc:docMk/>
          <pc:sldMk cId="867302485" sldId="286"/>
        </pc:sldMkLst>
        <pc:spChg chg="mod">
          <ac:chgData name="André-Guy Bruneau" userId="c9f3b82d5570fc32" providerId="LiveId" clId="{C4496A7D-9A64-4B82-9835-F710A7718518}" dt="2026-09-29T09:22:01.640" v="650" actId="6549"/>
          <ac:spMkLst>
            <pc:docMk/>
            <pc:sldMk cId="867302485" sldId="286"/>
            <ac:spMk id="4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44:02.224" v="1018" actId="6549"/>
          <ac:spMkLst>
            <pc:docMk/>
            <pc:sldMk cId="867302485" sldId="286"/>
            <ac:spMk id="10" creationId="{00000000-0000-0000-0000-000000000000}"/>
          </ac:spMkLst>
        </pc:spChg>
      </pc:sldChg>
      <pc:sldChg chg="addSp delSp modSp add mod">
        <pc:chgData name="André-Guy Bruneau" userId="c9f3b82d5570fc32" providerId="LiveId" clId="{C4496A7D-9A64-4B82-9835-F710A7718518}" dt="2026-09-30T12:34:11.640" v="1003" actId="20577"/>
        <pc:sldMkLst>
          <pc:docMk/>
          <pc:sldMk cId="2225491804" sldId="287"/>
        </pc:sldMkLst>
        <pc:spChg chg="mod">
          <ac:chgData name="André-Guy Bruneau" userId="c9f3b82d5570fc32" providerId="LiveId" clId="{C4496A7D-9A64-4B82-9835-F710A7718518}" dt="2026-09-29T09:22:07.062" v="651" actId="20577"/>
          <ac:spMkLst>
            <pc:docMk/>
            <pc:sldMk cId="2225491804" sldId="287"/>
            <ac:spMk id="4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4:43.361" v="927"/>
          <ac:spMkLst>
            <pc:docMk/>
            <pc:sldMk cId="2225491804" sldId="287"/>
            <ac:spMk id="15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2:17.151" v="924" actId="122"/>
          <ac:spMkLst>
            <pc:docMk/>
            <pc:sldMk cId="2225491804" sldId="287"/>
            <ac:spMk id="17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24.557" v="861" actId="20577"/>
          <ac:spMkLst>
            <pc:docMk/>
            <pc:sldMk cId="2225491804" sldId="287"/>
            <ac:spMk id="1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4:43.361" v="929"/>
          <ac:spMkLst>
            <pc:docMk/>
            <pc:sldMk cId="2225491804" sldId="287"/>
            <ac:spMk id="20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2:19.371" v="925" actId="122"/>
          <ac:spMkLst>
            <pc:docMk/>
            <pc:sldMk cId="2225491804" sldId="287"/>
            <ac:spMk id="2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03.366" v="853" actId="122"/>
          <ac:spMkLst>
            <pc:docMk/>
            <pc:sldMk cId="2225491804" sldId="287"/>
            <ac:spMk id="2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4:43.361" v="931"/>
          <ac:spMkLst>
            <pc:docMk/>
            <pc:sldMk cId="2225491804" sldId="287"/>
            <ac:spMk id="25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2:21.644" v="926" actId="122"/>
          <ac:spMkLst>
            <pc:docMk/>
            <pc:sldMk cId="2225491804" sldId="287"/>
            <ac:spMk id="27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06.025" v="854" actId="122"/>
          <ac:spMkLst>
            <pc:docMk/>
            <pc:sldMk cId="2225491804" sldId="287"/>
            <ac:spMk id="2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31:32.600" v="933" actId="14100"/>
          <ac:spMkLst>
            <pc:docMk/>
            <pc:sldMk cId="2225491804" sldId="287"/>
            <ac:spMk id="50" creationId="{58E43F81-CDF3-49D0-95E5-8EC85AF8BE78}"/>
          </ac:spMkLst>
        </pc:spChg>
        <pc:spChg chg="add mod">
          <ac:chgData name="André-Guy Bruneau" userId="c9f3b82d5570fc32" providerId="LiveId" clId="{C4496A7D-9A64-4B82-9835-F710A7718518}" dt="2026-09-30T12:34:11.640" v="1003" actId="20577"/>
          <ac:spMkLst>
            <pc:docMk/>
            <pc:sldMk cId="2225491804" sldId="287"/>
            <ac:spMk id="55" creationId="{DC1F5BE0-5C8D-E461-DE32-3D57EAE8D1EA}"/>
          </ac:spMkLst>
        </pc:spChg>
        <pc:grpChg chg="mod">
          <ac:chgData name="André-Guy Bruneau" userId="c9f3b82d5570fc32" providerId="LiveId" clId="{C4496A7D-9A64-4B82-9835-F710A7718518}" dt="2026-09-30T12:33:12.881" v="946" actId="14100"/>
          <ac:grpSpMkLst>
            <pc:docMk/>
            <pc:sldMk cId="2225491804" sldId="287"/>
            <ac:grpSpMk id="51" creationId="{01BA40E9-A651-A83A-2936-A9B01F4B384F}"/>
          </ac:grpSpMkLst>
        </pc:grpChg>
        <pc:picChg chg="mod">
          <ac:chgData name="André-Guy Bruneau" userId="c9f3b82d5570fc32" providerId="LiveId" clId="{C4496A7D-9A64-4B82-9835-F710A7718518}" dt="2026-09-30T12:33:30.557" v="967" actId="1038"/>
          <ac:picMkLst>
            <pc:docMk/>
            <pc:sldMk cId="2225491804" sldId="287"/>
            <ac:picMk id="11" creationId="{00000000-0000-0000-0000-000000000000}"/>
          </ac:picMkLst>
        </pc:picChg>
        <pc:picChg chg="mod">
          <ac:chgData name="André-Guy Bruneau" userId="c9f3b82d5570fc32" providerId="LiveId" clId="{C4496A7D-9A64-4B82-9835-F710A7718518}" dt="2026-09-30T12:24:43.361" v="928"/>
          <ac:picMkLst>
            <pc:docMk/>
            <pc:sldMk cId="2225491804" sldId="287"/>
            <ac:picMk id="16" creationId="{00000000-0000-0000-0000-000000000000}"/>
          </ac:picMkLst>
        </pc:picChg>
        <pc:picChg chg="mod">
          <ac:chgData name="André-Guy Bruneau" userId="c9f3b82d5570fc32" providerId="LiveId" clId="{C4496A7D-9A64-4B82-9835-F710A7718518}" dt="2026-09-30T12:24:43.361" v="930"/>
          <ac:picMkLst>
            <pc:docMk/>
            <pc:sldMk cId="2225491804" sldId="287"/>
            <ac:picMk id="21" creationId="{00000000-0000-0000-0000-000000000000}"/>
          </ac:picMkLst>
        </pc:picChg>
        <pc:picChg chg="mod">
          <ac:chgData name="André-Guy Bruneau" userId="c9f3b82d5570fc32" providerId="LiveId" clId="{C4496A7D-9A64-4B82-9835-F710A7718518}" dt="2026-09-30T12:24:43.361" v="932"/>
          <ac:picMkLst>
            <pc:docMk/>
            <pc:sldMk cId="2225491804" sldId="287"/>
            <ac:picMk id="26" creationId="{00000000-0000-0000-0000-000000000000}"/>
          </ac:picMkLst>
        </pc:picChg>
        <pc:picChg chg="add del mod">
          <ac:chgData name="André-Guy Bruneau" userId="c9f3b82d5570fc32" providerId="LiveId" clId="{C4496A7D-9A64-4B82-9835-F710A7718518}" dt="2026-09-30T12:33:50.531" v="970" actId="931"/>
          <ac:picMkLst>
            <pc:docMk/>
            <pc:sldMk cId="2225491804" sldId="287"/>
            <ac:picMk id="53" creationId="{62E394E2-F5B1-FCD7-5E30-97475B681B17}"/>
          </ac:picMkLst>
        </pc:picChg>
      </pc:sldChg>
      <pc:sldChg chg="modSp add mod">
        <pc:chgData name="André-Guy Bruneau" userId="c9f3b82d5570fc32" providerId="LiveId" clId="{C4496A7D-9A64-4B82-9835-F710A7718518}" dt="2026-09-29T09:23:57.659" v="657" actId="6549"/>
        <pc:sldMkLst>
          <pc:docMk/>
          <pc:sldMk cId="3403618460" sldId="288"/>
        </pc:sldMkLst>
        <pc:spChg chg="mod">
          <ac:chgData name="André-Guy Bruneau" userId="c9f3b82d5570fc32" providerId="LiveId" clId="{C4496A7D-9A64-4B82-9835-F710A7718518}" dt="2026-09-29T09:23:57.659" v="657" actId="6549"/>
          <ac:spMkLst>
            <pc:docMk/>
            <pc:sldMk cId="3403618460" sldId="288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21:52.058" v="649" actId="6549"/>
          <ac:spMkLst>
            <pc:docMk/>
            <pc:sldMk cId="3403618460" sldId="288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31.747" v="841" actId="20577"/>
        <pc:sldMkLst>
          <pc:docMk/>
          <pc:sldMk cId="3910658106" sldId="289"/>
        </pc:sldMkLst>
        <pc:spChg chg="mod">
          <ac:chgData name="André-Guy Bruneau" userId="c9f3b82d5570fc32" providerId="LiveId" clId="{C4496A7D-9A64-4B82-9835-F710A7718518}" dt="2026-09-29T09:27:10.182" v="685" actId="20577"/>
          <ac:spMkLst>
            <pc:docMk/>
            <pc:sldMk cId="3910658106" sldId="289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8:31.747" v="841" actId="20577"/>
          <ac:spMkLst>
            <pc:docMk/>
            <pc:sldMk cId="3910658106" sldId="289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24.101" v="840" actId="20577"/>
        <pc:sldMkLst>
          <pc:docMk/>
          <pc:sldMk cId="4196756966" sldId="290"/>
        </pc:sldMkLst>
        <pc:spChg chg="mod">
          <ac:chgData name="André-Guy Bruneau" userId="c9f3b82d5570fc32" providerId="LiveId" clId="{C4496A7D-9A64-4B82-9835-F710A7718518}" dt="2026-09-29T09:38:24.101" v="840" actId="20577"/>
          <ac:spMkLst>
            <pc:docMk/>
            <pc:sldMk cId="4196756966" sldId="290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20.354" v="839" actId="20577"/>
        <pc:sldMkLst>
          <pc:docMk/>
          <pc:sldMk cId="3222503855" sldId="291"/>
        </pc:sldMkLst>
        <pc:spChg chg="mod">
          <ac:chgData name="André-Guy Bruneau" userId="c9f3b82d5570fc32" providerId="LiveId" clId="{C4496A7D-9A64-4B82-9835-F710A7718518}" dt="2026-09-29T09:38:20.354" v="839" actId="20577"/>
          <ac:spMkLst>
            <pc:docMk/>
            <pc:sldMk cId="3222503855" sldId="291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14.970" v="838" actId="20577"/>
        <pc:sldMkLst>
          <pc:docMk/>
          <pc:sldMk cId="2106939873" sldId="292"/>
        </pc:sldMkLst>
        <pc:spChg chg="mod">
          <ac:chgData name="André-Guy Bruneau" userId="c9f3b82d5570fc32" providerId="LiveId" clId="{C4496A7D-9A64-4B82-9835-F710A7718518}" dt="2026-09-29T09:38:14.970" v="838" actId="20577"/>
          <ac:spMkLst>
            <pc:docMk/>
            <pc:sldMk cId="2106939873" sldId="292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09.684" v="837" actId="6549"/>
        <pc:sldMkLst>
          <pc:docMk/>
          <pc:sldMk cId="4217454005" sldId="293"/>
        </pc:sldMkLst>
        <pc:spChg chg="mod">
          <ac:chgData name="André-Guy Bruneau" userId="c9f3b82d5570fc32" providerId="LiveId" clId="{C4496A7D-9A64-4B82-9835-F710A7718518}" dt="2026-09-29T09:33:53.710" v="766" actId="20577"/>
          <ac:spMkLst>
            <pc:docMk/>
            <pc:sldMk cId="4217454005" sldId="293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8:09.684" v="837" actId="6549"/>
          <ac:spMkLst>
            <pc:docMk/>
            <pc:sldMk cId="4217454005" sldId="293"/>
            <ac:spMk id="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21.054" v="815" actId="20577"/>
          <ac:spMkLst>
            <pc:docMk/>
            <pc:sldMk cId="4217454005" sldId="293"/>
            <ac:spMk id="11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13.626" v="810" actId="20577"/>
          <ac:spMkLst>
            <pc:docMk/>
            <pc:sldMk cId="4217454005" sldId="293"/>
            <ac:spMk id="21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52.595" v="836" actId="20577"/>
          <ac:spMkLst>
            <pc:docMk/>
            <pc:sldMk cId="4217454005" sldId="293"/>
            <ac:spMk id="2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132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Genèse 1.26-28 et Romains 8.28-30.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Enseigner, convaincre, corriger, instruire dans la justice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: </a:t>
            </a:r>
            <a:r>
              <a:rPr lang="fr-CA" sz="1400" dirty="0"/>
              <a:t>au point IV, l'Écriture est le miroir.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Dans l'Antiquité, l'« image » d'un dieu, c'était le roi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Toutânkhamon signifie « image vivante d'Amon »;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en Mésopotamie, le roi dressait son effigie aux confins de ses territoires.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1.27 accorde ce titre à l'être humain comme tel, homme et femme, sans rang ni lignée.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Tselem désigne ailleurs les statues cultuelles.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Question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vous aussi, vous portez une image. Laquelle?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Qu'est-il arrivé à cette image, et que Dieu en fait-il?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Faisons » : jusqu'au verset 24, Dieu commande; au verset 26, « jamais Dieu n'a parlé au pluriel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conseil exécute un dessein arrêté avant la fondation du monde (Ép 1.4) : pierre d'attente du point III.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Tselem et demuth sont synonymes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Par la raison, l'homme est comme Dieu; moralement, il était comme Dieu.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Centre : </a:t>
            </a:r>
            <a:r>
              <a:rPr lang="fr-CA" sz="1400" dirty="0"/>
              <a:t>« la capacité de relations personnelles et, par-dessus tout, d'une relation personnelle avec Dieu » (90-218) : pierre d'attente du point V.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Bara' 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roi de la terre,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Homme et femme égaux en dignité, rôles distincts (Gn 2.18-23; 1 Tm 2.13); montrer le pluriel « qu'ils dominent » que la NEG79 efface.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 </a:t>
            </a:r>
            <a:r>
              <a:rPr lang="fr-CA" sz="1400" dirty="0"/>
              <a:t>la dignité repose sur l'acte créateur, non sur l'utilité.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Transition, l'image ternie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Adam déchu engendre « à sa ressemblance » (Gn 5.3);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Où voir encore l'image telle que Dieu l'a voulue?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Septante rend l'image de Gn 1.27 par eikôn, le mot que Paul applique à Christ (aussi 2 Co 4.4).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Mais en un autre sens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l'homme porte l'image comme créature;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Christ est, de toute éternité, la ressemblance parfaite de Dieu, une reproduction exacte, sans rien de manquant ni d'altéré (2135; Hé 1.3; Ph 2.6; Jn 14.9).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Kénose (Ph 2.6-7) : </a:t>
            </a:r>
            <a:r>
              <a:rPr lang="fr-CA" sz="1400" dirty="0"/>
              <a:t>« il s'est dépouillé lui-même, en prenant une forme de serviteur »;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non de sa divinité, « il n'a jamais cessé d'être Dieu » (50-16),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mais de sa gloire céleste et de l'usage volontaire de ses prérogatives.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Premier-né : </a:t>
            </a:r>
            <a:r>
              <a:rPr lang="fr-CA" sz="1400" dirty="0"/>
              <a:t>le rang d'héritier, non la naissance (Ex 4.22; Jr 31.9, Éphraïm avant Manassé).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Il a créé toutes choses (1.16).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qui veut savoir ce qu'est l'homme tel que Dieu l'a voulu regarde Christ;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qui veut connaître Dieu le voit en Christ, sans intermédiaire.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 : </a:t>
            </a:r>
            <a:r>
              <a:rPr lang="fr-CA" sz="1400" dirty="0"/>
              <a:t>si Christ est l'image parfaite, que Dieu fait-il de ceux qu'il sauve?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Connus d'avance » : </a:t>
            </a:r>
            <a:r>
              <a:rPr lang="fr-CA" sz="1400" dirty="0"/>
              <a:t>non une simple prévision de qui croirait, mais le choix d'aimer, l'élection (Ac 2.23; 1 P 1.2, 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même conseil éternel que le « Faisons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Le but de votre salut était que vous soyez rendus semblables à l'image de son Fils » (90-180).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Premier-né de beaucoup de frères : </a:t>
            </a:r>
            <a:r>
              <a:rPr lang="fr-CA" sz="1400" dirty="0"/>
              <a:t>la fin dernière est la gloire du Fils.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ce que Dieu a décrété, il l'achèvera (8.30);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les épreuves de 8.28 servent ce but.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nous ne voyons pas encore cette ressemblance achevée.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Comment Dieu nous y conduit-il, aujourd'hui?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Moïse voilait son visage (Ex 34.29-35); en Christ, le voile est ôté.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Nous tous » : tous les croyants (47-22).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NEG79 dit « reflète »; le grec, avec la S21, la LSG, Darby et la KJF, dit contempler comme dans un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miroir, c'est l'Écriture, où la gloire de Dieu se voit sur la face de Jésus-Christ (90-75; 4.6).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Relier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Metamorphoô, présent passif : « une action de transformation continue et progressive » (47-21).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C'est là toute la sanctification progressive » (90-75).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terme : </a:t>
            </a:r>
            <a:r>
              <a:rPr lang="fr-CA" sz="1400" dirty="0"/>
              <a:t>« Le dessein salvateur de Dieu était de créer une humanité rachetée qui serait semblable à son Fils » (47-21).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contempler Christ dans sa Parole, et l'Esprit fait l'œuvre;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celui qui délaisse l'Écriture se prive du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à quoi reconnaît-on cette image qui grandit?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À ce que Dieu avait mis au centre : le cœur qui aime.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7 min.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piège des 613 commandements; Jésus répond par le Shema (Dt 6.5) et Lv 19.18 (2358).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Quand vous aimez Dieu comme il faut, vous aimez les gens comme il faut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Parce que nous n'avons pas aimé ainsi, nous avons besoin du pardon, et parce que nous ne pouvons pas aimer ainsi, nous avons besoin d'une capacité nouvelle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Jérémie 31.33 (NBS).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nouvelle alliance : </a:t>
            </a:r>
            <a:r>
              <a:rPr lang="fr-CA" sz="1400" dirty="0"/>
              <a:t>« le pardon de tous nos péchés et l'écriture de la loi de Dieu sur nos cœurs » (80-286).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cœur (1 Ch 28.9) : rationnel, moral, relationnel.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nous l'aimons parce qu'il nous a aimés le premier (1 Jn 4.19),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et cet amour se prouve par l'obéissance (Jn 14.15).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Transition : </a:t>
            </a:r>
            <a:r>
              <a:rPr lang="fr-CA" sz="1400" dirty="0"/>
              <a:t>et le prochain que nous aimons, que lui devons-nous d'abord?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impératif : </a:t>
            </a:r>
            <a:r>
              <a:rPr lang="fr-CA" sz="1400" dirty="0"/>
              <a:t>« faites des disciples »; aller, baptiser, enseigner en décrivent le chemin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disciple : </a:t>
            </a:r>
            <a:r>
              <a:rPr lang="fr-CA" sz="1400" dirty="0"/>
              <a:t>« un croyant qui apprend »;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« on ne peut être disciple de Christ sans un cœur obéissant » (2405);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la foi salvatrice se soumet à Christ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Au nom » : </a:t>
            </a:r>
            <a:r>
              <a:rPr lang="fr-CA" sz="1400" dirty="0"/>
              <a:t>« un seul nom et trois personnes » (2405); le Dieu du « Faisons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baptême, signe extérieur d'une foi déjà reçue.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Tout ce que je vous ai prescrit » inclut le grand commandement : faire des disciples, c'est former d'autres porteurs de l'image restaurée.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Je suis avec vous tous les jours » : jusqu'à son retour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Application : </a:t>
            </a:r>
            <a:r>
              <a:rPr lang="fr-CA" sz="1400" dirty="0"/>
              <a:t>aimer son prochain, c'est d'abord lui annoncer Christ.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Récapitulation :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créés à son image,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ternis par le péché,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restaurés en Christ,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promis à sa ressemblance,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transformés par l'Esprit,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renouvelés au cœur,</a:t>
            </a:r>
          </a:p>
          <a:p>
            <a:pPr marL="457200" indent="-228600">
              <a:buFont typeface="Arial"/>
              <a:buChar char="–"/>
            </a:pPr>
            <a:r>
              <a:rPr lang="fr-CA" sz="1400" dirty="0"/>
              <a:t>envoyés en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Appel à l'incroyant, puis au croyant.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Silhouette humaine dans un médaillon rayonnant : l'image de Die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463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30 SEPTEMBRE 2026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87452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fr-CA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l'image de</a:t>
            </a:r>
            <a:endParaRPr lang="fr-CA" sz="5600" dirty="0"/>
          </a:p>
          <a:p>
            <a:pPr marL="0" indent="0" algn="l">
              <a:lnSpc>
                <a:spcPct val="95000"/>
              </a:lnSpc>
              <a:buNone/>
            </a:pPr>
            <a:r>
              <a:rPr lang="fr-CA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Christ-Jésus</a:t>
            </a:r>
            <a:endParaRPr lang="fr-CA" sz="56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840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1.26-27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67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CA" sz="19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Dieu créa l'homme à son image, il le créa à l'image de Dieu, il créa l'homme et la femme. »</a:t>
            </a:r>
            <a:endParaRPr lang="fr-CA" sz="1900" dirty="0"/>
          </a:p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</a:t>
            </a:r>
            <a:endParaRPr lang="fr-CA" sz="17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1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18" name="Barre de progression">
            <a:extLst>
              <a:ext uri="{FF2B5EF4-FFF2-40B4-BE49-F238E27FC236}">
                <a16:creationId xmlns:a16="http://schemas.microsoft.com/office/drawing/2014/main" id="{2D8CD160-06D5-2B9C-0847-4DAAF8E959FE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>
              <a:extLst>
                <a:ext uri="{FF2B5EF4-FFF2-40B4-BE49-F238E27FC236}">
                  <a16:creationId xmlns:a16="http://schemas.microsoft.com/office/drawing/2014/main" id="{FDEF62B6-38FD-4F21-B395-1AF160528B54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" name="Progression 2">
              <a:extLst>
                <a:ext uri="{FF2B5EF4-FFF2-40B4-BE49-F238E27FC236}">
                  <a16:creationId xmlns:a16="http://schemas.microsoft.com/office/drawing/2014/main" id="{A7233073-0BCB-4D65-9DF1-1DFCB1EE4BDE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0" name="Progression 3">
              <a:extLst>
                <a:ext uri="{FF2B5EF4-FFF2-40B4-BE49-F238E27FC236}">
                  <a16:creationId xmlns:a16="http://schemas.microsoft.com/office/drawing/2014/main" id="{90335968-E8D2-4083-9A6A-25B9462A3449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1" name="Progression 4">
              <a:extLst>
                <a:ext uri="{FF2B5EF4-FFF2-40B4-BE49-F238E27FC236}">
                  <a16:creationId xmlns:a16="http://schemas.microsoft.com/office/drawing/2014/main" id="{E2D26B0A-2418-47F1-8014-AC1DD22ACDFA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2" name="Progression 5">
              <a:extLst>
                <a:ext uri="{FF2B5EF4-FFF2-40B4-BE49-F238E27FC236}">
                  <a16:creationId xmlns:a16="http://schemas.microsoft.com/office/drawing/2014/main" id="{88C9A0A2-E03A-484C-AE73-737C4C835017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3" name="Progression 6">
              <a:extLst>
                <a:ext uri="{FF2B5EF4-FFF2-40B4-BE49-F238E27FC236}">
                  <a16:creationId xmlns:a16="http://schemas.microsoft.com/office/drawing/2014/main" id="{CF044E84-D099-492A-B650-3CACC217E91E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4" name="Progression 7">
              <a:extLst>
                <a:ext uri="{FF2B5EF4-FFF2-40B4-BE49-F238E27FC236}">
                  <a16:creationId xmlns:a16="http://schemas.microsoft.com/office/drawing/2014/main" id="{C8918C6A-0BD0-4B92-847F-A4D4647FE2A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5" name="Progression 8">
              <a:extLst>
                <a:ext uri="{FF2B5EF4-FFF2-40B4-BE49-F238E27FC236}">
                  <a16:creationId xmlns:a16="http://schemas.microsoft.com/office/drawing/2014/main" id="{AC012A00-7FD3-4964-A85F-A5B03AA4743D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6" name="Progression 9">
              <a:extLst>
                <a:ext uri="{FF2B5EF4-FFF2-40B4-BE49-F238E27FC236}">
                  <a16:creationId xmlns:a16="http://schemas.microsoft.com/office/drawing/2014/main" id="{8569876D-CFEC-4701-BA6E-0E86A360B387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7" name="Progression 10">
              <a:extLst>
                <a:ext uri="{FF2B5EF4-FFF2-40B4-BE49-F238E27FC236}">
                  <a16:creationId xmlns:a16="http://schemas.microsoft.com/office/drawing/2014/main" id="{63ECA6B1-46E8-4906-9277-447A0E5FC475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4614080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3.16-17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(MacArthur)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2159000"/>
            <a:ext cx="3048000" cy="3048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6100" y="5638800"/>
            <a:ext cx="32639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r>
              <a:rPr lang="fr-CA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« soufflée par Dieu »</a:t>
            </a:r>
            <a:endParaRPr lang="fr-CA" sz="1800" dirty="0"/>
          </a:p>
        </p:txBody>
      </p:sp>
      <p:sp>
        <p:nvSpPr>
          <p:cNvPr id="7" name="Shape 4"/>
          <p:cNvSpPr/>
          <p:nvPr/>
        </p:nvSpPr>
        <p:spPr>
          <a:xfrm>
            <a:off x="4457700" y="2349500"/>
            <a:ext cx="0" cy="246888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5"/>
          <p:cNvSpPr/>
          <p:nvPr/>
        </p:nvSpPr>
        <p:spPr>
          <a:xfrm>
            <a:off x="4191000" y="2070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Text 6"/>
          <p:cNvSpPr txBox="1"/>
          <p:nvPr/>
        </p:nvSpPr>
        <p:spPr>
          <a:xfrm>
            <a:off x="4191000" y="2070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965700" y="20320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700" dirty="0"/>
          </a:p>
        </p:txBody>
      </p:sp>
      <p:sp>
        <p:nvSpPr>
          <p:cNvPr id="11" name="Shape 8"/>
          <p:cNvSpPr/>
          <p:nvPr/>
        </p:nvSpPr>
        <p:spPr>
          <a:xfrm>
            <a:off x="4191000" y="2895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Text 9"/>
          <p:cNvSpPr txBox="1"/>
          <p:nvPr/>
        </p:nvSpPr>
        <p:spPr>
          <a:xfrm>
            <a:off x="4191000" y="2895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965700" y="28575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700" dirty="0"/>
          </a:p>
        </p:txBody>
      </p:sp>
      <p:sp>
        <p:nvSpPr>
          <p:cNvPr id="14" name="Shape 11"/>
          <p:cNvSpPr/>
          <p:nvPr/>
        </p:nvSpPr>
        <p:spPr>
          <a:xfrm>
            <a:off x="4191000" y="3721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2"/>
          <p:cNvSpPr txBox="1"/>
          <p:nvPr/>
        </p:nvSpPr>
        <p:spPr>
          <a:xfrm>
            <a:off x="4191000" y="3721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965700" y="36830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700" dirty="0"/>
          </a:p>
        </p:txBody>
      </p:sp>
      <p:sp>
        <p:nvSpPr>
          <p:cNvPr id="17" name="Shape 14"/>
          <p:cNvSpPr/>
          <p:nvPr/>
        </p:nvSpPr>
        <p:spPr>
          <a:xfrm>
            <a:off x="4191000" y="4546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5"/>
          <p:cNvSpPr txBox="1"/>
          <p:nvPr/>
        </p:nvSpPr>
        <p:spPr>
          <a:xfrm>
            <a:off x="4191000" y="4546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965700" y="4508500"/>
            <a:ext cx="4191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700" dirty="0"/>
          </a:p>
        </p:txBody>
      </p:sp>
      <p:sp>
        <p:nvSpPr>
          <p:cNvPr id="20" name="Shape 17"/>
          <p:cNvSpPr/>
          <p:nvPr/>
        </p:nvSpPr>
        <p:spPr>
          <a:xfrm>
            <a:off x="4191000" y="5638800"/>
            <a:ext cx="7416800" cy="635000"/>
          </a:xfrm>
          <a:prstGeom prst="roundRect">
            <a:avLst>
              <a:gd name="adj" fmla="val 1500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8"/>
          <p:cNvSpPr txBox="1"/>
          <p:nvPr/>
        </p:nvSpPr>
        <p:spPr>
          <a:xfrm>
            <a:off x="4419600" y="5638800"/>
            <a:ext cx="69596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œuvres.</a:t>
            </a:r>
            <a:endParaRPr lang="fr-CA" sz="1700" dirty="0"/>
          </a:p>
        </p:txBody>
      </p:sp>
      <p:pic>
        <p:nvPicPr>
          <p:cNvPr id="24" name="Couverture du livre" descr="Couverture du livre « Le sentier de la vie – La richesse du Psaume 119 », de Stephen Yuille (Europresse)">
            <a:extLst>
              <a:ext uri="{FF2B5EF4-FFF2-40B4-BE49-F238E27FC236}">
                <a16:creationId xmlns:a16="http://schemas.microsoft.com/office/drawing/2014/main" id="{C0C717DF-1736-21F3-CB87-A7DCC964D2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1981200"/>
            <a:ext cx="2057400" cy="3276600"/>
          </a:xfrm>
          <a:prstGeom prst="rect">
            <a:avLst/>
          </a:prstGeom>
        </p:spPr>
      </p:pic>
      <p:grpSp>
        <p:nvGrpSpPr>
          <p:cNvPr id="33" name="Barre de progression">
            <a:extLst>
              <a:ext uri="{FF2B5EF4-FFF2-40B4-BE49-F238E27FC236}">
                <a16:creationId xmlns:a16="http://schemas.microsoft.com/office/drawing/2014/main" id="{3C1D82CA-0531-7B1E-6A9D-EF1D47113F4F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2" name="Progression 1">
              <a:extLst>
                <a:ext uri="{FF2B5EF4-FFF2-40B4-BE49-F238E27FC236}">
                  <a16:creationId xmlns:a16="http://schemas.microsoft.com/office/drawing/2014/main" id="{D93B0C2F-0EB7-4BC4-92FD-5B1BAFB05218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3" name="Progression 2">
              <a:extLst>
                <a:ext uri="{FF2B5EF4-FFF2-40B4-BE49-F238E27FC236}">
                  <a16:creationId xmlns:a16="http://schemas.microsoft.com/office/drawing/2014/main" id="{42C640FA-98F5-4638-804F-E6432B989CF6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5" name="Progression 3">
              <a:extLst>
                <a:ext uri="{FF2B5EF4-FFF2-40B4-BE49-F238E27FC236}">
                  <a16:creationId xmlns:a16="http://schemas.microsoft.com/office/drawing/2014/main" id="{DCEB1527-13FE-4A1D-9B83-C78DBBE58FC9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4">
              <a:extLst>
                <a:ext uri="{FF2B5EF4-FFF2-40B4-BE49-F238E27FC236}">
                  <a16:creationId xmlns:a16="http://schemas.microsoft.com/office/drawing/2014/main" id="{16F2790A-8DFD-4A7A-BC8F-63132FE238DF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5">
              <a:extLst>
                <a:ext uri="{FF2B5EF4-FFF2-40B4-BE49-F238E27FC236}">
                  <a16:creationId xmlns:a16="http://schemas.microsoft.com/office/drawing/2014/main" id="{E72EADD2-F021-48C3-9E83-C361003729D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6">
              <a:extLst>
                <a:ext uri="{FF2B5EF4-FFF2-40B4-BE49-F238E27FC236}">
                  <a16:creationId xmlns:a16="http://schemas.microsoft.com/office/drawing/2014/main" id="{9B23ADA8-5E0F-4360-AEA1-134FCEF497B2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7">
              <a:extLst>
                <a:ext uri="{FF2B5EF4-FFF2-40B4-BE49-F238E27FC236}">
                  <a16:creationId xmlns:a16="http://schemas.microsoft.com/office/drawing/2014/main" id="{A2CB3A20-00C5-4281-B054-2C3F9A0997EA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8">
              <a:extLst>
                <a:ext uri="{FF2B5EF4-FFF2-40B4-BE49-F238E27FC236}">
                  <a16:creationId xmlns:a16="http://schemas.microsoft.com/office/drawing/2014/main" id="{13068E35-73C1-4B47-9577-3A674C533845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9">
              <a:extLst>
                <a:ext uri="{FF2B5EF4-FFF2-40B4-BE49-F238E27FC236}">
                  <a16:creationId xmlns:a16="http://schemas.microsoft.com/office/drawing/2014/main" id="{83C43D8A-4F7A-414F-B53C-B29AAE9B2C46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10">
              <a:extLst>
                <a:ext uri="{FF2B5EF4-FFF2-40B4-BE49-F238E27FC236}">
                  <a16:creationId xmlns:a16="http://schemas.microsoft.com/office/drawing/2014/main" id="{E9E38AE2-2E8C-4ADA-892C-9573DC07D28E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792893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GENÈSE 1.27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porte l'image de Dieu?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représentait, et rendait présent, celui qu'elle figurait</a:t>
            </a:r>
            <a:endParaRPr lang="fr-CA" sz="1900" dirty="0"/>
          </a:p>
        </p:txBody>
      </p:sp>
      <p:pic>
        <p:nvPicPr>
          <p:cNvPr id="5" name="Image 0" descr="Deux médaillons reliés par une flèche : l'effigie du pharaon, puis la silhouette de tout être huma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658368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8041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 : le roi seul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pharaon, « image vivante » du dieu</a:t>
            </a:r>
            <a:endParaRPr lang="fr-CA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810030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 : tout être humain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femme, sans rang ni lignée</a:t>
            </a:r>
            <a:endParaRPr lang="fr-C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aussi, vous portez une image. Laquelle?</a:t>
            </a:r>
            <a:endParaRPr lang="fr-CA" sz="2100" dirty="0"/>
          </a:p>
        </p:txBody>
      </p:sp>
      <p:sp>
        <p:nvSpPr>
          <p:cNvPr id="9" name="Shape 6"/>
          <p:cNvSpPr/>
          <p:nvPr/>
        </p:nvSpPr>
        <p:spPr>
          <a:xfrm>
            <a:off x="7452360" y="1828800"/>
            <a:ext cx="4187952" cy="4526280"/>
          </a:xfrm>
          <a:prstGeom prst="roundRect">
            <a:avLst>
              <a:gd name="adj" fmla="val 262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Text 7"/>
          <p:cNvSpPr txBox="1"/>
          <p:nvPr/>
        </p:nvSpPr>
        <p:spPr>
          <a:xfrm>
            <a:off x="77266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700" b="1" i="1" dirty="0" err="1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fr-CA" sz="1700" b="1" i="1" dirty="0" err="1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70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</a:t>
            </a: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image, effigie</a:t>
            </a:r>
            <a:endParaRPr lang="fr-CA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PARCOURS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7726680" y="28803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0"/>
          <p:cNvSpPr txBox="1"/>
          <p:nvPr/>
        </p:nvSpPr>
        <p:spPr>
          <a:xfrm>
            <a:off x="772668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803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créée</a:t>
            </a:r>
            <a:endParaRPr lang="fr-CA" sz="1900" dirty="0"/>
          </a:p>
        </p:txBody>
      </p:sp>
      <p:sp>
        <p:nvSpPr>
          <p:cNvPr id="15" name="Shape 12"/>
          <p:cNvSpPr/>
          <p:nvPr/>
        </p:nvSpPr>
        <p:spPr>
          <a:xfrm>
            <a:off x="7726680" y="342900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Text 13"/>
          <p:cNvSpPr txBox="1"/>
          <p:nvPr/>
        </p:nvSpPr>
        <p:spPr>
          <a:xfrm>
            <a:off x="772668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342900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parfaite</a:t>
            </a:r>
            <a:endParaRPr lang="fr-CA" sz="1900" dirty="0"/>
          </a:p>
        </p:txBody>
      </p:sp>
      <p:sp>
        <p:nvSpPr>
          <p:cNvPr id="18" name="Shape 15"/>
          <p:cNvSpPr/>
          <p:nvPr/>
        </p:nvSpPr>
        <p:spPr>
          <a:xfrm>
            <a:off x="7726680" y="397764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6"/>
          <p:cNvSpPr txBox="1"/>
          <p:nvPr/>
        </p:nvSpPr>
        <p:spPr>
          <a:xfrm>
            <a:off x="7726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promise</a:t>
            </a:r>
            <a:endParaRPr lang="fr-CA" sz="1900" dirty="0"/>
          </a:p>
        </p:txBody>
      </p:sp>
      <p:sp>
        <p:nvSpPr>
          <p:cNvPr id="21" name="Shape 18"/>
          <p:cNvSpPr/>
          <p:nvPr/>
        </p:nvSpPr>
        <p:spPr>
          <a:xfrm>
            <a:off x="7726680" y="452628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Text 19"/>
          <p:cNvSpPr txBox="1"/>
          <p:nvPr/>
        </p:nvSpPr>
        <p:spPr>
          <a:xfrm>
            <a:off x="772668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5262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transformée</a:t>
            </a:r>
            <a:endParaRPr lang="fr-CA" sz="1900" dirty="0"/>
          </a:p>
        </p:txBody>
      </p:sp>
      <p:sp>
        <p:nvSpPr>
          <p:cNvPr id="24" name="Shape 21"/>
          <p:cNvSpPr/>
          <p:nvPr/>
        </p:nvSpPr>
        <p:spPr>
          <a:xfrm>
            <a:off x="7726680" y="507492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2"/>
          <p:cNvSpPr txBox="1"/>
          <p:nvPr/>
        </p:nvSpPr>
        <p:spPr>
          <a:xfrm>
            <a:off x="772668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fr-C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5074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qui aime</a:t>
            </a:r>
            <a:endParaRPr lang="fr-CA" sz="1900" dirty="0"/>
          </a:p>
        </p:txBody>
      </p:sp>
      <p:sp>
        <p:nvSpPr>
          <p:cNvPr id="27" name="Shape 24"/>
          <p:cNvSpPr/>
          <p:nvPr/>
        </p:nvSpPr>
        <p:spPr>
          <a:xfrm>
            <a:off x="7726680" y="56235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772668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fr-CA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56235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envoyée</a:t>
            </a:r>
            <a:endParaRPr lang="fr-CA" sz="1900" dirty="0"/>
          </a:p>
        </p:txBody>
      </p:sp>
      <p:grpSp>
        <p:nvGrpSpPr>
          <p:cNvPr id="40" name="Barre de progression">
            <a:extLst>
              <a:ext uri="{FF2B5EF4-FFF2-40B4-BE49-F238E27FC236}">
                <a16:creationId xmlns:a16="http://schemas.microsoft.com/office/drawing/2014/main" id="{4D6D3163-E7B1-462D-CC95-DF3EE350DA87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>
              <a:extLst>
                <a:ext uri="{FF2B5EF4-FFF2-40B4-BE49-F238E27FC236}">
                  <a16:creationId xmlns:a16="http://schemas.microsoft.com/office/drawing/2014/main" id="{0E217EC5-E4A8-464F-9549-E01A922F1783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2">
              <a:extLst>
                <a:ext uri="{FF2B5EF4-FFF2-40B4-BE49-F238E27FC236}">
                  <a16:creationId xmlns:a16="http://schemas.microsoft.com/office/drawing/2014/main" id="{DF18C76E-F1B6-4143-9D22-DDED28127131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3">
              <a:extLst>
                <a:ext uri="{FF2B5EF4-FFF2-40B4-BE49-F238E27FC236}">
                  <a16:creationId xmlns:a16="http://schemas.microsoft.com/office/drawing/2014/main" id="{348CFF3D-8031-44CF-9DCB-F35086D3DEA8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4">
              <a:extLst>
                <a:ext uri="{FF2B5EF4-FFF2-40B4-BE49-F238E27FC236}">
                  <a16:creationId xmlns:a16="http://schemas.microsoft.com/office/drawing/2014/main" id="{A6508282-934B-4CCF-A19B-F038EBF118FF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5">
              <a:extLst>
                <a:ext uri="{FF2B5EF4-FFF2-40B4-BE49-F238E27FC236}">
                  <a16:creationId xmlns:a16="http://schemas.microsoft.com/office/drawing/2014/main" id="{C783DBC7-3738-4CA9-ABAE-3B09037DFBD2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6">
              <a:extLst>
                <a:ext uri="{FF2B5EF4-FFF2-40B4-BE49-F238E27FC236}">
                  <a16:creationId xmlns:a16="http://schemas.microsoft.com/office/drawing/2014/main" id="{FDB749F9-EDBF-4BCB-9E9C-8BBD3EE5C6D2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7">
              <a:extLst>
                <a:ext uri="{FF2B5EF4-FFF2-40B4-BE49-F238E27FC236}">
                  <a16:creationId xmlns:a16="http://schemas.microsoft.com/office/drawing/2014/main" id="{E9A03ECB-80DF-4827-952E-004DFD99B4F7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8">
              <a:extLst>
                <a:ext uri="{FF2B5EF4-FFF2-40B4-BE49-F238E27FC236}">
                  <a16:creationId xmlns:a16="http://schemas.microsoft.com/office/drawing/2014/main" id="{E580D3A4-7A8B-4081-9055-11D185D9AEBB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9">
              <a:extLst>
                <a:ext uri="{FF2B5EF4-FFF2-40B4-BE49-F238E27FC236}">
                  <a16:creationId xmlns:a16="http://schemas.microsoft.com/office/drawing/2014/main" id="{4994E537-CA88-49A8-9280-C95384CF2879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10">
              <a:extLst>
                <a:ext uri="{FF2B5EF4-FFF2-40B4-BE49-F238E27FC236}">
                  <a16:creationId xmlns:a16="http://schemas.microsoft.com/office/drawing/2014/main" id="{0D7D90B7-5BE9-4C58-A06A-20524451D47C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867302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GENÈSE 1.26-27 / Genèse 5.1-2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créée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 est fait à l'image d'un Dieu qui n'a jamais été seul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580786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Faisons » : </a:t>
            </a: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première fois, Dieu parle au pluriel. Un seul Dieu, trois personnes en communion.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qu'est l'image  </a:t>
            </a:r>
            <a:r>
              <a:rPr lang="fr-CA" sz="16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= demuth : image = ressemblance</a:t>
            </a:r>
            <a:endParaRPr lang="fr-CA" sz="1900" dirty="0"/>
          </a:p>
        </p:txBody>
      </p:sp>
      <p:sp>
        <p:nvSpPr>
          <p:cNvPr id="14" name="Shape 11"/>
          <p:cNvSpPr/>
          <p:nvPr/>
        </p:nvSpPr>
        <p:spPr>
          <a:xfrm>
            <a:off x="475488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550926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cervea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276" y="2688336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93776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 - Logos</a:t>
            </a:r>
            <a:endParaRPr lang="fr-CA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493776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comme Dieu : il pense, veut, ressent. 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713232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788670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bala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4716" y="2688336"/>
            <a:ext cx="384048" cy="38404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31520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Morale - Éthique</a:t>
            </a:r>
            <a:endParaRPr lang="fr-CA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731520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était comme Dieu : bon, sans péché.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50976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1026414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156" y="268833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692640" y="33101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Communion</a:t>
            </a:r>
            <a:endParaRPr lang="fr-CA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969264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de l'image : connaître Dieu personnellement.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754880" y="4663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vocation</a:t>
            </a:r>
            <a:endParaRPr lang="fr-CA" sz="1900" dirty="0"/>
          </a:p>
        </p:txBody>
      </p:sp>
      <p:sp>
        <p:nvSpPr>
          <p:cNvPr id="30" name="Shape 24"/>
          <p:cNvSpPr/>
          <p:nvPr/>
        </p:nvSpPr>
        <p:spPr>
          <a:xfrm>
            <a:off x="475488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1" name="Image 4" descr="Icône : couron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5230368"/>
            <a:ext cx="329184" cy="32918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44068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Représenter Dieu et gérer la terre</a:t>
            </a:r>
            <a:endParaRPr lang="fr-CA" sz="1500" dirty="0"/>
          </a:p>
        </p:txBody>
      </p:sp>
      <p:sp>
        <p:nvSpPr>
          <p:cNvPr id="33" name="Shape 26"/>
          <p:cNvSpPr/>
          <p:nvPr/>
        </p:nvSpPr>
        <p:spPr>
          <a:xfrm>
            <a:off x="713232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4" name="Image 5" descr="Icône : deux personn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2048" y="5230368"/>
            <a:ext cx="329184" cy="32918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781812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 : même dignité, rôles distincts</a:t>
            </a:r>
            <a:endParaRPr lang="fr-CA" sz="1500" dirty="0"/>
          </a:p>
        </p:txBody>
      </p:sp>
      <p:sp>
        <p:nvSpPr>
          <p:cNvPr id="36" name="Shape 28"/>
          <p:cNvSpPr/>
          <p:nvPr/>
        </p:nvSpPr>
        <p:spPr>
          <a:xfrm>
            <a:off x="950976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7" name="Image 6" descr="Icône : person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9488" y="5230368"/>
            <a:ext cx="329184" cy="329184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9556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vie humaine porte l'image</a:t>
            </a:r>
            <a:endParaRPr lang="fr-CA" sz="1500" dirty="0"/>
          </a:p>
        </p:txBody>
      </p:sp>
      <p:grpSp>
        <p:nvGrpSpPr>
          <p:cNvPr id="49" name="Barre de progression">
            <a:extLst>
              <a:ext uri="{FF2B5EF4-FFF2-40B4-BE49-F238E27FC236}">
                <a16:creationId xmlns:a16="http://schemas.microsoft.com/office/drawing/2014/main" id="{9AD41C34-0BA7-CC0A-9276-26C6D4D0B5EA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9" name="Progression 1">
              <a:extLst>
                <a:ext uri="{FF2B5EF4-FFF2-40B4-BE49-F238E27FC236}">
                  <a16:creationId xmlns:a16="http://schemas.microsoft.com/office/drawing/2014/main" id="{83253D9A-8A4C-48F5-ABA6-93CD8ECC9B48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2">
              <a:extLst>
                <a:ext uri="{FF2B5EF4-FFF2-40B4-BE49-F238E27FC236}">
                  <a16:creationId xmlns:a16="http://schemas.microsoft.com/office/drawing/2014/main" id="{75BA22E9-42A1-4627-ADA2-277B086A8A20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3">
              <a:extLst>
                <a:ext uri="{FF2B5EF4-FFF2-40B4-BE49-F238E27FC236}">
                  <a16:creationId xmlns:a16="http://schemas.microsoft.com/office/drawing/2014/main" id="{F407A0FD-6FFB-4967-86B4-E8439DE260A3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4">
              <a:extLst>
                <a:ext uri="{FF2B5EF4-FFF2-40B4-BE49-F238E27FC236}">
                  <a16:creationId xmlns:a16="http://schemas.microsoft.com/office/drawing/2014/main" id="{27EE14B6-21B0-42B6-8540-4E4D1AFAE4BB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5">
              <a:extLst>
                <a:ext uri="{FF2B5EF4-FFF2-40B4-BE49-F238E27FC236}">
                  <a16:creationId xmlns:a16="http://schemas.microsoft.com/office/drawing/2014/main" id="{D7DDC5A1-224B-40AB-9FFF-ECBB03D6EBB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6">
              <a:extLst>
                <a:ext uri="{FF2B5EF4-FFF2-40B4-BE49-F238E27FC236}">
                  <a16:creationId xmlns:a16="http://schemas.microsoft.com/office/drawing/2014/main" id="{24ED3064-212E-4BE5-8A54-0B26B7CBD6D8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7">
              <a:extLst>
                <a:ext uri="{FF2B5EF4-FFF2-40B4-BE49-F238E27FC236}">
                  <a16:creationId xmlns:a16="http://schemas.microsoft.com/office/drawing/2014/main" id="{D44E5682-4D7A-476D-95E5-A829352ECFC4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8">
              <a:extLst>
                <a:ext uri="{FF2B5EF4-FFF2-40B4-BE49-F238E27FC236}">
                  <a16:creationId xmlns:a16="http://schemas.microsoft.com/office/drawing/2014/main" id="{A3FBC028-1A62-4095-B794-C3306844248F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7" name="Progression 9">
              <a:extLst>
                <a:ext uri="{FF2B5EF4-FFF2-40B4-BE49-F238E27FC236}">
                  <a16:creationId xmlns:a16="http://schemas.microsoft.com/office/drawing/2014/main" id="{B6948777-FD14-47BA-84D3-E14B0A68974E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8" name="Progression 10">
              <a:extLst>
                <a:ext uri="{FF2B5EF4-FFF2-40B4-BE49-F238E27FC236}">
                  <a16:creationId xmlns:a16="http://schemas.microsoft.com/office/drawing/2014/main" id="{E004E023-B8CB-43D5-A12C-2A78AF53CD57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  <p:grpSp>
        <p:nvGrpSpPr>
          <p:cNvPr id="51" name="Schéma Trinité">
            <a:extLst>
              <a:ext uri="{FF2B5EF4-FFF2-40B4-BE49-F238E27FC236}">
                <a16:creationId xmlns:a16="http://schemas.microsoft.com/office/drawing/2014/main" id="{01BA40E9-A651-A83A-2936-A9B01F4B384F}"/>
              </a:ext>
            </a:extLst>
          </p:cNvPr>
          <p:cNvGrpSpPr/>
          <p:nvPr/>
        </p:nvGrpSpPr>
        <p:grpSpPr>
          <a:xfrm>
            <a:off x="97100" y="1595065"/>
            <a:ext cx="4476036" cy="4027800"/>
            <a:chOff x="260370" y="1913435"/>
            <a:chExt cx="4319144" cy="3887229"/>
          </a:xfrm>
        </p:grpSpPr>
        <p:pic>
          <p:nvPicPr>
            <p:cNvPr id="11" name="Image 0" descr="Père, Fils et Esprit en communion autour du nom de Dieu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0370" y="1913435"/>
              <a:ext cx="4319144" cy="3887229"/>
            </a:xfrm>
            <a:prstGeom prst="rect">
              <a:avLst/>
            </a:prstGeom>
          </p:spPr>
        </p:pic>
        <p:sp>
          <p:nvSpPr>
            <p:cNvPr id="50" name="Légende : Périchorèse">
              <a:extLst>
                <a:ext uri="{FF2B5EF4-FFF2-40B4-BE49-F238E27FC236}">
                  <a16:creationId xmlns:a16="http://schemas.microsoft.com/office/drawing/2014/main" id="{58E43F81-CDF3-49D0-95E5-8EC85AF8BE78}"/>
                </a:ext>
              </a:extLst>
            </p:cNvPr>
            <p:cNvSpPr txBox="1"/>
            <p:nvPr/>
          </p:nvSpPr>
          <p:spPr>
            <a:xfrm>
              <a:off x="1104900" y="5195530"/>
              <a:ext cx="2540000" cy="468670"/>
            </a:xfrm>
            <a:prstGeom prst="rect">
              <a:avLst/>
            </a:prstGeom>
            <a:noFill/>
          </p:spPr>
          <p:txBody>
            <a:bodyPr vertOverflow="overflow" vert="horz" wrap="none" rtlCol="0" anchor="ctr" anchorCtr="0">
              <a:noAutofit/>
            </a:bodyPr>
            <a:lstStyle/>
            <a:p>
              <a:pPr algn="ctr"/>
              <a:r>
                <a:rPr lang="fr-CA" sz="2400" b="1" i="1" dirty="0" err="1">
                  <a:solidFill>
                    <a:srgbClr val="E8742A"/>
                  </a:solidFill>
                  <a:latin typeface="Cambria"/>
                  <a:ea typeface="Cambria"/>
                </a:rPr>
                <a:t>Périchorèse</a:t>
              </a:r>
              <a:endParaRPr lang="fr-CA" sz="2400" b="1" i="1" dirty="0">
                <a:solidFill>
                  <a:srgbClr val="E8742A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55" name="Légende : Périchorèse">
            <a:extLst>
              <a:ext uri="{FF2B5EF4-FFF2-40B4-BE49-F238E27FC236}">
                <a16:creationId xmlns:a16="http://schemas.microsoft.com/office/drawing/2014/main" id="{DC1F5BE0-5C8D-E461-DE32-3D57EAE8D1EA}"/>
              </a:ext>
            </a:extLst>
          </p:cNvPr>
          <p:cNvSpPr txBox="1"/>
          <p:nvPr/>
        </p:nvSpPr>
        <p:spPr>
          <a:xfrm>
            <a:off x="1013230" y="1691272"/>
            <a:ext cx="2632265" cy="485618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fr-CA" sz="2400" b="1" i="1" dirty="0">
                <a:solidFill>
                  <a:srgbClr val="E8742A"/>
                </a:solidFill>
                <a:latin typeface="Cambria"/>
                <a:ea typeface="Cambria"/>
              </a:rPr>
              <a:t>Relation Divine</a:t>
            </a:r>
          </a:p>
        </p:txBody>
      </p:sp>
    </p:spTree>
    <p:extLst>
      <p:ext uri="{BB962C8B-B14F-4D97-AF65-F5344CB8AC3E}">
        <p14:creationId xmlns:p14="http://schemas.microsoft.com/office/powerpoint/2010/main" val="2225491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COLOSSIENS 1.15 / Philippiens 2.6-7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parfaite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est ce que l'homme n'est plus (Kénose)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édaillon fissuré : l'image ternie de l'hom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874520"/>
            <a:ext cx="2377440" cy="2377440"/>
          </a:xfrm>
          <a:prstGeom prst="rect">
            <a:avLst/>
          </a:prstGeom>
        </p:spPr>
      </p:pic>
      <p:pic>
        <p:nvPicPr>
          <p:cNvPr id="12" name="Image 1" descr="Médaillon à la couronne : le Christ, image parfai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874520"/>
            <a:ext cx="2377440" cy="2377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54880" y="3063240"/>
            <a:ext cx="2697480" cy="0"/>
          </a:xfrm>
          <a:prstGeom prst="line">
            <a:avLst/>
          </a:prstGeom>
          <a:noFill/>
          <a:ln w="38100">
            <a:solidFill>
              <a:srgbClr val="E8742A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0"/>
          <p:cNvSpPr txBox="1"/>
          <p:nvPr/>
        </p:nvSpPr>
        <p:spPr>
          <a:xfrm>
            <a:off x="4480560" y="2560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voir l'image voulue par Dieu?</a:t>
            </a:r>
            <a:endParaRPr lang="fr-CA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 : l'image ternie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engendre « à sa ressemblance » (Gn 5.3).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gardée (Gn 9.6), ressemblance morale perdue.</a:t>
            </a:r>
            <a:endParaRPr lang="fr-CA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 : l'Image parfaite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exacte du Dieu invisible (Hé 1.3).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= l'héritier, non une créature (1.16-18).</a:t>
            </a:r>
            <a:endParaRPr lang="fr-CA" sz="1600" dirty="0"/>
          </a:p>
        </p:txBody>
      </p:sp>
      <p:sp>
        <p:nvSpPr>
          <p:cNvPr id="17" name="Shape 13"/>
          <p:cNvSpPr/>
          <p:nvPr/>
        </p:nvSpPr>
        <p:spPr>
          <a:xfrm>
            <a:off x="100584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4"/>
          <p:cNvSpPr txBox="1"/>
          <p:nvPr/>
        </p:nvSpPr>
        <p:spPr>
          <a:xfrm>
            <a:off x="100584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hébreu, Genèse 1.27</a:t>
            </a:r>
            <a:endParaRPr lang="fr-CA" sz="1800" dirty="0"/>
          </a:p>
        </p:txBody>
      </p:sp>
      <p:sp>
        <p:nvSpPr>
          <p:cNvPr id="19" name="Shape 15"/>
          <p:cNvSpPr/>
          <p:nvPr/>
        </p:nvSpPr>
        <p:spPr>
          <a:xfrm>
            <a:off x="400507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461772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7"/>
          <p:cNvSpPr txBox="1"/>
          <p:nvPr/>
        </p:nvSpPr>
        <p:spPr>
          <a:xfrm>
            <a:off x="461772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grec, la Septante</a:t>
            </a:r>
            <a:endParaRPr lang="fr-CA" sz="1800" dirty="0"/>
          </a:p>
        </p:txBody>
      </p:sp>
      <p:sp>
        <p:nvSpPr>
          <p:cNvPr id="22" name="Shape 18"/>
          <p:cNvSpPr/>
          <p:nvPr/>
        </p:nvSpPr>
        <p:spPr>
          <a:xfrm>
            <a:off x="761695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3" name="Shape 19"/>
          <p:cNvSpPr/>
          <p:nvPr/>
        </p:nvSpPr>
        <p:spPr>
          <a:xfrm>
            <a:off x="822960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0"/>
          <p:cNvSpPr txBox="1"/>
          <p:nvPr/>
        </p:nvSpPr>
        <p:spPr>
          <a:xfrm>
            <a:off x="822960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Christ, Colossiens 1.15</a:t>
            </a:r>
            <a:endParaRPr lang="fr-CA" sz="1800" dirty="0"/>
          </a:p>
        </p:txBody>
      </p:sp>
      <p:grpSp>
        <p:nvGrpSpPr>
          <p:cNvPr id="35" name="Barre de progression">
            <a:extLst>
              <a:ext uri="{FF2B5EF4-FFF2-40B4-BE49-F238E27FC236}">
                <a16:creationId xmlns:a16="http://schemas.microsoft.com/office/drawing/2014/main" id="{A5C76786-8B17-E3E6-05A5-23363297D71A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5" name="Progression 1">
              <a:extLst>
                <a:ext uri="{FF2B5EF4-FFF2-40B4-BE49-F238E27FC236}">
                  <a16:creationId xmlns:a16="http://schemas.microsoft.com/office/drawing/2014/main" id="{00DA3F9A-2F10-4DDD-B6C4-1FE829B71610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2">
              <a:extLst>
                <a:ext uri="{FF2B5EF4-FFF2-40B4-BE49-F238E27FC236}">
                  <a16:creationId xmlns:a16="http://schemas.microsoft.com/office/drawing/2014/main" id="{8B91EB4B-B040-4CE0-A403-430B4393429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3">
              <a:extLst>
                <a:ext uri="{FF2B5EF4-FFF2-40B4-BE49-F238E27FC236}">
                  <a16:creationId xmlns:a16="http://schemas.microsoft.com/office/drawing/2014/main" id="{AB4412A5-7A94-46D7-826A-F52F547D07B8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4">
              <a:extLst>
                <a:ext uri="{FF2B5EF4-FFF2-40B4-BE49-F238E27FC236}">
                  <a16:creationId xmlns:a16="http://schemas.microsoft.com/office/drawing/2014/main" id="{1C5B3E66-0D86-432F-84E8-2955288A7C26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5">
              <a:extLst>
                <a:ext uri="{FF2B5EF4-FFF2-40B4-BE49-F238E27FC236}">
                  <a16:creationId xmlns:a16="http://schemas.microsoft.com/office/drawing/2014/main" id="{A1D2A81D-550F-4C6F-966F-82B332585FED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6">
              <a:extLst>
                <a:ext uri="{FF2B5EF4-FFF2-40B4-BE49-F238E27FC236}">
                  <a16:creationId xmlns:a16="http://schemas.microsoft.com/office/drawing/2014/main" id="{96BF6467-7F08-4960-8F18-C84641359EFF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7">
              <a:extLst>
                <a:ext uri="{FF2B5EF4-FFF2-40B4-BE49-F238E27FC236}">
                  <a16:creationId xmlns:a16="http://schemas.microsoft.com/office/drawing/2014/main" id="{1ED9248D-A1E7-4607-9B85-3E936CB9727E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8">
              <a:extLst>
                <a:ext uri="{FF2B5EF4-FFF2-40B4-BE49-F238E27FC236}">
                  <a16:creationId xmlns:a16="http://schemas.microsoft.com/office/drawing/2014/main" id="{1AC5E751-4FA6-4B8A-B3AB-3E844D817AB3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9">
              <a:extLst>
                <a:ext uri="{FF2B5EF4-FFF2-40B4-BE49-F238E27FC236}">
                  <a16:creationId xmlns:a16="http://schemas.microsoft.com/office/drawing/2014/main" id="{B0A696A3-3361-47E4-9139-D7AD0BB074C7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10">
              <a:extLst>
                <a:ext uri="{FF2B5EF4-FFF2-40B4-BE49-F238E27FC236}">
                  <a16:creationId xmlns:a16="http://schemas.microsoft.com/office/drawing/2014/main" id="{B1A8EC2E-4915-4135-A08E-92E880DF160E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403618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ROMAINS 8.29 / Éphésiens 1.4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promise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 décidé d'avance la fin de votre salut, et cette fin, c'est Christ en vous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Étape 1 (fond)"/>
          <p:cNvSpPr/>
          <p:nvPr/>
        </p:nvSpPr>
        <p:spPr>
          <a:xfrm>
            <a:off x="54610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Étape 1 (texte)"/>
          <p:cNvSpPr txBox="1"/>
          <p:nvPr/>
        </p:nvSpPr>
        <p:spPr>
          <a:xfrm>
            <a:off x="64770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800" dirty="0"/>
          </a:p>
        </p:txBody>
      </p:sp>
      <p:sp>
        <p:nvSpPr>
          <p:cNvPr id="13" name="Étape 2 (fond)"/>
          <p:cNvSpPr/>
          <p:nvPr/>
        </p:nvSpPr>
        <p:spPr>
          <a:xfrm>
            <a:off x="2790825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CC5500"/>
          </a:solidFill>
          <a:ln w="508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Étape 2 (texte)"/>
          <p:cNvSpPr txBox="1"/>
          <p:nvPr/>
        </p:nvSpPr>
        <p:spPr>
          <a:xfrm>
            <a:off x="2892425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Prédestinés</a:t>
            </a:r>
            <a:endParaRPr lang="fr-CA" sz="1800" dirty="0"/>
          </a:p>
        </p:txBody>
      </p:sp>
      <p:sp>
        <p:nvSpPr>
          <p:cNvPr id="15" name="Étape 3 (fond)"/>
          <p:cNvSpPr/>
          <p:nvPr/>
        </p:nvSpPr>
        <p:spPr>
          <a:xfrm>
            <a:off x="503555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Étape 3 (texte)"/>
          <p:cNvSpPr txBox="1"/>
          <p:nvPr/>
        </p:nvSpPr>
        <p:spPr>
          <a:xfrm>
            <a:off x="513715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Appelés</a:t>
            </a:r>
            <a:endParaRPr lang="fr-CA" sz="1800" dirty="0"/>
          </a:p>
        </p:txBody>
      </p:sp>
      <p:sp>
        <p:nvSpPr>
          <p:cNvPr id="17" name="Étape 4 (fond)"/>
          <p:cNvSpPr/>
          <p:nvPr/>
        </p:nvSpPr>
        <p:spPr>
          <a:xfrm>
            <a:off x="7280275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Étape 4 (texte)"/>
          <p:cNvSpPr txBox="1"/>
          <p:nvPr/>
        </p:nvSpPr>
        <p:spPr>
          <a:xfrm>
            <a:off x="7381875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Justifiés</a:t>
            </a:r>
            <a:endParaRPr lang="fr-CA" sz="1800" dirty="0"/>
          </a:p>
        </p:txBody>
      </p:sp>
      <p:sp>
        <p:nvSpPr>
          <p:cNvPr id="19" name="Étape 5 (fond)"/>
          <p:cNvSpPr/>
          <p:nvPr/>
        </p:nvSpPr>
        <p:spPr>
          <a:xfrm>
            <a:off x="952500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Étape 5 (texte)"/>
          <p:cNvSpPr txBox="1"/>
          <p:nvPr/>
        </p:nvSpPr>
        <p:spPr>
          <a:xfrm>
            <a:off x="962660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Glorifiés</a:t>
            </a:r>
            <a:endParaRPr lang="fr-CA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maillon ne manque : ce que Dieu a décrété, il l'achèvera (8.30).</a:t>
            </a:r>
            <a:endParaRPr lang="fr-CA" sz="1600" dirty="0"/>
          </a:p>
        </p:txBody>
      </p:sp>
      <p:pic>
        <p:nvPicPr>
          <p:cNvPr id="22" name="Image 0" descr="Foule de personnes autour d'une couron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20440"/>
            <a:ext cx="3200400" cy="267004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480560" y="3566160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1"/>
          <p:cNvSpPr txBox="1"/>
          <p:nvPr/>
        </p:nvSpPr>
        <p:spPr>
          <a:xfrm>
            <a:off x="4709160" y="3566160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une simple prévision : le choix d'aimer, l'élection.</a:t>
            </a:r>
            <a:endParaRPr lang="fr-CA" sz="1700" dirty="0"/>
          </a:p>
        </p:txBody>
      </p:sp>
      <p:sp>
        <p:nvSpPr>
          <p:cNvPr id="25" name="Shape 22"/>
          <p:cNvSpPr/>
          <p:nvPr/>
        </p:nvSpPr>
        <p:spPr>
          <a:xfrm>
            <a:off x="4480560" y="4462272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6" name="Text 23"/>
          <p:cNvSpPr txBox="1"/>
          <p:nvPr/>
        </p:nvSpPr>
        <p:spPr>
          <a:xfrm>
            <a:off x="4709160" y="4462272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Semblables à l'image de son Fils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sainteté maintenant, un corps glorifié à la fin (Ph 3.21).</a:t>
            </a:r>
            <a:endParaRPr lang="fr-CA" sz="1700" dirty="0"/>
          </a:p>
        </p:txBody>
      </p:sp>
      <p:sp>
        <p:nvSpPr>
          <p:cNvPr id="27" name="Shape 24"/>
          <p:cNvSpPr/>
          <p:nvPr/>
        </p:nvSpPr>
        <p:spPr>
          <a:xfrm>
            <a:off x="4480560" y="5358384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4709160" y="535838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de beaucoup de frères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lui ressemblent, sans jamais être ses égaux.</a:t>
            </a:r>
            <a:endParaRPr lang="fr-CA" sz="1700" dirty="0"/>
          </a:p>
        </p:txBody>
      </p:sp>
      <p:grpSp>
        <p:nvGrpSpPr>
          <p:cNvPr id="39" name="Barre de progression">
            <a:extLst>
              <a:ext uri="{FF2B5EF4-FFF2-40B4-BE49-F238E27FC236}">
                <a16:creationId xmlns:a16="http://schemas.microsoft.com/office/drawing/2014/main" id="{070CC8B6-D375-DF64-B79B-73914E99524F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9" name="Progression 1">
              <a:extLst>
                <a:ext uri="{FF2B5EF4-FFF2-40B4-BE49-F238E27FC236}">
                  <a16:creationId xmlns:a16="http://schemas.microsoft.com/office/drawing/2014/main" id="{F74BF932-33BA-4D02-B430-F9E87E454D01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2">
              <a:extLst>
                <a:ext uri="{FF2B5EF4-FFF2-40B4-BE49-F238E27FC236}">
                  <a16:creationId xmlns:a16="http://schemas.microsoft.com/office/drawing/2014/main" id="{A17DF5F5-8C2E-4112-AFD2-4FCA990AE7F0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3">
              <a:extLst>
                <a:ext uri="{FF2B5EF4-FFF2-40B4-BE49-F238E27FC236}">
                  <a16:creationId xmlns:a16="http://schemas.microsoft.com/office/drawing/2014/main" id="{A6EB2582-59DE-47D7-BC2C-B1A2BCA8FBE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4">
              <a:extLst>
                <a:ext uri="{FF2B5EF4-FFF2-40B4-BE49-F238E27FC236}">
                  <a16:creationId xmlns:a16="http://schemas.microsoft.com/office/drawing/2014/main" id="{5A85ACCA-6EF3-43F8-9215-FCCFE73F9720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5">
              <a:extLst>
                <a:ext uri="{FF2B5EF4-FFF2-40B4-BE49-F238E27FC236}">
                  <a16:creationId xmlns:a16="http://schemas.microsoft.com/office/drawing/2014/main" id="{3836C284-5ED8-4953-9980-045453F636D4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6">
              <a:extLst>
                <a:ext uri="{FF2B5EF4-FFF2-40B4-BE49-F238E27FC236}">
                  <a16:creationId xmlns:a16="http://schemas.microsoft.com/office/drawing/2014/main" id="{4E5C900E-0065-4293-8AFB-FFB15B809478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7">
              <a:extLst>
                <a:ext uri="{FF2B5EF4-FFF2-40B4-BE49-F238E27FC236}">
                  <a16:creationId xmlns:a16="http://schemas.microsoft.com/office/drawing/2014/main" id="{139C9966-E184-4C12-AB24-8E5BD710CC6F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8">
              <a:extLst>
                <a:ext uri="{FF2B5EF4-FFF2-40B4-BE49-F238E27FC236}">
                  <a16:creationId xmlns:a16="http://schemas.microsoft.com/office/drawing/2014/main" id="{68494C81-6E84-49D3-951B-86FD83FE11C9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9">
              <a:extLst>
                <a:ext uri="{FF2B5EF4-FFF2-40B4-BE49-F238E27FC236}">
                  <a16:creationId xmlns:a16="http://schemas.microsoft.com/office/drawing/2014/main" id="{E2FF8872-CBB1-4DE5-BF14-DA0F3925637D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10">
              <a:extLst>
                <a:ext uri="{FF2B5EF4-FFF2-40B4-BE49-F238E27FC236}">
                  <a16:creationId xmlns:a16="http://schemas.microsoft.com/office/drawing/2014/main" id="{CF7DD45C-891D-41DA-9B78-53B76F00C61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910658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2 CORINTHIENS 3.18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transformée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devient semblable à ce que l'on contemple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iroir à main reflétant un livre ouv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3072384" cy="37490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669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miroir, c'est l'Écriture</a:t>
            </a:r>
            <a:endParaRPr lang="fr-CA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1488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nous transformons pas :</a:t>
            </a:r>
            <a:endParaRPr lang="fr-CA" sz="2100" dirty="0"/>
          </a:p>
          <a:p>
            <a:pPr marL="0" indent="0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transformés.</a:t>
            </a:r>
            <a:endParaRPr lang="fr-CA" sz="2100" dirty="0"/>
          </a:p>
        </p:txBody>
      </p:sp>
      <p:sp>
        <p:nvSpPr>
          <p:cNvPr id="14" name="Shape 11"/>
          <p:cNvSpPr/>
          <p:nvPr/>
        </p:nvSpPr>
        <p:spPr>
          <a:xfrm>
            <a:off x="420370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439420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œ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500" y="3505200"/>
            <a:ext cx="340157" cy="34015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9420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visage découvert</a:t>
            </a:r>
            <a:endParaRPr lang="fr-CA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439420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Moïse se voilait; en Christ, le voile est ôté (3.14-16).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673989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693039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livre ouv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690" y="3505200"/>
            <a:ext cx="340157" cy="34015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3039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Contempler</a:t>
            </a:r>
            <a:endParaRPr lang="fr-C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93039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Regarder Christ dans l'Écriture, comme dans un miroir. On ne reflète que ce qu'on contemple.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27608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946658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oisea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0880" y="3505200"/>
            <a:ext cx="340157" cy="34015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46658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transformé</a:t>
            </a:r>
            <a:endParaRPr lang="fr-CA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46658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Metamorphoô : un changement continu, que l'Esprit accomplit.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203700" y="5638800"/>
            <a:ext cx="74041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gloire en gloire</a:t>
            </a:r>
            <a:endParaRPr lang="fr-CA" sz="1500" dirty="0"/>
          </a:p>
          <a:p>
            <a:pPr marL="0" indent="0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lui être semblables (1 Jn 3.2)</a:t>
            </a:r>
            <a:endParaRPr lang="fr-CA" sz="1500" dirty="0"/>
          </a:p>
        </p:txBody>
      </p:sp>
      <p:grpSp>
        <p:nvGrpSpPr>
          <p:cNvPr id="40" name="Barre de progression">
            <a:extLst>
              <a:ext uri="{FF2B5EF4-FFF2-40B4-BE49-F238E27FC236}">
                <a16:creationId xmlns:a16="http://schemas.microsoft.com/office/drawing/2014/main" id="{CC1BD772-2981-3FCB-EA30-FCD23F2D2210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>
              <a:extLst>
                <a:ext uri="{FF2B5EF4-FFF2-40B4-BE49-F238E27FC236}">
                  <a16:creationId xmlns:a16="http://schemas.microsoft.com/office/drawing/2014/main" id="{8E06AC4B-6078-40E6-8227-775B65F4412B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2">
              <a:extLst>
                <a:ext uri="{FF2B5EF4-FFF2-40B4-BE49-F238E27FC236}">
                  <a16:creationId xmlns:a16="http://schemas.microsoft.com/office/drawing/2014/main" id="{9D2F7DDC-DFB0-4B74-B601-36A64A9D3B2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3">
              <a:extLst>
                <a:ext uri="{FF2B5EF4-FFF2-40B4-BE49-F238E27FC236}">
                  <a16:creationId xmlns:a16="http://schemas.microsoft.com/office/drawing/2014/main" id="{4964D572-62B1-49F8-9B38-7A413975506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4">
              <a:extLst>
                <a:ext uri="{FF2B5EF4-FFF2-40B4-BE49-F238E27FC236}">
                  <a16:creationId xmlns:a16="http://schemas.microsoft.com/office/drawing/2014/main" id="{57491592-0A2C-4888-A62D-E0CDA0B195C2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5">
              <a:extLst>
                <a:ext uri="{FF2B5EF4-FFF2-40B4-BE49-F238E27FC236}">
                  <a16:creationId xmlns:a16="http://schemas.microsoft.com/office/drawing/2014/main" id="{A4F8FCED-72D2-45C9-8A78-076480F6C86F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6">
              <a:extLst>
                <a:ext uri="{FF2B5EF4-FFF2-40B4-BE49-F238E27FC236}">
                  <a16:creationId xmlns:a16="http://schemas.microsoft.com/office/drawing/2014/main" id="{2147E98B-D830-4310-963D-C63681ABE1CA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7">
              <a:extLst>
                <a:ext uri="{FF2B5EF4-FFF2-40B4-BE49-F238E27FC236}">
                  <a16:creationId xmlns:a16="http://schemas.microsoft.com/office/drawing/2014/main" id="{5FDA1967-544E-4FC3-B046-4DA0033D1D8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8">
              <a:extLst>
                <a:ext uri="{FF2B5EF4-FFF2-40B4-BE49-F238E27FC236}">
                  <a16:creationId xmlns:a16="http://schemas.microsoft.com/office/drawing/2014/main" id="{0C18F75D-E397-46F3-A055-32B66EFD9D02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9">
              <a:extLst>
                <a:ext uri="{FF2B5EF4-FFF2-40B4-BE49-F238E27FC236}">
                  <a16:creationId xmlns:a16="http://schemas.microsoft.com/office/drawing/2014/main" id="{5F8D3B35-B858-45F8-B019-BF1E4B918D96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10">
              <a:extLst>
                <a:ext uri="{FF2B5EF4-FFF2-40B4-BE49-F238E27FC236}">
                  <a16:creationId xmlns:a16="http://schemas.microsoft.com/office/drawing/2014/main" id="{F1C93F09-F3F8-4BCE-BB79-90F75EC2B1A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196756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· MATTHIEU 22.37-40 · JÉRÉMIE 31.33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qui aime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 que je ne peux accomplir, Dieu l'écrit sur mon cœur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Tables de la loi, puis un cœur portant des lignes d'écri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4520"/>
            <a:ext cx="5852160" cy="31181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0749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pierre, la loi accuse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n'a aimé Dieu de tout son cœur.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cœur, elle transforme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pardon, puis une capacité nouvelle d'aimer.</a:t>
            </a:r>
            <a:endParaRPr lang="fr-CA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1874520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cœur, c'est la personne intérieure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240280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dimensions de l'image, renouvelées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6766560" y="2697480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6949440" y="2889504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cervea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3017520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0" y="2770632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Rationnel : il pense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parle en Christ, la Parole, et renouvelle la pensée (Jn 1.1).</a:t>
            </a:r>
            <a:endParaRPr lang="fr-CA" sz="1500" dirty="0"/>
          </a:p>
        </p:txBody>
      </p:sp>
      <p:sp>
        <p:nvSpPr>
          <p:cNvPr id="20" name="Shape 16"/>
          <p:cNvSpPr/>
          <p:nvPr/>
        </p:nvSpPr>
        <p:spPr>
          <a:xfrm>
            <a:off x="6766560" y="3867912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Shape 17"/>
          <p:cNvSpPr/>
          <p:nvPr/>
        </p:nvSpPr>
        <p:spPr>
          <a:xfrm>
            <a:off x="6949440" y="4059936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2" name="Image 2" descr="Icône : balan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7456" y="4187952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72400" y="394106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 : il juge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seul crée un cœur pur (Ps 51.12).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6766560" y="5038344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6949440" y="523036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5358384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5111496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 : il aime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répand son amour dans nos cœurs (Rm 5.5).</a:t>
            </a:r>
            <a:endParaRPr lang="fr-CA" sz="1500" dirty="0"/>
          </a:p>
        </p:txBody>
      </p:sp>
      <p:grpSp>
        <p:nvGrpSpPr>
          <p:cNvPr id="38" name="Barre de progression">
            <a:extLst>
              <a:ext uri="{FF2B5EF4-FFF2-40B4-BE49-F238E27FC236}">
                <a16:creationId xmlns:a16="http://schemas.microsoft.com/office/drawing/2014/main" id="{54AA34CA-5B03-5C04-DE27-1F9D8C9BBD6C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>
              <a:extLst>
                <a:ext uri="{FF2B5EF4-FFF2-40B4-BE49-F238E27FC236}">
                  <a16:creationId xmlns:a16="http://schemas.microsoft.com/office/drawing/2014/main" id="{10FD387B-2E51-47BE-B761-798B87F3D656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2">
              <a:extLst>
                <a:ext uri="{FF2B5EF4-FFF2-40B4-BE49-F238E27FC236}">
                  <a16:creationId xmlns:a16="http://schemas.microsoft.com/office/drawing/2014/main" id="{2250E8FE-4396-4549-8BFC-91740756B43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3">
              <a:extLst>
                <a:ext uri="{FF2B5EF4-FFF2-40B4-BE49-F238E27FC236}">
                  <a16:creationId xmlns:a16="http://schemas.microsoft.com/office/drawing/2014/main" id="{EBADB7B5-57C8-48E9-A2DA-28E7BEC9BAC4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4">
              <a:extLst>
                <a:ext uri="{FF2B5EF4-FFF2-40B4-BE49-F238E27FC236}">
                  <a16:creationId xmlns:a16="http://schemas.microsoft.com/office/drawing/2014/main" id="{DFE17888-2631-42EB-91F2-163874C583DA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5">
              <a:extLst>
                <a:ext uri="{FF2B5EF4-FFF2-40B4-BE49-F238E27FC236}">
                  <a16:creationId xmlns:a16="http://schemas.microsoft.com/office/drawing/2014/main" id="{3FFA2970-8A05-4905-A10E-020C19A79CB0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6">
              <a:extLst>
                <a:ext uri="{FF2B5EF4-FFF2-40B4-BE49-F238E27FC236}">
                  <a16:creationId xmlns:a16="http://schemas.microsoft.com/office/drawing/2014/main" id="{5F0D3A5E-006A-4C1A-8E30-040C772833A6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7">
              <a:extLst>
                <a:ext uri="{FF2B5EF4-FFF2-40B4-BE49-F238E27FC236}">
                  <a16:creationId xmlns:a16="http://schemas.microsoft.com/office/drawing/2014/main" id="{7B8CB60A-F333-490D-9D04-32A1F8E27DF3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8">
              <a:extLst>
                <a:ext uri="{FF2B5EF4-FFF2-40B4-BE49-F238E27FC236}">
                  <a16:creationId xmlns:a16="http://schemas.microsoft.com/office/drawing/2014/main" id="{C26347F0-876A-4A1F-B3A7-7D338E1D7EE6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9">
              <a:extLst>
                <a:ext uri="{FF2B5EF4-FFF2-40B4-BE49-F238E27FC236}">
                  <a16:creationId xmlns:a16="http://schemas.microsoft.com/office/drawing/2014/main" id="{40374364-93F9-4DC4-B62A-CE8EEB6BB238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10">
              <a:extLst>
                <a:ext uri="{FF2B5EF4-FFF2-40B4-BE49-F238E27FC236}">
                  <a16:creationId xmlns:a16="http://schemas.microsoft.com/office/drawing/2014/main" id="{07BA0948-65F4-4CC7-A875-D99D557D798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22250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MATTHIEU 28.19-20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envoyée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que Dieu restaure à son image, il les envoie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Globe terrestre entouré de flèches vers l'extérieu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3840480" cy="3840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5806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nations</a:t>
            </a:r>
            <a:endParaRPr lang="fr-CA" sz="1800" dirty="0"/>
          </a:p>
        </p:txBody>
      </p:sp>
      <p:sp>
        <p:nvSpPr>
          <p:cNvPr id="13" name="Shape 10"/>
          <p:cNvSpPr/>
          <p:nvPr/>
        </p:nvSpPr>
        <p:spPr>
          <a:xfrm>
            <a:off x="4937760" y="1920240"/>
            <a:ext cx="6702552" cy="777240"/>
          </a:xfrm>
          <a:prstGeom prst="roundRect">
            <a:avLst>
              <a:gd name="adj" fmla="val 14118"/>
            </a:avLst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1"/>
          <p:cNvSpPr txBox="1"/>
          <p:nvPr/>
        </p:nvSpPr>
        <p:spPr>
          <a:xfrm>
            <a:off x="4937760" y="1920240"/>
            <a:ext cx="6702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Faites des disciples</a:t>
            </a:r>
            <a:endParaRPr lang="fr-CA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2761488"/>
            <a:ext cx="6702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impératif. Les trois autres verbes en décrivent le chemin.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4937760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5102352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personne en march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3447288"/>
            <a:ext cx="301752" cy="30175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715000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endParaRPr lang="fr-CA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5102352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toutes les nations</a:t>
            </a:r>
            <a:endParaRPr lang="fr-CA" sz="1500" dirty="0"/>
          </a:p>
        </p:txBody>
      </p:sp>
      <p:sp>
        <p:nvSpPr>
          <p:cNvPr id="21" name="Shape 17"/>
          <p:cNvSpPr/>
          <p:nvPr/>
        </p:nvSpPr>
        <p:spPr>
          <a:xfrm>
            <a:off x="7232904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Shape 18"/>
          <p:cNvSpPr/>
          <p:nvPr/>
        </p:nvSpPr>
        <p:spPr>
          <a:xfrm>
            <a:off x="7397496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3" name="Image 2" descr="Icône : goutte d'ea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4728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010144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Baptiser</a:t>
            </a:r>
            <a:endParaRPr lang="fr-CA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7397496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nom, un seul nom, du Père, du Fils et du Saint-Esprit</a:t>
            </a:r>
            <a:endParaRPr lang="fr-CA" sz="1500" dirty="0"/>
          </a:p>
        </p:txBody>
      </p:sp>
      <p:sp>
        <p:nvSpPr>
          <p:cNvPr id="26" name="Shape 21"/>
          <p:cNvSpPr/>
          <p:nvPr/>
        </p:nvSpPr>
        <p:spPr>
          <a:xfrm>
            <a:off x="9528048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Shape 22"/>
          <p:cNvSpPr/>
          <p:nvPr/>
        </p:nvSpPr>
        <p:spPr>
          <a:xfrm>
            <a:off x="9692640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8" name="Image 3" descr="Icône : enseigneme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224" y="3447288"/>
            <a:ext cx="301752" cy="30175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305288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692640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observer tout ce que Christ a prescrit</a:t>
            </a:r>
            <a:endParaRPr lang="fr-CA" sz="1500" dirty="0"/>
          </a:p>
        </p:txBody>
      </p:sp>
      <p:sp>
        <p:nvSpPr>
          <p:cNvPr id="31" name="Shape 25"/>
          <p:cNvSpPr/>
          <p:nvPr/>
        </p:nvSpPr>
        <p:spPr>
          <a:xfrm>
            <a:off x="4937760" y="4956048"/>
            <a:ext cx="6702552" cy="658368"/>
          </a:xfrm>
          <a:prstGeom prst="roundRect">
            <a:avLst>
              <a:gd name="adj" fmla="val 1666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2" name="Shape 26"/>
          <p:cNvSpPr/>
          <p:nvPr/>
        </p:nvSpPr>
        <p:spPr>
          <a:xfrm>
            <a:off x="5074920" y="5029200"/>
            <a:ext cx="512064" cy="51206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main tenant un cœu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7333" y="5131613"/>
            <a:ext cx="307238" cy="30723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760720" y="49560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suis avec vous tous les jours, jusqu'à la fin du monde. »</a:t>
            </a:r>
            <a:endParaRPr lang="fr-CA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4937760" y="5806440"/>
            <a:ext cx="6702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Qui, cette semaine, entendra de vous l'Évangile?</a:t>
            </a:r>
            <a:endParaRPr lang="fr-CA" sz="2100" dirty="0"/>
          </a:p>
        </p:txBody>
      </p:sp>
      <p:grpSp>
        <p:nvGrpSpPr>
          <p:cNvPr id="46" name="Barre de progression">
            <a:extLst>
              <a:ext uri="{FF2B5EF4-FFF2-40B4-BE49-F238E27FC236}">
                <a16:creationId xmlns:a16="http://schemas.microsoft.com/office/drawing/2014/main" id="{89FB9312-E96A-C221-E19A-E0E5D40B58F8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6" name="Progression 1">
              <a:extLst>
                <a:ext uri="{FF2B5EF4-FFF2-40B4-BE49-F238E27FC236}">
                  <a16:creationId xmlns:a16="http://schemas.microsoft.com/office/drawing/2014/main" id="{6202EB97-D07D-4F8C-8079-A04114707027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2">
              <a:extLst>
                <a:ext uri="{FF2B5EF4-FFF2-40B4-BE49-F238E27FC236}">
                  <a16:creationId xmlns:a16="http://schemas.microsoft.com/office/drawing/2014/main" id="{F9C3BD9D-AB9A-48D4-B9DF-5CEF9CC0795E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3">
              <a:extLst>
                <a:ext uri="{FF2B5EF4-FFF2-40B4-BE49-F238E27FC236}">
                  <a16:creationId xmlns:a16="http://schemas.microsoft.com/office/drawing/2014/main" id="{B5FDAFAB-1F0E-4FB0-875F-4ED3D229199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4">
              <a:extLst>
                <a:ext uri="{FF2B5EF4-FFF2-40B4-BE49-F238E27FC236}">
                  <a16:creationId xmlns:a16="http://schemas.microsoft.com/office/drawing/2014/main" id="{66098B2A-1235-428A-8F0A-7390C32376A7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5">
              <a:extLst>
                <a:ext uri="{FF2B5EF4-FFF2-40B4-BE49-F238E27FC236}">
                  <a16:creationId xmlns:a16="http://schemas.microsoft.com/office/drawing/2014/main" id="{3D4302D5-07BC-454A-A0E2-2C346EFEE995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6">
              <a:extLst>
                <a:ext uri="{FF2B5EF4-FFF2-40B4-BE49-F238E27FC236}">
                  <a16:creationId xmlns:a16="http://schemas.microsoft.com/office/drawing/2014/main" id="{108CB3ED-3FFE-4140-8016-F3B09E145F9C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7">
              <a:extLst>
                <a:ext uri="{FF2B5EF4-FFF2-40B4-BE49-F238E27FC236}">
                  <a16:creationId xmlns:a16="http://schemas.microsoft.com/office/drawing/2014/main" id="{20526511-EDB0-462A-8F19-D96011012CB0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8">
              <a:extLst>
                <a:ext uri="{FF2B5EF4-FFF2-40B4-BE49-F238E27FC236}">
                  <a16:creationId xmlns:a16="http://schemas.microsoft.com/office/drawing/2014/main" id="{D11DB073-CA0B-4B4E-9B95-710D0F5F4B10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9">
              <a:extLst>
                <a:ext uri="{FF2B5EF4-FFF2-40B4-BE49-F238E27FC236}">
                  <a16:creationId xmlns:a16="http://schemas.microsoft.com/office/drawing/2014/main" id="{BC8F3D8F-B43C-4462-A342-DBB045DF584D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10">
              <a:extLst>
                <a:ext uri="{FF2B5EF4-FFF2-40B4-BE49-F238E27FC236}">
                  <a16:creationId xmlns:a16="http://schemas.microsoft.com/office/drawing/2014/main" id="{51C0D016-338C-4F9C-976C-585C4570AAD4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106939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Corinthiens 3.18 – Christ la Parole 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Créés à son image, restaurés en Christ,</a:t>
            </a:r>
            <a:endParaRPr lang="fr-CA" sz="3000" dirty="0"/>
          </a:p>
          <a:p>
            <a:pPr marL="0" indent="0" algn="l">
              <a:buNone/>
            </a:pPr>
            <a:r>
              <a:rPr lang="fr-CA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transformés par l'Esprit, envoyés en son nom</a:t>
            </a:r>
            <a:endParaRPr lang="fr-CA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2240280"/>
            <a:ext cx="1645920" cy="1188720"/>
          </a:xfrm>
          <a:prstGeom prst="line">
            <a:avLst/>
          </a:prstGeom>
          <a:noFill/>
          <a:ln w="38100">
            <a:solidFill>
              <a:srgbClr val="6E5A4C"/>
            </a:solidFill>
            <a:prstDash val="dash"/>
          </a:ln>
        </p:spPr>
        <p:txBody>
          <a:bodyPr/>
          <a:lstStyle/>
          <a:p>
            <a:endParaRPr lang="fr-CA"/>
          </a:p>
        </p:txBody>
      </p:sp>
      <p:sp>
        <p:nvSpPr>
          <p:cNvPr id="5" name="Shape 3"/>
          <p:cNvSpPr/>
          <p:nvPr/>
        </p:nvSpPr>
        <p:spPr>
          <a:xfrm flipV="1">
            <a:off x="2788920" y="3108960"/>
            <a:ext cx="1645920" cy="32004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Shape 4"/>
          <p:cNvSpPr/>
          <p:nvPr/>
        </p:nvSpPr>
        <p:spPr>
          <a:xfrm flipV="1">
            <a:off x="4434840" y="283464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7" name="Shape 5"/>
          <p:cNvSpPr/>
          <p:nvPr/>
        </p:nvSpPr>
        <p:spPr>
          <a:xfrm flipV="1">
            <a:off x="6080760" y="256032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6"/>
          <p:cNvSpPr/>
          <p:nvPr/>
        </p:nvSpPr>
        <p:spPr>
          <a:xfrm flipV="1">
            <a:off x="7726680" y="228600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Shape 7"/>
          <p:cNvSpPr/>
          <p:nvPr/>
        </p:nvSpPr>
        <p:spPr>
          <a:xfrm flipV="1">
            <a:off x="9372600" y="201168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960120" y="205740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Text 9"/>
          <p:cNvSpPr txBox="1"/>
          <p:nvPr/>
        </p:nvSpPr>
        <p:spPr>
          <a:xfrm>
            <a:off x="36576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 err="1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1.26-27</a:t>
            </a:r>
            <a:endParaRPr lang="fr-CA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3246120"/>
            <a:ext cx="365760" cy="365760"/>
          </a:xfrm>
          <a:prstGeom prst="ellipse">
            <a:avLst/>
          </a:prstGeom>
          <a:solidFill>
            <a:srgbClr val="6E5A4C"/>
          </a:solidFill>
          <a:ln w="381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1"/>
          <p:cNvSpPr txBox="1"/>
          <p:nvPr/>
        </p:nvSpPr>
        <p:spPr>
          <a:xfrm>
            <a:off x="2011680" y="3703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Ternis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5.3</a:t>
            </a:r>
            <a:endParaRPr lang="fr-CA" sz="1600" dirty="0"/>
          </a:p>
        </p:txBody>
      </p:sp>
      <p:sp>
        <p:nvSpPr>
          <p:cNvPr id="14" name="Shape 12"/>
          <p:cNvSpPr/>
          <p:nvPr/>
        </p:nvSpPr>
        <p:spPr>
          <a:xfrm>
            <a:off x="4251960" y="292608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3"/>
          <p:cNvSpPr txBox="1"/>
          <p:nvPr/>
        </p:nvSpPr>
        <p:spPr>
          <a:xfrm>
            <a:off x="3657600" y="33832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Restaurés en Christ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 1.15</a:t>
            </a:r>
            <a:endParaRPr lang="fr-CA" sz="1600" dirty="0"/>
          </a:p>
        </p:txBody>
      </p:sp>
      <p:sp>
        <p:nvSpPr>
          <p:cNvPr id="16" name="Shape 14"/>
          <p:cNvSpPr/>
          <p:nvPr/>
        </p:nvSpPr>
        <p:spPr>
          <a:xfrm>
            <a:off x="5897880" y="265176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Text 15"/>
          <p:cNvSpPr txBox="1"/>
          <p:nvPr/>
        </p:nvSpPr>
        <p:spPr>
          <a:xfrm>
            <a:off x="5303520" y="3108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 8.29</a:t>
            </a:r>
            <a:endParaRPr lang="fr-CA" sz="1600" dirty="0"/>
          </a:p>
        </p:txBody>
      </p:sp>
      <p:sp>
        <p:nvSpPr>
          <p:cNvPr id="18" name="Shape 16"/>
          <p:cNvSpPr/>
          <p:nvPr/>
        </p:nvSpPr>
        <p:spPr>
          <a:xfrm>
            <a:off x="7543800" y="237744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7"/>
          <p:cNvSpPr txBox="1"/>
          <p:nvPr/>
        </p:nvSpPr>
        <p:spPr>
          <a:xfrm>
            <a:off x="6949440" y="28346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Co 3.18</a:t>
            </a:r>
            <a:endParaRPr lang="fr-CA" sz="1600" dirty="0"/>
          </a:p>
        </p:txBody>
      </p:sp>
      <p:sp>
        <p:nvSpPr>
          <p:cNvPr id="20" name="Shape 18"/>
          <p:cNvSpPr/>
          <p:nvPr/>
        </p:nvSpPr>
        <p:spPr>
          <a:xfrm>
            <a:off x="9189720" y="210312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9"/>
          <p:cNvSpPr txBox="1"/>
          <p:nvPr/>
        </p:nvSpPr>
        <p:spPr>
          <a:xfrm>
            <a:off x="8595360" y="2560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Renouvelés au cœur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 31.33</a:t>
            </a:r>
            <a:endParaRPr lang="fr-CA" sz="1600" dirty="0"/>
          </a:p>
        </p:txBody>
      </p:sp>
      <p:sp>
        <p:nvSpPr>
          <p:cNvPr id="22" name="Shape 20"/>
          <p:cNvSpPr/>
          <p:nvPr/>
        </p:nvSpPr>
        <p:spPr>
          <a:xfrm>
            <a:off x="10835640" y="1828800"/>
            <a:ext cx="365760" cy="365760"/>
          </a:xfrm>
          <a:prstGeom prst="ellipse">
            <a:avLst/>
          </a:prstGeom>
          <a:solidFill>
            <a:srgbClr val="E8742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3" name="Text 21"/>
          <p:cNvSpPr txBox="1"/>
          <p:nvPr/>
        </p:nvSpPr>
        <p:spPr>
          <a:xfrm>
            <a:off x="10241280" y="22860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Aimé et </a:t>
            </a:r>
            <a:b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22.37-40</a:t>
            </a:r>
            <a:b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28.19</a:t>
            </a:r>
            <a:endParaRPr lang="fr-CA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627880"/>
            <a:ext cx="5422392" cy="16256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3"/>
          <p:cNvSpPr txBox="1"/>
          <p:nvPr/>
        </p:nvSpPr>
        <p:spPr>
          <a:xfrm>
            <a:off x="777240" y="47650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600" dirty="0"/>
          </a:p>
          <a:p>
            <a:pPr marL="0" indent="0">
              <a:buNone/>
            </a:pP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portez l'image de Dieu, et vous ne l'avez jamais aimé de tout votre cœur. Christ seul pardonne et restaure : repentez-vous, croyez en lui, soumettez-vous à lui comme Seigneur.</a:t>
            </a:r>
            <a:endParaRPr lang="fr-CA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4627880"/>
            <a:ext cx="5422392" cy="16256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Text 25"/>
          <p:cNvSpPr txBox="1"/>
          <p:nvPr/>
        </p:nvSpPr>
        <p:spPr>
          <a:xfrm>
            <a:off x="6446520" y="47650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600" dirty="0"/>
          </a:p>
          <a:p>
            <a:pPr marL="0" indent="0">
              <a:buNone/>
            </a:pP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achèvera ce qu'il a décidé avant la fondation du monde : nous serons semblables à lui (1 Jn 3.2). Contemplez Christ dans sa Parole; ainsi l'Esprit vous transforme. Et allez : faites des disciples.</a:t>
            </a:r>
            <a:endParaRPr lang="fr-CA" sz="1600" dirty="0"/>
          </a:p>
        </p:txBody>
      </p:sp>
      <p:grpSp>
        <p:nvGrpSpPr>
          <p:cNvPr id="38" name="Barre de progression">
            <a:extLst>
              <a:ext uri="{FF2B5EF4-FFF2-40B4-BE49-F238E27FC236}">
                <a16:creationId xmlns:a16="http://schemas.microsoft.com/office/drawing/2014/main" id="{82CA5AC9-D3AF-7BC7-B843-71C730461073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>
              <a:extLst>
                <a:ext uri="{FF2B5EF4-FFF2-40B4-BE49-F238E27FC236}">
                  <a16:creationId xmlns:a16="http://schemas.microsoft.com/office/drawing/2014/main" id="{802369C7-2B48-45BF-AD35-9647AA71010A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2">
              <a:extLst>
                <a:ext uri="{FF2B5EF4-FFF2-40B4-BE49-F238E27FC236}">
                  <a16:creationId xmlns:a16="http://schemas.microsoft.com/office/drawing/2014/main" id="{E2E1FD2E-EF4E-414F-9E39-F12C601D39D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3">
              <a:extLst>
                <a:ext uri="{FF2B5EF4-FFF2-40B4-BE49-F238E27FC236}">
                  <a16:creationId xmlns:a16="http://schemas.microsoft.com/office/drawing/2014/main" id="{5676BFA7-CCC6-4AF9-BBF0-96B0805A36F6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4">
              <a:extLst>
                <a:ext uri="{FF2B5EF4-FFF2-40B4-BE49-F238E27FC236}">
                  <a16:creationId xmlns:a16="http://schemas.microsoft.com/office/drawing/2014/main" id="{A89B6EA4-08B1-45B5-AE41-056839BB456E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5">
              <a:extLst>
                <a:ext uri="{FF2B5EF4-FFF2-40B4-BE49-F238E27FC236}">
                  <a16:creationId xmlns:a16="http://schemas.microsoft.com/office/drawing/2014/main" id="{30BA0FBA-3D5C-474D-B8E4-31D4E5C0376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6">
              <a:extLst>
                <a:ext uri="{FF2B5EF4-FFF2-40B4-BE49-F238E27FC236}">
                  <a16:creationId xmlns:a16="http://schemas.microsoft.com/office/drawing/2014/main" id="{DBF001EF-E556-4540-BCBF-7A6C57534001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7">
              <a:extLst>
                <a:ext uri="{FF2B5EF4-FFF2-40B4-BE49-F238E27FC236}">
                  <a16:creationId xmlns:a16="http://schemas.microsoft.com/office/drawing/2014/main" id="{F0F28198-D487-4632-A106-45ACD082C5D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8">
              <a:extLst>
                <a:ext uri="{FF2B5EF4-FFF2-40B4-BE49-F238E27FC236}">
                  <a16:creationId xmlns:a16="http://schemas.microsoft.com/office/drawing/2014/main" id="{3068779A-556C-42D2-A9A4-CAA52245A358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9">
              <a:extLst>
                <a:ext uri="{FF2B5EF4-FFF2-40B4-BE49-F238E27FC236}">
                  <a16:creationId xmlns:a16="http://schemas.microsoft.com/office/drawing/2014/main" id="{381F1C5C-E6F3-4227-802E-9893EEA659EB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10">
              <a:extLst>
                <a:ext uri="{FF2B5EF4-FFF2-40B4-BE49-F238E27FC236}">
                  <a16:creationId xmlns:a16="http://schemas.microsoft.com/office/drawing/2014/main" id="{E20070C7-AA2A-4B19-B1A1-C62073067B95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217454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461A62-2ADB-4219-84AD-EB7CB3B25C6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5d3ad01-c43e-43bd-8bc7-fa7839cc0ac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2300</Words>
  <Application>Microsoft Office PowerPoint</Application>
  <PresentationFormat>Grand écran</PresentationFormat>
  <Paragraphs>314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À l'image de Christ-Jésus</vt:lpstr>
      <vt:lpstr>Toute l'Écriture est soufflée par Dieu</vt:lpstr>
      <vt:lpstr>Qui porte l'image de Dieu?</vt:lpstr>
      <vt:lpstr>L'image créée</vt:lpstr>
      <vt:lpstr>L'image parfaite</vt:lpstr>
      <vt:lpstr>L'image promise</vt:lpstr>
      <vt:lpstr>L'image transformée</vt:lpstr>
      <vt:lpstr>L'image qui aime</vt:lpstr>
      <vt:lpstr>L'image envoyée</vt:lpstr>
      <vt:lpstr>Créés à son image, restaurés en Christ, transformés par l'Esprit, envoyés en son nom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À l'image de Christ-Jésus</dc:title>
  <dc:subject>PptxGenJS Presentation</dc:subject>
  <dc:creator>André-Guy Bruneau</dc:creator>
  <cp:lastModifiedBy>André-Guy Bruneau</cp:lastModifiedBy>
  <cp:revision>1</cp:revision>
  <dcterms:created xsi:type="dcterms:W3CDTF">2026-09-28T19:00:04Z</dcterms:created>
  <dcterms:modified xsi:type="dcterms:W3CDTF">2026-09-30T12:44:02Z</dcterms:modified>
</cp:coreProperties>
</file>